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330" r:id="rId2"/>
    <p:sldId id="331" r:id="rId3"/>
    <p:sldId id="337" r:id="rId4"/>
    <p:sldId id="262" r:id="rId5"/>
    <p:sldId id="283" r:id="rId6"/>
    <p:sldId id="270" r:id="rId7"/>
    <p:sldId id="284" r:id="rId8"/>
    <p:sldId id="271" r:id="rId9"/>
    <p:sldId id="287" r:id="rId10"/>
    <p:sldId id="257" r:id="rId11"/>
    <p:sldId id="329" r:id="rId12"/>
    <p:sldId id="321" r:id="rId13"/>
    <p:sldId id="322" r:id="rId14"/>
    <p:sldId id="323" r:id="rId15"/>
    <p:sldId id="259" r:id="rId16"/>
    <p:sldId id="333" r:id="rId17"/>
    <p:sldId id="332" r:id="rId18"/>
    <p:sldId id="336" r:id="rId19"/>
    <p:sldId id="324" r:id="rId20"/>
    <p:sldId id="268" r:id="rId21"/>
    <p:sldId id="279" r:id="rId22"/>
    <p:sldId id="319" r:id="rId23"/>
    <p:sldId id="301" r:id="rId24"/>
    <p:sldId id="269" r:id="rId25"/>
    <p:sldId id="304" r:id="rId26"/>
    <p:sldId id="302" r:id="rId27"/>
    <p:sldId id="306" r:id="rId28"/>
    <p:sldId id="308" r:id="rId29"/>
    <p:sldId id="310" r:id="rId30"/>
    <p:sldId id="326" r:id="rId31"/>
    <p:sldId id="273" r:id="rId32"/>
    <p:sldId id="312" r:id="rId33"/>
    <p:sldId id="293" r:id="rId34"/>
    <p:sldId id="328" r:id="rId35"/>
    <p:sldId id="298" r:id="rId36"/>
    <p:sldId id="291" r:id="rId37"/>
    <p:sldId id="338" r:id="rId38"/>
    <p:sldId id="342" r:id="rId39"/>
    <p:sldId id="327" r:id="rId40"/>
    <p:sldId id="278" r:id="rId41"/>
    <p:sldId id="296" r:id="rId42"/>
    <p:sldId id="299" r:id="rId43"/>
    <p:sldId id="339" r:id="rId44"/>
    <p:sldId id="340" r:id="rId45"/>
    <p:sldId id="341" r:id="rId46"/>
    <p:sldId id="335" r:id="rId47"/>
    <p:sldId id="334" r:id="rId4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8175"/>
    <a:srgbClr val="E0D0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0"/>
    <p:restoredTop sz="94667"/>
  </p:normalViewPr>
  <p:slideViewPr>
    <p:cSldViewPr snapToGrid="0">
      <p:cViewPr>
        <p:scale>
          <a:sx n="97" d="100"/>
          <a:sy n="97" d="100"/>
        </p:scale>
        <p:origin x="752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2:18.32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24575,'38'37'0,"17"26"0,-13-10 0,-9-3 0,0 2 0,8 3 0,9 28 0,5-9 0,-22-11 0,20 10 0,-41-35 0,5-19 0,-17-11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2:18.95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135 1 24575,'8'75'0,"-6"-5"0,-2 5 0,5-7 0,-1 0 0,-11 20 0,-3-5 0,-3 7 0,-15-34 0,9-20 0,0-26 0,0-1 0,0-9 0,8 0 0,3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2:19.70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10 24575,'75'21'0,"9"-10"0,19-5 0,-27-4 0,7-2 0,4-1 0,-1 0-246,1-1 0,0 0 0,2 0 0,1-1 63,-8 1 1,3-1 0,1 0 0,-5 0 0,-9 0 182,31-3 0,-12 0 0,-9-1 0,-17 2 0,-38 5 0,-18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2:20.77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24575,'43'89'0,"-17"-12"0,-4 12 0,-10-8 0,-3 6 0,0 5-246,1-7 0,2 3 0,-1 4 0,-2 5 82,-4-15 0,-2 5 0,-1 3 0,0 0 0,0-1 0,1-3-33,1 0 0,1-3 1,0 0-1,-1 1 0,-3 5 33,-1 5 0,-3 6 0,-2 2 0,0 1 0,0-2 0,0-5-33,-1 0 0,0-4 1,0-2-1,-1 2 0,2 3 33,-1-2 0,1 4 0,0 1 0,0 1 0,0-3 0,1-3 85,-2 2 1,1-2-1,0-2 1,0-2-1,2-1 79,-1 10 0,2 0 0,0-5 0,1-9 327,0-8 1,1-7 0,-1-8 104,-2 1 1,-3-14-188,-2-21 1,6-19 0,-7-8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2:21.76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134 1 24575,'11'67'0,"-11"27"0,-20-22 0,3-24 0,-4 0 0,-19 19 0,10-19 0,13-21 0,17-18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2:22.57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24575,'10'29'0,"32"44"0,-9-34 0,15 35 0,-4-36 0,-23 0 0,-2-17 0,-11-4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2:23.34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24575,'21'19'0,"4"8"0,-14-6 0,16 15 0,11 2 0,-7 10 0,22 8 0,-22-7 0,7-12 0,-19-18 0,-11-10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2:24.98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28 1 24575,'-11'29'0,"-6"7"0,23-23 0,-4 3 0,42-16 0,27 0 0,-22-4 0,3 0 0,4 4 0,-3-2 0,11-15 0,-13 15 0,-49 2 0,6 10 0,-8 34 0,-8 27 0,-5-11 0,-4 12 0,0-5 0,-3 2 0,0-1 0,-10 26 0,1-7 0,6-21 0,6-37 0,15-1 0,-6-10 0,25-7 0,73 17 0,-26-23 0,-11 4 0,-5 1 0,-20-1 0,-12-7 0,-5 6 0,-1 1 0,-1 1 0,-1 9 0,3 0 0,-1 8 0,-1 11 0,-26 55 0,-9 4 0,4-18 0,-2 0 0,5-25 0,2-2 0,3-1 0,1-3 0,-4 7 0,15-18 0,-15-7 0,15-3 0,-7-17 0,9-1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2:26.08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24575,'48'15'0,"0"1"0,45 9 0,-11-14 0,17-2 0,1-2-328,-8-4 0,1-1 0,13 0 187,-26 0 1,8 2-1,6 0 1,4 0-1,1 0 1,-2 0-1,-5 0-23,5 1 0,-3 0 0,0 0 0,-1 0 0,2-1 0,1-1 23,-8-1 1,3-2-1,1 0 1,0-1-1,-1 2 1,-3 0-1,-3 3-56,13 4 0,-3 2 1,-2 2-1,-2-1 0,-1-1 0,-6-4 0,-1-1 1,-1-1-1,-2 1 0,-4 0-131,27 4 0,-6 1 0,-2 0 0,-6 0 0,-3-1 0,-5 0 261,15-1 0,-9-2 558,-27 0 1,1 0-209,33 1 0,3-2-283,-18-5 0,0 0 0,10 4 0,-2 0 491,-15-3 1,-8 0 491,8 8 0,-3-9 0,-33 0 0,-9 0-738,-6 0 1,-2 0 0,-11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2:32.73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24575,'25'58'0,"0"0"0,-10-3 0,0 4 0,6 5 0,2 7 0,-5 3-328,-9 8 0,-5 3 0,0 2 0,3 8 0,0 1 0,-1 4 82,-5-10 0,-1 4 0,-1 0 0,1-2 135,0-11 0,0-1 0,0-2 0,0-2 111,0 13 0,0-2 0,0-7 491,0 4 1,0-6-452,0-9 1,0-5 516,0 21-557,4-32 0,0-2 0,-2 5 0,7 16 983,-9-37-191,0 55-792,0-45 0,0 23 0,0-13 0,0-24 0,0 13 0,8 11 0,-6-3 0,6 13 0,-8-10 0,0-16 0,0 24 0,0-21 0,0 4 0,0-18 0,0 19 0,0-4 0,9 17 0,-7-14 0,6-16 0,-16-12 0,-3-9 0,1-18 0,1-1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2:35.15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1 178 24575,'29'0'0,"-2"0"0,9 9 0,32-7 0,25 6 0,-39-6 0,4-4 0,21-3 0,-2-2 0,-25 2 0,-2-2 0,15-4 0,-6-1 0,-11 2 0,5-7 0,-3 4 0,5-1 0,-5 1 0,2-1 0,28-7 0,-2 2 0,-2 3 0,-12 4 0,-45 12 0,8 0 0,-6 0 0,15 0 0,-7 0 0,0 0 0,-1 0 0,-10 0 0,10 0 0,9 0 0,20 0 0,30 0 0,-14 0 0,-5 8 0,-32-6 0,-9 7 0,11-9 0,10 8 0,0-6 0,-2 7 0,-16-1 0,-3-6 0,0 6 0,3 1 0,-1-7 0,7 6 0,-15-8 0,6 0 0,8 9 0,-11-7 0,11 6 0,1-8 0,4 9 0,16-7 0,-16 6 0,-4-8 0,-9 8 0,28 3 0,-20-1 0,9 7 0,-27-6 0,-6 16 0,7 2 0,5 66 0,-1-16 0,0 10 0,-14-19 0,-4 5 0,4 2-310,8 14 0,3 3 1,-3-3 309,-8-19 0,-3-2 0,-1 6 0,2 12 0,-1 9 0,0 0 0,2-5 0,3-2 0,2-4 0,-2 3 0,-5-3 0,-1 4 0,-1 0 0,2-9 0,2-8 0,0-5 0,2-5 0,3 12 0,0-9 0,0 18 0,-5-8 0,0-3 0,1-8 0,-7 10 0,-2 1 0,1-4 0,0 24 929,0-29-929,0-2 0,0-9 0,0-7 0,0-12 0,0-1 0,0-7 0,0 17 0,0 3 0,0-9 0,0-5 0,-8 1 0,6-13 0,-7 13 0,9-18 0,-8-7 0,-3-3 0,-8-8 0,-9 0 0,16 0 0,-5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2:35.96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1 297 24575,'77'-19'0,"-28"9"0,4-3 0,21-8 0,6-1 0,17 2 0,1 0 0,-9-3 0,-1 0 0,-8 7 0,-7 2 0,3-5 0,-1-9 0,-16 7 0,-13 2 0,-27 10 0,-11 9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2:36.86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355 1 24575,'18'20'0,"-1"40"0,-4 13 0,-5-25 0,-2 6 0,0 18 0,1 15 0,-2 4 0,-4-9-328,-4-8 0,-5-5 0,0 7 306,-1 16 1,-1 10-1,-2 2 1,-2-7-225,-1-20 0,-2-5 0,-1 0 0,-1 2 0,0 8 0,-2 3 0,1-2 0,-1-5 189,-2 3 0,0-4 0,1-4 432,-1 12 1,0-10-376,-17 4 0,19-31 0,2-12 490,2-26-490,15-10 0,-7-11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2:37.43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24575,'29'0'0,"-2"0"0,9 8 0,4 11 0,16 11 0,1-1 0,-9-2 0,-18-8 0,-14-8 0,-16-3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2:38.26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0 525 24575,'48'-8'0,"27"-8"0,12-2 0,-8 4 0,7-1-246,-14 2 0,7-2 0,5-1 0,-1 1 0,4-1 0,3 0 0,-1 1 0,-3 0-82,7 0 0,-3 0 0,7-2 131,-11-2 0,9-2 1,2-2-1,-5 1 0,-10 4 59,-5 1 0,-8 3 1,4-1 307,4-3 1,5-1-1,-2-1 1,-8 3-171,10-2 0,-10 3 850,20 1-850,-24 2 0,-32 13 0,-17 0 245,0 0 1,-9 0 0,-1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2:39.39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1082 24575,'37'-11'0,"18"3"0,8 1 0,14-6 0,-3-8 0,11-7 0,5-4 0,0 0-197,-9 5 0,0-1 1,3-1-1,3-2 0,4-1 74,-15 5 0,5-2 0,3-1 0,2-1 0,0-1 0,-1 1 0,-3 1 0,-4 1-41,7-4 0,-4 1 0,-1 0 0,-2 1 0,-1 1 0,-1 2-33,7-1 0,1 2 1,-2 2-1,-5 0 0,-8 2-295,28-15 0,-13 6 0,-17 16 0,-9 2 1475,5-8-953,9 7 1,3 0-31,14-13 0,-14 7 0,-23 2 0,-43 10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2:40.46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419 1 24575,'30'94'0,"0"0"0,-21-26 0,-3 10 0,-2 8 0,-1 3 0,-1 3 0,0 1 0,1-10 0,1 2 0,-1 3 0,0 1 0,-1 2 0,-1 1 0,-2 0 0,-2 1-110,-1-3 1,-3 2 0,-1 1 0,-1 1-1,-1 0 1,-1 0 0,0-1 0,0 0-1,1-2-13,-1 7 0,1 1 0,-1 1 0,0-1 0,0-3 0,-2-3 0,0-5 0,-1-5-74,-4 5 0,-2-8 1,-1-3-1,0-3 0,2 1-49,-3 15 0,1 1 0,2-6 0,5-16-246,8-17 0,2-4 0,-9 33 0,3 0 464,19 17 28,-22-23 0,-3-1 0,0 21 983,-24-27 0,29-34 0,-6-40 0,6-5-738,1-19 1,1 9 0,9 4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2:41.86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20 24575,'29'-11'0,"-2"3"0,1 16 0,29 19 0,12 4 0,6 4 0,-11-6 0,0 0 0,15 8 0,-4-1 0,10 6 0,-37-13 0,-2-10 0,-16-2 0,-3-6 0,0 7 0,-6 1 0,23 9 0,-12-7 0,14 14 0,29-2 0,-20 6 0,-7-18 0,-2 0 0,-4 8 0,2-10 0,-17-2 0,48 22 0,-26-21 0,26 28 0,-48-36 0,8 9 0,-20 0 0,19-8 0,-24 5 0,1-14 0,-3 7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2:44.03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724 1 24575,'8'56'0,"-6"21"0,-39 4 0,-13 7 0,16-13 0,-6 3-246,-1-18 0,-10 5 0,-2-1 0,6-6-123,-10 16 1,2-5 368,-10 4 0,3-5 278,21-26 1,6-5-279,-5 11 284,15-12-284,58 28 0,-2 14 0,5 22-164,-14-32 0,3 10 0,0 7 0,1 3 0,-1 1 0,-2-3 0,-3-5 0,-1-1 0,-2 0 0,0 2 0,0 2 0,0 5 41,0-2 0,1 6 0,0 4 0,0 2 0,-1-1 0,0-3 0,-3-5 0,-1-8-123,0 23 0,-2-10 0,-2-3 0,0-1 0,1 2 0,0 1 0,0-7 0,-1-16-603,5 23 849,-14-47 0,-11-55 0,-11-36 0,-3-12 0,-17-22 0,20 23 0,1 5 0,-4 13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2:45.27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1 721 24575,'18'-21'0,"23"-9"0,11-3 0,16-4 0,9-1-328,-12 9 0,5-1 0,1-1 55,6-5 0,1-2 0,1 2 273,-1 6 0,0 2 0,-3 0 0,16-8 0,-5 0 291,-8 4 0,-6 3-291,13-3 298,-8 9-298,-11 3 0,0 0 0,11 1 0,-18 0 0,-12 10 0,-37 17 923,7 11-923,-3 47 0,5 3 0,2 5 0,-7-11 0,-1 1 0,7 15 0,-1-2 0,-7-21 0,-1-4 0,0 45 0,10-14 0,-19-20 0,6-44 0,-8-10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2:46.04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1 487 24575,'56'-17'0,"-1"1"0,7-11 0,11-2 0,-7 10 0,12 1 0,6-1 0,2 0 0,-5-2-246,11-9 0,-2-3 0,0 0 0,2 5 0,5 5 0,3 5 0,-2 0 0,-9-2 82,-6-7 0,-7 0 0,-16 6 0,-4 6 0,-47 7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2:47.03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0 211 24575,'85'-31'0,"-1"12"0,8 0 0,-14 0 0,5-1 0,9 1 0,9-1 0,-15 4 0,-27 6 0,-5 0 0,22-8 0,-17 8 0,-49 19 0,7 18 0,-7 21 0,-4 20 0,-1 13 0,-2-11 0,0 5 0,-1-1 0,-1 25 0,-2-2 0,1 6 0,0-13 0,0-25 0,0-28 0,-8-9 0,-3-18 0,1-1 0,1-9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2:47.61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1 338 24575,'58'-12'0,"-7"0"0,17-1 0,30-5 0,14-3 0,0 1 0,-17 4-328,-9 2 0,-8 2 0,9-2 164,-10 0 0,12-3 0,5-1 0,-2 0 0,-8 2 0,-16 5-328,13 3 0,-22-1 1141,-21-16-649,-30 14 137,-10-8 1,-6 8 0,8 3-1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2:48.47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0 437 24575,'75'-8'0,"8"-9"0,21-8 0,-25 2 0,13-5 0,5-3 0,-1 0 0,-8 4-246,-10 6 0,-6 2 0,1-1 0,4-2 123,8-5 0,9-4 0,0-1 0,-11 5 0,-21 7 0,3 5 0,-20 3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2:49.25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24575,'21'75'0,"-8"-11"0,8-8 0,2 4 0,-6-11 0,0 2 0,8 24 0,0 0 0,-7-24 0,0-3 0,17 41 0,-25-72 0,-10-28 0,-15-37 0,4 31 0,-1-20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2:51.41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1 578 24575,'38'-28'0,"-1"7"0,-7-7 0,-3 18 0,0-7 0,3 6 0,36-20 0,-6 11 0,12 0 0,-2 1 0,11-3 0,0 0 0,-7-1 0,3-1 0,-10 6 0,21 1 0,-52 0 0,-26 9 0,16 6 0,-5-15 0,16 6 0,1-8 0,0 8 0,-9 3 0,35-1 0,-10-1 0,25-10 0,-14 10 0,-9-7 0,-7 6 0,-12 1 0,-18-7 0,-2 14 0,10-5 0,33-1 0,-6-1 0,4-1 0,-23 3 0,-5 8 0,-1 0 0,-2 0 0,-8 0 0,8 17 0,3 3 0,7 27 0,5 21 0,5 19 0,-12-12 0,1 4 0,-25-30 0,-3 7 0,-8 1 0,8-9 0,-6-2 0,7-8 0,-9 17 0,0-14 0,0 6 0,0-20 0,0-8 0,0 0 0,0 0 0,0-1 0,0 1 0,0 0 0,8-8 0,-6 5 0,7-5 0,-1-1 0,3 32 0,8-17 0,-1 30 0,-7-26 0,6 15 0,2 5 0,10 1 0,0 13 0,-1-32 0,-18 5 0,7-25 0,-15 5 0,-2-14 0,-11 7 0,-62-34 0,19 13 0,-3-2 0,2-5 0,0 0 0,2 7 0,5 2 0,3 2 0,-1 8 0,12-9 0,-11 7 0,26-6 0,0 8 0,-9 0 0,-10-9 0,15 7 0,-2-7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2:53.36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24575,'9'56'0,"-7"29"0,6 8 0,-6-29 0,-3 14 0,1 4 0,-1-4-328,1 3 0,0-3 0,0 12 164,0-4 0,0 12 0,-1 7 0,1 2 0,1-4 0,-1-11-82,2 1 0,-1-7 0,2-2 0,0 7 82,-1-10 0,1 7 0,1 2 0,-1 0 0,2-6 0,-1-9-164,4 15 0,0-11 0,2 1 104,1 3 1,1 0-1,0-5 224,1 7 0,1-3 0,4 6 0,-1 3 0,-6-22 0,-2 2 0,1-4 0,2 4 0,-2-3 0,-2 4 0,-3-10 0,-5-15 983,8-10 0,-6 1 0,6 0 0,1 8 0,-7-15-307,6 14-676,1-25 0,-7 8 0,6-9 0,-8 0 0,9 16 0,-7-3 0,6 5 0,-8-9 0,0-18 0,0-1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3:04.14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1 446 24575,'29'0'0,"23"1"0,6-2 0,6-16 0,24 7 0,10-4 0,-13-17 0,1-5-298,-22 14 0,3-1 0,4-2 298,5-2 0,8-3 0,-3 0 0,-12 3 109,-1-6 1,-5 3-110,34-6 0,-13 9 0,-45 19 0,-4 8 0,25-4 0,8-1 0,16 3 0,14-6 0,-53 8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3:05.45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345 0 24575,'10'38'0,"7"0"0,-9 14 0,-2 7 0,6 35 0,-5-25 0,-2-1 0,-5 20 0,0-27 0,0 0 0,0 30 0,-8-17 0,-5 0 0,-9 10 0,-20 1 0,-22-20 0,11-6 0,-12-11 0,27-13 0,10-16 0,18 0 0,-7-8 0,6-3 0,-8-8 0,8 0 0,3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3:07.25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24575,'40'0'0,"-5"8"0,1 3 0,21 33 0,12-2 0,6 6 0,-10-4 0,-8-6 0,8 2 0,-23-3 0,-6-9 0,-36-18 0,-2-1 0,-7-9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3:08.78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24575,'17'46'0,"-5"2"0,24 17 0,-19-18 0,-1 2 0,14 34 0,-11-12 0,-3 2 0,4 25 0,-8-47 0,-1 0 0,8 23 0,-9-42 0,-1 4 0,-1-9 0,-6-6 0,7 6 0,-9-8 0,0 0 0,-9-9 0,7-1 0,-6-9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3:10.67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0 263 24575,'53'4'0,"0"0"0,19-2 0,-17 3 0,2-1 0,-5-4 0,0 0 0,-2 1 0,6-2 0,31-10 0,15-6 0,-2 1 0,-19 6 0,-2 0 0,3-1-246,-9 0 0,2-2 0,1 1 0,-1 0 125,23-3 0,0 1 0,-9 3 121,1 5 0,-2-1-266,-6-3 0,4-3 0,-4 2 266,20-2 0,-7 2 0,-15 3 0,-5 0 0,-18 1 0,-9 2 0,-8 5 0,-13-9 983,15 7-676,-25-6 548,19 16-855,-28 20 0,0 37 0,7 26 0,-9-23 0,-1 2 0,2-17 0,-1 0 0,-6 19 0,0 0 0,0-19 0,0-3 0,0 1 0,0-1 0,0 44 0,0-36 0,8 7 0,-6-25 0,6-4 0,-8-9 0,0 2 0,9 1 0,-7-3 0,6-8 0,-8 0 0,0 8 0,0-6 0,0 6 0,-8-16 0,-3 6 0,-53-15 0,10 10 0,-10 4 0,-19-7 0,-14-1 0,1-1-328,6 1 0,0 1 0,1-1 187,6-1 1,2 0-1,8-2 1,-2-4-1,23-2 1,44 1-1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3:12.46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111 0 24575,'30'0'0,"-3"25"0,-17-2 0,11 60 0,-18 1 0,5-15 0,-4 4 0,-10-5 0,-5-2 0,-1 32 0,-19-15 0,-5-7 0,-1-18 0,5-2 0,3-3 0,10-17 0,19-25 0,10-12 0,34-9 0,7-9 0,7 0 0,-11 8 0,-29-6 0,8 15 0,3-15 0,2 6 0,5 1 0,-25 1 0,-3 9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3:13.67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339 1 24575,'19'29'0,"-9"64"0,-19-7 0,-6 7 0,8-15 0,-2 1 0,-3-6 0,-4 3 0,1-7 0,0-10 0,-1-6 0,-3 3 0,-1-2 0,-16 27 0,0-18 0,8-26 0,7-7 0,-24-3 0,30-8 0,-19-9 0,41-1 0,40-9 0,49-13 0,-44 8 0,2-1 0,12-2 0,-5 1 0,1-1 0,-12 8 0,-33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3:14.23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24575,'38'17'0,"0"-5"0,-1 24 0,-7-15 0,-3 6 0,-8 0 0,0 3 0,-9 7 0,7 10 0,-15-8 0,7-1 0,-9-11 0,-9-16 0,-10 6 0,6-15 0,-4 6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3:14.77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24575,'0'38'0,"0"-1"0,0 18 0,8-13 0,11 12 0,2-24 0,7-3 0,-10 0 0,1-6 0,0 7 0,0-18 0,-8 7 0,-3-15 0,-8 6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3:15.16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24575,'29'0'0,"-1"8"0,-10 3 0,-7 7 0,-3-7 0,-8-3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3:15.56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24575,'48'19'0,"-10"-8"0,-19 5 0,-3-13 0,-13 13 0,5-5 0,-8-1 0,0-1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3:16.94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0 288 24575,'19'-21'0,"66"-21"0,-5 15 0,-19 8 0,10-4 0,0 3 0,-5 5 0,0 3 0,0-2 0,31-11 0,-5 2 0,-15 16 0,-10-1 0,-9-13 0,-31 19 0,-8-6 0,-9 16 0,7 11 0,2 10 0,-6 26 0,12-5 0,-23 23 0,6-5 0,-8-10 0,-8-12 0,6-27 0,-7-10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3:17.67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73 0 24575,'0'55'0,"0"-5"0,0 44 0,0-40 0,0 4 0,1 17 0,-2 5 0,-5-11 0,-2 3 0,2-3 0,4 10 0,-1-2 0,-7 14 0,1-1 0,9-13 0,0-5 0,-6-14 0,-1-2 0,6 9 0,-1-5 0,-10 0 0,12-14 0,0-16 0,0-12 0,0-9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3:18.85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0 163 24575,'76'-28'0,"-29"11"0,2 0 0,43-13 0,-10 7 0,-24 14 0,-14 1 0,12 6 0,-3-7 0,1 9 0,-26 0 0,7 0 0,-3-8 0,14 5 0,-17-5 0,-10 16 0,-10 20 0,-22 40 0,-11-6 0,-11 10 0,-4 1 0,-6 7 0,-3-6-174,4-17 0,-1-3 0,-2 0 174,-4 14 0,-1 0 0,3-12 0,2-24 0,6-6 0,-8 20 0,13-19 0,17-16 0,-9-3 0,-1-25 0,8 13 0,4-13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3:19.62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9048,'46'8'0,"19"19"983,4 5-492,-21-8 1,0 2 491,30 13-656,-22-15 1,9 3 0,0-2-1,-3-5 1,1-1 0,7 4-132,3 4 1,10 7-1,4 1 1,-2-3 0,-10-5 130,2-6 1,-6-6 0,3 5-83,8 9 1,7 5 0,-5-1 0,-17-9 737,10-1-492,-26-5 1,-5 1 491,-8 9 0,-11-18 0,-17 7-68,7-15 68,-6 15-133,8-15-850,-9 15 0,-2-15 0,-8 6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3:21.43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24575,'40'40'0,"12"13"0,-20-14 0,-1 2 0,0 4 0,3 18 0,-5 3 0,-3-1 0,-4-14 0,10 39 0,-22-69 0,-2 6 0,1-17 0,-7 7 0,6-15 0,-8 7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3:22.44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1 169 24575,'39'-20'0,"6"10"0,-8-7 0,-5 6 0,12 1 0,-6 1 0,34-7 0,11 0 0,-27 12 0,0 0 0,27-17 0,-4 2 0,-13 16 0,-38-5 0,-10 8 0,1 0 0,9 0 0,-7 0 0,6 8 0,-8-6 0,8 7 0,-6-1 0,15 3 0,-15 8 0,6-1 0,0 18 0,2 13 0,0 8 0,-8-12 0,-2 3 0,11 30 0,-3 0 0,-4 6 0,-13-16 0,-1-32 0,-1-26 0,-14-1 0,3-9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3:23.12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20 24575,'54'0'0,"-12"0"0,13 0 0,-26 0 0,-2 0 0,-16-9 0,6 7 0,-7-6 0,1 8 0,-3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3:23.57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20 24575,'58'0'0,"2"-9"0,-15 7 0,-11-6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3:24.20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1 142 24575,'29'19'0,"35"-8"0,10-3 0,-11-5 0,12-3 0,2-3-328,2-7 0,1-3 0,11 0 164,-15 6 0,9 2 0,5 0 0,2 0 0,-4 0 0,-6-1-82,10-4 0,-7-1 0,0 0 0,5 0 49,2 2 0,7-2 1,0 2-1,-6 1 0,-14 2-286,12 3 1,-13 1 973,0-9 1,-18 2-373,-39 9-119,-89 25 0,39-19 0,-54 18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3:24.75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19 0 24575,'0'38'0,"0"0"0,0 8 0,-8 11 0,6-7 0,-7 5 0,9-9 0,0-15 0,0-4 0,0-18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3:25.13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20 24575,'40'0'0,"13"0"0,-14-9 0,10 7 0,-20-7 0,-12 9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3:26.42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194 1 24575,'0'37'0,"0"-7"0,0 5 0,0-5 0,-9 16 0,-10 10 0,7-14 0,-14 11 0,7-24 0,-11 17 0,1-14 0,1 3 0,9-24 0,17-3 0,49-37 0,18 9 0,7 1 0,-14-5 0,0 2 0,16 2 0,-7 6 0,-21 5 0,-19 9 0,1 0 0,18 8 0,4 3 0,23 8 0,15 4 0,-18-4 0,14 4 0,2-3 0,-14-7 0,2-2 0,2 0 0,3 3-197,-2 4 0,5 3 1,1 1-1,-2-2 0,-5-4-51,23-3 0,-5-4 1,-4 3 247,-11 5 0,-2 2 0,-11-4 0,26-4 0,-5 12 0,-22-12 0,-16 5 0,13-5 0,17 12 491,-29-17 1,1-1 252,42 16-744,-36-15 0,-1-2 0,17 7 0,-3 6 0,-26-15 0,-25 6 0,17 0 0,-5-5 0,-1 5 0,-14-8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3:27.81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502 1 24575,'0'29'0,"8"-10"0,3-2 0,25-15 0,12 6 0,39-8 0,-23 0 0,2 0 0,-47 17 0,-58 54 0,-31 17 0,21-28 0,-7 2-246,2-3 0,-9 8 0,-2 0 0,6-8 241,-17 9 1,4-8 4,6-4 0,8-4 0,2 10 0,37-24 0,0 8 0,8 11 0,3 18 983,8 3-973,0 6-10,8-26 0,-6-11 0,6-20 0,1-17 0,-16-1 0,5-9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3:28.68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24575,'46'0'0,"23"0"0,1 0 0,25 0 0,-42 0 0,-1 0 0,-24 0 0,1 0 0,0 0 0,-1 0 0,-1 0 0,-6 17 0,15 12 0,-16 11 0,8 15 0,-9 10 0,-1 4 0,-6-11 0,-1 8 0,0-1 0,0 6 0,-2 2 0,-2 8 0,-2 2 0,0-2 0,2-5 0,1-1 0,-3-3 0,-4 29 0,-2-16 0,1-23 0,0-4 0,-8-39 0,-3-11 0,-17-8 0,-10 0 0,15 0 0,-3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3:29.56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209 20 8525,'38'-19'0,"-17"25"983,-5-2 0,-40 52-492,-7-13 1,-3 2 491,-22 35-492,22-36 1,5-3 491,12-5 0,17-18 0,8 1 0,-6 0 0,15 0 0,-15 8 0,7 11 0,-26 10 0,-5 1 0,1-12-738,-4-18 1,22-10 0,-5-9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3:29.98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24575,'40'0'0,"4"0"0,-15 0 0,26 17 0,-22-13 0,11 22 0,-25-24 0,-8 15 0,30 30 0,-8-2 0,15 23 0,-12-22 0,-26-16 0,-10-3 0,-2-16 0,-7-3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3:31.20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24575,'37'17'0,"-7"-4"0,-11 14 0,-3-16 0,-14 5 0,7-14 0,-9 7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3:31.88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0 190 24575,'19'38'0,"0"-9"0,-8-2 0,5-16 0,-5-3 0,8-8 0,37 0 0,14 0 0,11 0 0,12 1 0,12-2-197,-26-1 0,10 0 1,5-2-1,-1-1 0,-5-1-49,1-4 0,-4-1 0,-1-1 0,5 0 49,-4 2 0,6 1 1,0-1-1,-4-1 0,-10-3 191,0-6 1,-9-2 0,-4 2 5,13 0 0,-11 2 0,-10-10 0,9 9 0,-23 0 0,-15 9 0,-20 1 0,-16 9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3:33.13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198 1 24575,'29'0'0,"-2"0"0,-8 0 0,8 17 0,7 24 0,-4 39 0,-7-5 0,-16-13 0,-6 10 0,-5 3 0,-4 8 0,0-3 0,1 16 0,-3 4-147,1-27 1,-2 7 0,0-2-1,0-10 147,-2-2 0,0-3 0,-3 11 0,-2 6 0,2-7 0,4-13 0,0 0 0,-8 23 0,-2 11 0,1-10 0,6-13 0,2-5 0,-6 12 0,2-2 0,9-22 0,4-6 0,4 4 0,0 11 0,-8-25 0,5 8 586,-5-15-586,8 5 0,0-17 0,8 0 0,-6 0 0,-2-9 0,-27-19 0,12 5 0,-10-13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3:34.10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1 131 24575,'29'0'0,"24"0"0,17-13 0,23-2 0,-11-1 0,-32 5 0,0 2 0,24 6 0,12-6 0,5-2 0,-26 3 0,-2 0 0,18 1 0,-8-1 0,-13-5 0,-35 13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3:35.09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24575,'30'0'0,"-3"9"0,9 18 0,-13 13 0,21 16 0,-23-7 0,-2-3 0,-3-8 0,-13-1 0,5-7 0,-8-3 0,-9-17 0,7-1 0,-6-9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3:36.46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24575,'46'0'0,"23"0"0,-8 8 0,8-6 0,-15 15 0,3-15 0,-15 6 0,10-8 0,-14 9 0,10-7 0,-8 6 0,-4-8 0,-17 9 0,8-7 0,-6 6 0,6-8 0,-16 8 0,22-5 0,-1 5 0,7-8 0,-3 0 0,-9 8 0,3-6 0,7 7 0,-7-9 0,-3 8 0,0 3 0,3 8 0,7-9 0,-7 7 0,-3-15 0,-8 6 0,-9 1 0,7-7 0,-6 6 0,8-8 0,-9 9 0,7-7 0,-7 23 0,18 4 0,1 19 0,0 1 0,-1-3 0,-18 8 0,7-20 0,-7 27 0,1-38 0,-3 12 0,-16-24 0,6-3 0,-7-8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3:37.68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115 58 24575,'57'-9'0,"-17"7"0,-5-6 0,-16 8 0,0-9 0,8 7 0,11-7 0,2 1 0,6 6 0,-17-7 0,-10 18 0,-19-7 0,-36 40 0,-6-17 0,-32 38 0,30-35 0,0 0 0,-20 22 0,16-17 0,4-3 0,10-7 0,-2 10 0,19-31 0,23 7 0,30-1 0,36-6 0,-9 2 0,4 1 0,-5-4 0,2-2 0,18-9 0,-6-1 0,-13 5 0,-4-6 0,-69 14 0,1 6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3:38.30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0 134 24575,'55'8'0,"-5"-6"0,3 3 0,8-1 0,15-4 0,7 0 0,-14 0 0,5 1 0,1-2 0,9-4 0,3-1 0,1-3-246,-13-1 0,2-1 0,-1-1 0,-3 1-82,6 1 0,-3 1 0,-3-2 135,-2-2 0,-3-2 0,-6 4 599,-4 5 0,-11 3-406,-7 1 419,-4-6-419,-9 8 0,-6 0 0,-2 8 0,-11-6 0,-8 7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3:39.51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264 0 24575,'10'49'0,"-2"13"0,-8 9 0,-12 28 0,2-35 0,-2 10 0,-1-1 0,0-6 0,0 1 0,-1 4-246,-1 3 0,0 6 0,-1 2 0,1-4-78,-3 10 1,1-3-1,2 3 324,3-11 0,1 4 0,0-2 0,2-2 0,-2 8 0,2-4 0,1-2 0,3-7 0,0-3 0,3-3 235,1 17 1,2-11-236,-1-1 0,4-7 0,4 11 0,-1-4 0,2-4 0,-1 1 0,0 2 0,-1 6 0,1-9 0,3-9 0,-1-7 0,0 33 0,1-35 0,14 22 983,-12-14-482,14 1-501,-8 4 0,-9-23 0,7-11 0,-15-4 0,-2-23 0,-28 7 0,-3-9 0,1 0 0,13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6:55.8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24575,'16'14'0,"3"2"0,6 8 0,1 7 0,16-1 0,1 2 0,0 11 0,4-10 0,2-2 0,0-3 0,5-1 0,-17-14 0,-13-4 0,-19-4 0,0-4 0,-5 3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7:52.49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729 0 24575,'30'9'0,"-4"2"0,-2 5 0,16 16 0,-19-18 0,22 18 0,-26-16 0,7-5 0,-4 3 0,5-4 0,-8 1 0,2-1 0,-9-6 0,-5 1 0,9 0 0,-8 1 0,4 3 0,-1-8 0,-8 8 0,-1 1 0,-10 1 0,-1 4 0,-57 28 0,-18 8 0,35-19 0,-2 1 0,-11 7 0,-9 4 0,-1 0 0,-12 4 0,-2 0 0,10-6 0,21-8 0,2-2 0,-12 4 0,-6 2 0,20-7 0,22-7 0,20-8 0,12-6 0,23-1 0,51-8 0,-6 1 0,10 1 0,-11-3 0,5 0 0,3 0-494,20 0 1,5 1-1,-2-2 494,-9-3 0,-1-2 0,2 1 0,-10 3 0,4 0 0,-2 0 0,-9-2 0,15-4 0,-7 0 0,10 2 0,-16 1 0,-40 4 0,-17-4 0,-9 5 0,-9 0 1481,-41 27-1481,0-3 0,-8 11 0,-5 5 0,-1-5 0,0 1 0,1 4 0,-2 2 0,-15 12 0,4-3 0,-5 2 0,1 19 0,50-51 0,7-6 0,12-6 0,-4-3 0,5 4 0,0 0 0,-5 0 0,4 0 0,-12 4 0,6 2 0,-12 4 0,3 0 0,0 5 0,-12 16 0,1 1 0,-4 6 0,15-22 0,13-13 0,22-13 0,37 0 0,-2 0 0,6 0 0,-17 0 0,-31 5 0,7-4 0,-13 8 0,3-8 0,-8 8 0,3-4 0,-4 21 0,-13 22 0,-10 15 0,-4 3 0,0-15 0,12-17 0,5-13 0,4-2 0,2-9 0,13 0 0,11 9 0,2-6 0,16 10 0,-20-16 0,1 6 0,-10-7 0,-8 8 0,3 11 0,-4 6 0,-4 1 0,-2 1 0,-13 2 0,2-3 0,1-2 0,7-11 0,14-4 0,0 0 0,5 1 0,-9-6 0,-2-6 0,-9-4 0,4 0 0,2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8:03.89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411 117 24575,'16'-11'0,"3"-3"0,-13 9 0,8-1 0,-9 2 0,10-1 0,-4-1 0,8 1 0,-8-4 0,4 3 0,4-9 0,-3 4 0,0-4 0,-7 14 0,-5-2 0,2 21 0,0-2 0,3 14 0,-8 5 0,3-4 0,-10 19 0,-1-16 0,-16 31 0,3-19 0,-11 17 0,-6-4 0,5-5 0,2-15 0,11-11 0,13-18 0,-3-5 0,8 4 0,-8-8 0,-1 13 0,-2-8 0,-2 13 0,12-12 0,4 2 0,21-9 0,37 0 0,16 0 0,-5-3 0,1-1 0,19 3 0,-37-3 0,-7 1 0,-15 3 0,-13 0 0,4 0 0,-5-4 0,6 2 0,-13 2 0,-7 6 0,-4 8 0,-22 22 0,3-2 0,-14 6 0,-4 4 0,-24 27 0,4-10 0,-2 1 0,24-25 0,0 0 0,-20 23 0,-1-2 0,-22 3 0,31-18 0,-2-1 0,6-13 0,-1-3 0,-3-2 0,1-3 0,-21 10 0,0-10 0,41-11 0,18-5 0,43-5 0,-6 0 0,9 0 0,-10 4 0,-4-3 0,-2 8 0,7-8 0,-4 4 0,1-5 0,13 4 0,-7 2 0,3 0 0,-6 2 0,-3-2 0,14 6 0,9-1 0,0 1 0,-3-2 0,-2 9 0,-16-7 0,14 12 0,-24-9 0,34 12 0,-30-5 0,18 0 0,-21-8 0,-8-4 0,8 5 0,-8-4 0,8-1 0,-3 3 0,28 10 0,-14-5 0,31 16 0,0-5 0,13 2 0,-7-12 0,13 1 0,-6-2 0,-8-2 0,0-1 0,12 0 0,8-1 0,-7-1 0,-2-1 0,-4-2 0,12-3 0,4 0 0,-13 0 0,4 2 0,-2-1-357,-9-1 1,-1-1 0,3 1 356,20 3 0,4 1 0,-5-2 0,8 0 0,2-1 0,-23-4 0,6 0 0,0 0 0,-8-2 0,13-2 0,0 0 0,-10 0 0,9 0 0,0 0 0,-8 0 0,20 0 0,-4 0-99,-10 0 1,5 0 0,-8 0 98,-3 0 0,-8 0 0,20-5 0,-70 4 0,-18-8 0,-7-1 0,4 3 0,0-2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8:19.21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1 107 24575,'39'10'0,"17"-4"0,0-2 0,37-8 0,5-2 0,-4-4 0,-5-2 0,-1-1 0,-4-3 0,-33 2 0,0 0 0,35-2 0,-6 1 0,-51 9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8:49.19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41 24575,'16'9'0,"-2"-2"0,1 16 0,7 14 0,2 7 0,3 9 0,-5-11 0,-6-12 0,-2-10 0,-4-10 0,0-5 0,0-5 0,9 0 0,48-7 0,8-11 0,6-4 0,-12 10 0,4-3 0,8-7 0,8-6 0,-3 2 0,-15 7 0,-4 1 0,0 0 0,28-8 0,-2 1 0,-5 2 0,-13 4 0,-24 6 0,-16 8 0,-25 0 0,0 5 0,0 0 0,4 5 0,-3 0 0,4 1 0,-1-2 0,7 5 0,4 3 0,1 3 0,-6 0 0,-5-5 0,4 0 0,-7 0 0,7-5 0,-14 4 0,4-8 0,-8 8 0,8 6 0,-3 11 0,4 5 0,-4 19 0,-2 29 0,-4-11 0,0 21 0,0-45 0,-4 1 0,2 11 0,-7-20 0,8 32 0,-8-23 0,3 24 0,-10-8 0,2 7 0,-3 14 0,-4-2 0,4-1 0,4-26 0,0-1 0,1 5 0,3-4 0,1 1 0,7 18 0,-6-4 0,7-16 0,-4-12 0,2-18 0,-2 25 0,-1-23 0,4 14 0,-3-13 0,4-8 0,0 2 0,4-14 0,-3-5 0,8 8 0,-8-6 0,8 13 0,-8-1 0,4-3 0,-5 13 0,0-8 0,0 18 0,4-12 0,-3 7 0,4-13 0,-5-2 0,0-3 0,0-1 0,0 0 0,0 4 0,0 2 0,0-1 0,0 0 0,0-1 0,0 2 0,0 9 0,0 11 0,0-8 0,0 12 0,0-5 0,0-7 0,-5-4 0,4-6 0,-3 2 0,4 7 0,0 14 0,0-14 0,-5 4 0,4-6 0,-3 0 0,4 10 0,0 7 0,0-9 0,0 7 0,0-23 0,0 6 0,0-12 0,0 13 0,4-3 0,-3 13 0,4-2 0,-5 2 0,0 1 0,0-4 0,4 4 0,-3-5 0,4 5 0,-5-9 0,0 12 0,4-15 0,-3 10 0,4-3 0,-5-7 0,0 0 0,0-13 0,0 0 0,4 14 0,-3 2 0,8 15 0,-8-15 0,8 7 0,-8-6 0,8-8 0,-8 14 0,8-25 0,-8 20 0,4-12 0,-5 4 0,0-5 0,0-1 0,0-2 0,0 2 0,0 10 0,4-2 0,-2 13 0,2-10 0,-4 0 0,4-5 0,-2-4 0,2 3 0,1 1 0,-4 5 0,3-3 0,-4 1 0,5-3 0,0 10 0,1 10 0,-2-7 0,1 0 0,-4-13 0,3-4 0,1-1 0,-4 4 0,8-3 0,-4 18 0,1-12 0,-2 3 0,1-11 0,-4-4 0,3 5 0,-4-4 0,0 3 0,0-3 0,0-1 0,5 0 0,-4 0 0,3 0 0,-4 4 0,0 2 0,0 4 0,0 0 0,0-4 0,-4-6 0,-2-6 0,-8-8 0,-7-6 0,0-2 0,-4-7 0,0-1 0,8 3 0,-11-3 0,11 6 0,-8-7 0,5 0 0,-5-4 0,3 5 0,-2-1 0,-1-4 0,3 4 0,-3-4 0,5 0 0,0-10 0,-5 3 0,8 1 0,-15-8 0,18 20 0,-9-17 0,13 16 0,-1-1 0,1 1 0,-9-5 0,7 4 0,-8-4 0,15 9 0,-4 6 0,3-4 0,0 8 0,-3-5 0,8 2 0,-8 4 0,8-5 0,-8-1 0,-1 1 0,-2-5 0,-19-17 0,-10-11 0,-17-30 0,0-3 0,14 26 0,2 1 0,-6-12 0,0-1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9:01.39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24575,'16'6'0,"3"3"0,-8-8 0,28 15 0,-8-14 0,42 7 0,15 0 0,-12-8 0,3-1 0,-2 5 0,5 2 0,-4-2 0,8-3 0,-9-1 0,-23 4 0,-6 0 0,7-5 0,-25 0 0,6 0 0,48 0 0,-12 0 0,13 0 0,-38 0 0,-28 0 0,-4 0 0,29 0 0,-12 5 0,26-4 0,-26 8 0,-2-8 0,8 12 0,1-10 0,18 6 0,-17-9 0,-5 0 0,-25 4 0,-1-3 0,6 4 0,1-5 0,5 4 0,-7-3 0,-4 4 0,5-5 0,0 0 0,1 0 0,3 0 0,-8 0 0,4 0 0,-5 0 0,0 0 0,0 0 0,9 0 0,-7 0 0,7 0 0,-9 0 0,0 0 0,0 0 0,0 0 0,0 0 0,5 0 0,-4-5 0,-1 4 0,-6-3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9:15.77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53 24575,'32'5'0,"1"0"0,4 1 0,43 5 0,-17-7 0,2 0 0,32 4 0,-40-4 0,-5-1 0,-6-3 0,8 0 0,15 0 0,-8 0 0,-4-5 0,-15 4 0,-3-8 0,-3 8 0,-5-4 0,3 5 0,6-4 0,-10 3 0,5-4 0,-16 5 0,1-4 0,11-2 0,-9 0 0,1 2 0,-13 4 0,14-5 0,-2 0 0,8-6 0,-10 6 0,-5 0 0,-9 1 0,2 3 0,-2-4 0,13 1 0,-2 2 0,3-2 0,-6 4 0,5 0 0,-2 0 0,12 0 0,-12 4 0,2-2 0,-9 2 0,4 0 0,2 2 0,0 4 0,-2-4 0,-8 3 0,3-8 0,-8 8 0,3-4 0,-8 10 0,-2 5 0,-4-3 0,0 2 0,0-14 0,-1 9 0,1-8 0,0 9 0,0-5 0,-5 4 0,-1 2 0,-4 4 0,0 5 0,4-9 0,-3 8 0,7-9 0,-7 6 0,3-6 0,-4 4 0,-5 1 0,8 6 0,-7-5 0,13 3 0,-8 0 0,3-1 0,0 1 0,1-9 0,5-1 0,-9 6 0,6 1 0,-6 0 0,9-7 0,4 1 0,-3-4 0,4 8 0,-10-4 0,4 6 0,-9-1 0,9-9 0,1 2 0,1-12 0,3 13 0,-4-3 0,0 5 0,4-2 0,6-4 0,6-4 0,8 3 0,6 1 0,-3 1 0,7 3 0,-9-8 0,1 3 0,7-4 0,-6 5 0,3-4 0,-10 3 0,-1-8 0,1 4 0,6-1 0,4 2 0,-4-1 0,-6 4 0,-1-8 0,1 8 0,1-8 0,3 4 0,-8-1 0,-2 2 0,-4 4 0,0 9 0,-4-2 0,-2 3 0,-4-1 0,0-13 0,0 17 0,-1-15 0,-3 15 0,-2-12 0,0 8 0,-3-3 0,8 4 0,-4 0 0,0-4 0,-1-2 0,0 1 0,-3-4 0,3 8 0,-4-4 0,-16 14 0,8-7 0,-9 3 0,17-11 0,10-4 0,1-4 0,8 3 0,-8-4 0,-2 5 0,-4 5 0,-1-8 0,1 2 0,5-9 0,4-5 0,-3 4 0,3-8 0,-4 3 0,0 1 0,0-4 0,-5 3 0,-1-4 0,5 0 0,-2-1 0,11 6 0,-2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5:54.23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 8027,'15'31'0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5:55.74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16 47 0,'-15'-46'0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7:20.3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24575,'10'0'0,"5"0"0,62 0 0,-14 0 0,12 0 0,7 0-1397,0 0 1,6 0 0,4 0 0,2 0 1396,-4 0 0,4 0 0,2 0 0,-1 0 0,-2 0 0,-8 0 0,-3 0 0,0 0 0,2 0 0,2 0 0,0 0 0,3 0 0,2 0 0,-1 0 0,-2 0 0,-5 0 0,12 0 0,-5 0 0,-1 0 0,6 0 0,0 3 0,5 0 0,3 0 0,-3 0 0,-5 0 0,1-2 0,-4-1 0,-3 1 0,-2 0 382,17 4 0,-4 1 0,-7-2-382,3-4 0,-12 0 0,11 0 0,-85 0 0,-6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7:21.7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24575,'10'11'0,"5"-1"0,5 9 0,10 13 0,9 34 0,3 14 0,-4-13 0,0 6 0,1 11 0,3 10 0,-3-10 0,-2-12 0,-3-7 0,-5 6 0,-3-13 0,-8-36 0,-13-19 0,-25-48 0,2-14 0,-5 9 0,10 6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7:22.6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11 354 21247,'0'-10'0,"-5"4"1590,4-3-1590,-3 4 562,4-5-562,0-10 288,0 3-288,0-3 888,0-4-888,0 7 0,0-3 0,0 5 0,4 1 0,2 2 0,-1-2 0,9 4 0,10-10 0,19-3 0,15-1 0,18-7 0,-9 22 0,-16-1 0,-1 2 0,11 7 0,7-4 0,-43 5 0,-11 0 0,-4 5 0,5 9 0,-8-2 0,6 21 0,3 26 0,5 11 0,2 9 0,-9-22 0,-5-36 0,-12-7 0,6-14 0,-8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7:23.2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71 24575,'51'19'0,"18"-12"0,4-2 0,16 0 0,-8-2 0,-12-2 0,2-2 0,7-1 0,14-1 0,2-1 0,-7-1 0,0-3 0,-5-2 0,0 1 0,5 0 0,1 1 0,-5-2 0,21-6 0,-15 3 0,-22 5 0,-63 3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7:24.9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1 429 24575,'14'-6'0,"17"-16"0,14 5 0,9-2 0,17-16 0,8-2-427,-5 9 0,6 1 0,3 0 427,11-4 0,3 1 0,-3 2 0,-15 7 0,-1 1 0,-3 2 0,-3 2 0,-1 2 0,-10 2 0,21-2 418,-37 7-418,-35 7 212,9 29-212,-2 29 0,-1 19 0,1 3 0,1 11 0,-4 14-791,-6-26 0,-2 9 0,-2 8 0,0 3 0,0 2 0,-1-2 1,1-3 790,1-5 0,0-2 0,0 0 0,-1 0 0,0 1 0,0 4 0,-1 3 0,-2-11 0,0 5 0,0 2 0,-1 3 0,-1 1 0,1-1 0,-1 0 0,1-3 0,-1-3 0,1-5 0,0 9 0,0-4 0,0-3 0,0-2 0,0 0 0,0-1 0,0 3-217,0 1 1,0 2-1,0 0 1,0-1-1,0-2 1,0-4-1,0-6 217,0 14 0,-1-7 0,1-4 0,1-2 0,2 15 0,1-3 0,-1-13 0,-2-22 0,1-9 0,8 28 0,-5-41 4950,-4-6-4950,8-1 2753,-17-21-2753,6-7 0,-45-38 0,-19-19 0,18 10 0,-1-4 0,-3 2 0,-5-3 0,2 0 0,-10-18 0,8 6 0,23 27 0,3 1 0,-8-21 0,4 4 0,10 17 0,-14-39 0,23 51 0,6 4 0,6 8 0,4 9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7:26.4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366 0 24575,'0'10'0,"-9"45"0,-7 23 0,-2-2 0,-2 9 0,0 11-1434,7-20 1,1 9-1,0 5 1,0 3-1,0 1 1,-1-2 1433,-2 4 0,-2 0 0,0 1 0,1 2 0,1 0 0,2 2 0,4-5 0,2 3 0,1 2 0,1-1 0,0-1 0,0-5 0,-2-5 0,-2 1 0,-1-5 0,-1-4 0,2 0 0,3 1 292,3 5 0,3 4 1,1-3-1,0-7 1,-4-14-293,-5-3 0,-1-8 754,9 26 1,-1-19-755,-3-54 0,4-10 0,0-18 0,0 11 0,0-5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7:27.6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24575,'49'13'0,"0"-1"0,17 6 0,3-2 0,-13-9 0,7-3-871,17 1 1,18 1 0,3-2 0,-10-2 870,-15-4 0,-7-2 0,12-1-309,-8 3 0,13 0 0,8-1 0,2 1 0,-2-1 0,-8 0 0,-11-2 309,12-3 0,-11-1 0,3 1 0,7 2 0,8 1 0,-6 1 0,-18-1 0,17-5 0,-74 10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7:28.6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24575,'49'16'0,"0"0"0,23-2 0,11-2 0,-8-3 0,10-1 0,5-1 0,0-1-1149,7-1 0,3-1 0,0 0 0,0-2 1149,-1-1 0,1-1 0,-1-1 0,0 1 0,1 0 0,1 0 0,-4 0 0,-11 0 702,9 0 0,-11 0-702,0 0 0,-18 0 0,-46 0 0,-11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7:30.2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72 24575,'68'0'0,"-18"5"0,9 1 0,20-4 0,13-1 0,2-2-501,-21 1 0,2-1 0,1-1 0,3-1 501,0-2 0,6 0 0,0-2 0,-3 1 0,-7-1-500,8 0 1,-7-1 0,-4 0 499,29-7 0,-23 4 815,-55 11-815,-13 0 0,-4 9 0,3 7 940,-26 40-940,-5-3 873,-11-7 1,-8 3-874,-6 4 0,-4-3 0,-1-9 0,-2 4 0,2 10 0,-2 8 0,4-10 0,9-18 0,2-1 0,-18 37 0,9-7 0,24-35 0,6 6 0,23-30 0,9 9 0,45 3 0,-5 2 0,5-7 0,1-1 0,2 2 0,9-6 0,-48-2 0,-17-1 0,3 2 0,-8 4 0,3 0 0,-4 0 0,-4 0 0,-53 30 0,9-15 0,-6 1 0,-5 5 0,-4 2 0,-17 6 0,3-1 0,27-12 0,5-2 0,-24 20 0,35-21 0,34-18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7:31.7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24575,'4'15'0,"10"55"0,-9 8 0,-2 19 0,-1-22 0,1 12 0,-1 7 0,1 2 0,0-2-1262,0 3 0,0 2 1,1 1-1,-1 0 1,1-1 1261,-1-15 0,0 1 0,0-1 0,0 1 0,0-1 0,1-1 0,-1 14 0,1-1 0,0 0 0,1-1 0,0-2-211,0-6 1,2-2-1,0 0 1,-1-2-1,-1-1 211,-3 12 0,-1-2 0,-1-1 0,1 1 248,3 9 1,1 4 0,-1-6 0,-1-15-249,-2-8 0,-2-12 0,1 31 0,5-66 2853,0-12-2853,1 7 2744,3-9-2744,-4 10 769,-4-13-769,3-3 0,-9-15 0,1-4 0,3 0 0,-4 4 0,5 2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7:04.7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74 133 24575,'5'5'0,"9"5"0,1 1 0,11 3 0,4-8 0,5-2 0,1-4 0,34-19 0,-16 1 0,-3-6 0,-1-1 0,-1 1 0,10-16 0,-35 28 0,-13-8 0,-2 19 0,-9 11 0,0 27 0,-10 45 0,3-29 0,-20 19 0,-5 0 0,-2-18 0,4-5 0,-1-2 0,-2-7 0,11-10 0,6-8 0,3 6 0,7-17 0,-4 8 0,0-12 0,4 6 0,2-7 0,8-1 0,11 0 0,32-12 0,37 6 0,-22-9 0,4 0 0,9 8 0,0 1 0,-16-6 0,-4 1 0,31 6 0,-56 0 0,-15 0 0,-5 0 0,-4 5 0,-2 0 0,-4 10 0,0 9 0,-5-1 0,-5 15 0,-8 4 0,-14 20 0,-2-10 0,6-1 0,-2 0 0,-12 6 0,11-8 0,1 0 0,-9 9 0,4-11 0,5-8 0,10-22 0,4 6 0,-3-12 0,-6 13 0,-2-2 0,1 2 0,2-8 0,13-2 0,-4-8 0,10 3 0,-24 3 0,18-5 0,-37 13 0,34-13 0,-19 7 0,13-4 0,3 0 0,-7 0 0,13-4 0,-4 3 0,5-8 0,-18 8 0,9-3 0,-15 4 0,22 0 0,-1-5 0,7 4 0,-4-3 0,0-1 0,0 4 0,-1-8 0,6 8 0,-4-8 0,3 4 0,0-1 0,-3-3 0,-1 8 0,-6-3 0,5-5 0,7-2 0,14-5 0,25-9 0,10 5 0,19-3 0,-2 9 0,0 2 0,6 2 0,-10-2 0,-6-1 0,-20 2 0,-8-3 0,-5 4 0,1 4 0,6-3 0,18 13 0,-7-3 0,13 4 0,1 7 0,-9-6 0,20 8 0,-23-3 0,-3 1 0,-21-7 0,-2 4 0,7-3 0,18 6 0,3-6 0,21 7 0,15-1 0,-6-4 0,9 0 0,-14-6 0,3 0 0,1-1-625,-1 2 1,2 1 0,12-2 624,0-2 0,14 0 0,7-1 0,2 0 0,-4-1 0,-12 0-631,-5-2 0,-10 0 0,1-1 0,9 0 631,6 1 0,11 1 0,4 0 0,0-1 0,-6-1 0,-12-1 0,15-3 0,-12-2 0,2 1-255,-10 0 0,2 0 0,-1 0 0,-5 0 255,-2 0 0,-4 0 0,-2 0 0,32 0 0,-18 0 0,-37 0 1516,-54-5-1516,-10-5 650,0-1 0,6 1 1,6 5-1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7:07.6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0 136 24575,'9'6'0,"3"3"0,47 3 0,24 2 0,-6-7 0,15-2 0,-20-1 0,8-1 0,5-1 0,3-4-978,3-4 1,6-5 0,3-1 0,1 0 0,-2 3 977,-1 3 0,-1 2 0,1 0 0,0 0 0,1-3 0,-11-2 0,2-3 0,2 0 0,-4-1 0,-5 2 0,-8 2-28,11 0 1,-10 2 0,-5 0 27,19 1 0,-20-2 0,-45-3 0,-25 9 0,-21-2 0,11 4 0,-9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7:09.3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1276 0 24575,'6'5'0,"3"14"0,-8 18 0,-24 49 0,2-36 0,-8 4 0,-10 9 0,-8 7 0,0-4-558,4-12 0,0-3 1,-3 4 557,-2 3 0,-3 4 0,-1 1 0,2-5 0,-1-1 0,2-4 0,-2 2 0,-11 13 0,-2 1 0,2-4 202,-8 6 1,5-6-203,8-11 0,5-6 0,-16 7 0,47-34 0,-3-6 0,13 0 1268,-4-10-1268,9 4 0,-3-8 0,3 4 0,1-10 0,0 4 0,5-3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7:10.5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24575,'16'5'0,"3"5"0,-1 34 0,-7 3 0,-4 5 0,-3 2 0,-4 19 0,1-10 0,-2 4 0,-2-4 0,0-1 0,2-1 0,0-1 0,-2-5 0,0-6 0,3 7 0,0-34 0,4-8 0,-3-14 0,-1-19 0,-1 10 0,-4-9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7:13.4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56 24575,'10'0'0,"0"0"0,14 0 0,13 0 0,56-5 0,-20 1 0,5 0 0,10 1 0,2 0 0,9 0 0,-5 0 0,-33 0 0,-5 1 0,28 1 0,-54-8 0,-10 8 0,-10-8 0,-10 8 0,-1-4 0,-3 5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7:15.7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24575,'5'10'0,"-4"0"0,8 20 0,-4 7 0,1 12 0,-2 0 0,-4 2 0,0-12 0,0 15 0,0-26 0,0 5 0,0-17 0,0 3 0,0-3 0,0 8 0,-4 2 0,-2-1 0,1 0 0,0-9 0,5-2 0,0-4 0,0 0 0,4 0 0,2 14 0,4-6 0,0 11 0,-4-9 0,-2-5 0,1 0 0,-4-5 0,3 0 0,-4 0 0,0 5 0,0-4 0,0 3 0,0-4 0,0 0 0,0 0 0,0 0 0,0 1 0,0-1 0,0 0 0,0 0 0,-4-5 0,3 0 0,-4-5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6:09.80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548 0 8027,'82'39'0,"-21"-13"0,-13-7 0,-4-1 0,2 1 0,3-1 0,1 3 0,-6-6 0,-3 1 0,-8-3 0,-7-2 0,-11-3 0,-4 0 0,-6-1 0,-25 1 0,-21 0 0,-25 8 0,-26 7 0,41-6 0,-1 3 0,-5 5 0,-1 1 0,1 4 0,1 1 0,2 1 0,1 0 0,-1 1 0,3-1 0,-28 19 0,-3 4 0,21-11 0,9-5 0,16-6 0,13-11 0,16-9 0,16-7 0,24-6 0,26-4 0,34-12 0,-36 2 0,1 0 0,-5 1 0,1-1 0,3 0 0,-2 0 0,32-5 0,5 4 0,-15 2 0,2 0 0,-17 6 0,-13 4 0,-13 2 0,-13 1 0,-7 0 0,-6 0 0,-1 0 0,-5 4 0,-6 9 0,-13 13 0,-24 24 0,-28 16 0,28-23 0,-3 1 0,-2 3 0,-1 1 0,0 1 0,1 2 0,1-1 0,2-1 0,3-5 0,3-2 0,-18 28 0,6-9 0,1 6 0,14-19 0,15-12 0,7-14 0,8-9 0,20-7 0,21-3 0,20-11 0,33-8 0,-13 1 0,0-5 0,-5 3 0,-7 1 0,-6 7 0,-12 2 0,-10 3 0,-14 1 0,-26 26 0,-22 16 0,-17 19 0,-21 17 0,28-35 0,1 1 0,0-1 0,2-1 0,-21 29 0,5-1 0,11-12 0,2 2 0,10-15 0,11-11 0,5-11 0,9-9 0,28-6 0,13-3 0,12-14 0,-4-6 0,2-5 0,-10 0 0,-1 4 0,-9 1 0,-8 6 0,-9 4 0,-4 4 0,-22 18 0,-7 10 0,-18 20 0,6-4 0,1 3 0,8-6 0,0-1 0,6-6 0,4-10 0,5-4 0,2-6 0,4-3 0,5-1 0,7-4 0,7-1 0,6-1 0,-1 0 0,-2 0 0,-4 0 0,-4 0 0,-3 0 0,-4 0 0,-1 0 0,1 0 0,-4 3 0,0 2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6:10.77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1 238 8027,'38'51'0,"2"-1"0,3-9 0,5 1 0,8 5 0,2-1 0,3 0 0,-3-3 0,-7-5 0,5-1 0,-10-9 0,0-2 0,-5-3 0,-10-7 0,-4-6 0,-5-1 0,-8-5 0,2-1 0,-6-8 0,0-8 0,-5-8 0,-2-12 0,-5-7 0,-6-3 0,-4-5 0,-11 7 0,-3-4 0,1 6 0,0 0 0,4 3 0,3 3 0,2 5 0,8 5 0,3 5 0,3 1 0,2-1 0,6-2 0,7-3 0,11 0 0,14 0 0,10-2 0,9-1 0,6 0 0,3 3 0,-7 6 0,0 2 0,-6 5 0,1-1 0,-9 4 0,-6 2 0,-11 1 0,-8 4 0,-6 0 0,-4 0 0,-6 9 0,-4 11 0,-22 18 0,-17 27 0,-15 8 0,-6-6 0,-6 2 0,-4-5 0,-7 0 0,11-12 0,7-12 0,7-7 0,-2-5 0,11-6 0,10-9 0,9-2 0,15-7 0,13-1 0,14-6 0,0 0 0,0-2 0,-2-1 0,-1 3 0,-3-3 0,-1 1 0,-3 2 0,0 0 0,-4-1 0,-28-14 0,-10-7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7:56.07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50 24575,'15'0'0,"4"4"0,6 11 0,-3 1 0,7 9 0,-4 0 0,0 0 0,1-4 0,-6-2 0,-5-13 0,-5 3 0,13 10 0,-5-1 0,7 6 0,-11-9 0,-4-10 0,-4 4 0,3-3 0,-4 8 0,10 2 0,-4 4 0,8 0 0,-3 0 0,-1-4 0,0-6 0,-14-5 0,-11-23 0,-7-5 0,-6-39 0,6-5 0,9-5 0,6 13 0,3 29 0,8 6 0,1 13 0,5-9 0,5 14 0,5-3 0,5 9 0,10 0 0,-3 0 0,-2-5 0,-11 4 0,-4-4 0,1 5 0,-1 0 0,-5 0 0,4 0 0,-8 0 0,4 0 0,-9-4 0,3 3 0,-4-4 0,5 5 0,0 0 0,0 0 0,0 0 0,9 0 0,-11-4 0,10 3 0,-12-4 0,8 5 0,2 0 0,-1 0 0,0 0 0,-1 0 0,-2 0 0,7 0 0,-8 0 0,3 0 0,-4 0 0,0 5 0,0-4 0,0 3 0,0-4 0,1 0 0,-6 5 0,4-4 0,1 8 0,10-4 0,-3 5 0,2 0 0,-9-4 0,0-2 0,0 1 0,-4 0 0,3 5 0,-8 0 0,3 1 0,-4-1 0,0 4 0,-13 15 0,-19 8 0,-26 0 0,-11 0 0,10-5 0,-5-1 0,-2-4 0,-6-1 0,6-1 0,4 2 0,7-3 0,-38 8 0,58-16 0,30-7 0,0-12 0,9-7 0,6-3 0,-3-6 0,11 9 0,-11 0 0,3 4 0,-6 2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7:56.52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24575,'16'0'0,"-1"0"0,-10 4 0,39 13 0,22 3 0,22 2 0,9 1 0,-23-5 0,2 0 0,2 0 0,12 1 0,1 0 0,-9-4 0,-11-4 0,-9-2 0,33 11 0,-70-15 0,-31-5 0,-9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7:58.10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24575,'20'15'0,"24"24"0,14 19 0,-12-17 0,10 3 0,15 5 0,10 3 0,-8-4 0,-13-7 0,0-2 0,5-1 0,6 1 0,-20-11 0,-26-13 0,-10-6 0,-15-8 0,-24-10 0,14 5 0,-12-9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7:59.60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8 24575,'16'9'0,"21"11"0,13 13 0,0-6 0,17-6 0,-8-17 0,23-4 0,-12-9 0,0-2 0,-43-5 0,10-8 0,-24 12 0,6-7 0,-14 9 0,-5-1 0,0 6 0,0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8:08.39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87 24575,'44'21'0,"-9"-8"0,10-1 0,9-1 0,12 0 0,7-3 0,-2-3 0,6-2 0,-1-1 0,-9-1 0,-2 0 0,4-1 0,18 0 0,4 0 0,-12-3 0,-22-5 0,-2-1 0,26 3 0,0 0 0,-29-3 0,-1-2 0,12 0 0,2-1 0,-3 2 0,-3 0 0,30-7 0,-23 5 0,-29 7 0,6-4 0,-7 7 0,0-7 0,-11 8 0,-6-3 0,29 4 0,4-5 0,39 4 0,-15-3 0,-12-1 0,-22 4 0,-22-4 0,-11 5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8:10.79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1190 1 24575,'26'24'0,"-2"2"0,1 9 0,-4 0 0,-1 14 0,-3 0 0,-11-3 0,0-5 0,-10-6 0,-2-4 0,-38 59 0,25-51 0,-34 45 0,8-41 0,-18 19 0,9-12 0,-3 3 0,5-4 0,-3 2 0,-2 1 0,-5 3 0,3-5 0,1-3 0,0-3 0,-10 10 0,6-6 0,9-9 0,20-19 0,16-5 0,-7-5 0,13 0 0,0 0 0,2 0 0,4-5 0,-1 9 0,-3-8 0,8 9 0,-13-1 0,3 11 0,-9-3 0,4 12 0,-8-13 0,12-1 0,-17-5 0,12-1 0,-12 2 0,8 0 0,-4 3 0,4-8 0,6 3 0,0-8 0,9-6 0,2-6 0,4-4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8:12.59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24575,'20'5'0,"0"0"0,0 10 0,5 5 0,0 1 0,1 4 0,-6-5 0,-5 0 0,-5-5 0,0 9 0,-5-7 0,4-2 0,-8 8 0,8-16 0,-8 12 0,4-9 0,-5 0 0,4 1 0,-3 3 0,4 2 0,-5 34 0,0 29 0,0 4 0,-2-24 0,-1-1 0,2 12 0,-3 5 0,4-28 0,0-12 0,0-5 0,0 0 0,0 4 0,0-7 0,4 2 0,-3-13 0,-1-6 0,-25-19 0,-24-45 0,5-14 0,3 7 0,31 19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8:23.22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19 24575,'20'5'0,"14"4"0,-2-7 0,8 2 0,10-4 0,19 0 0,-15 0 0,26 0 0,-41 0 0,12 0 0,-11 0 0,-4 0 0,14 0 0,-1 0 0,0 0 0,22-7 0,-23 6 0,11-6 0,-19 7 0,0 0 0,7 0 0,11 0 0,7 0 0,-12 0 0,3 0 0,3 0 0,29 0 0,8 0 0,8 0 0,-24 1 0,0-2 0,17-4 0,-2 0 0,-28 4 0,-5-1 0,-4-3 0,-4 0 0,13 5 0,-9 0 0,1 0 0,27 0 0,12 0 0,-37 0 0,-25 0 0,8 0 0,-12 0 0,3 0 0,-15 0 0,-6 0 0,-4 0 0,0 0 0,14 0 0,-2 0 0,39 0 0,2 6 0,-10-5 0,2 0 0,17 5 0,5-1 0,-51-4 0,-7 3 0,-9-4 0,0 0 0,0 0 0,4 0 0,-3 0 0,13 0 0,-7 0 0,21 0 0,-6 0 0,19 0 0,12 0 0,0 0 0,1 0 0,-26 0 0,-15 0 0,-13 0 0,-4 0 0,-2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8:25.77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24575,'16'10'0,"-2"4"0,-4-3 0,5 4 0,-9-5 0,8-5 0,-13 4 0,8-7 0,-8 6 0,8-2 0,-3 13 0,4-2 0,3 28 0,0 9 0,3 15 0,1-10 0,-2-2 0,-7-4 0,1-24 0,-4-14 0,-4 0 0,8 9 0,-8-2 0,3 3 0,-4-10 0,5-10 0,-4 8 0,4-6 0,-5 12 0,0 1 0,-5 30 0,-1-9 0,1 14 0,0-20 0,5-1 0,0-11 0,0 5 0,0-13 0,0 1 0,0-1 0,-4-14 0,-2-3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8:29.30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24575,'26'0'0,"12"9"0,-5 2 0,2 5 0,-1 7 0,-13-1 0,4 8 0,-5-9 0,-5 2 0,11 22 0,-11-3 0,8 41 0,-10-25 0,-5 8 0,3 0 0,-10-19 0,6 0 0,-7-33 0,0-15 0,-5-23 0,4-24 0,-3-35 0,10 1 0,7-10 0,5 38 0,4 12 0,7 13 0,9 11 0,14 1 0,19-5 0,13 7 0,7 2 0,-24 3 0,1 2 0,19-5 0,-5 2 0,-7 10 0,-50-3 0,-11 4 0,-8 4 0,3-3 0,-4 4 0,1-1 0,3-3 0,-4 4 0,5-1 0,5 6 0,1 10 0,4-3 0,-5 11 0,0-16 0,-5 12 0,0-4 0,-5 21 0,-9 34 0,-16-3 0,0-15 0,-3-2 0,-16 0 0,1 4 0,19-45 0,13-5 0,-3-8 0,4-1 0,-15-10 0,8 3 0,-3-2 0,11 9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8:30.42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35 24575,'40'5'0,"23"-2"0,20-2 0,1 0 0,-12-1 0,0 0 0,4 0 0,0 0 0,5 0 0,0 0 0,-9 0 0,19 0 0,-15 0 0,-7 0 0,-50 0 0,-9 0 0,5 0 0,5 4 0,1-3 0,-1 4 0,-5-5 0,-5 0 0,-9 0 0,-11-25 0,2 19 0,-5-18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8:54.34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1189 1 24575,'21'13'0,"3"4"0,-3 13 0,-1-4 0,-5-2 0,-1 1 0,-7-9 0,7 3 0,-13-9 0,8 1 0,-8 3 0,8 2 0,-4 4 0,1 0 0,-2-4 0,1-6 0,-4-1 0,3 1 0,-4 19 0,0 3 0,0 8 0,0-10 0,0-5 0,-9-9 0,2-2 0,-7-4 0,8 5 0,2 0 0,4 5 0,0 0 0,0 1 0,-5-1 0,4-5 0,-4 0 0,5-5 0,-4 4 0,-2 6 0,-4 2 0,0 7 0,4-4 0,-3 1 0,8 3 0,-3-12 0,-1 6 0,4-3 0,-4-3 0,5 11 0,0-11 0,-4 7 0,3-3 0,-4-6 0,5 0 0,0-5 0,0 0 0,0 0 0,0 18 0,0-5 0,0 7 0,0-6 0,0-4 0,0 1 0,0 4 0,0-5 0,0 0 0,0 13 0,0-5 0,0 7 0,-4-10 0,-2-10 0,0 0 0,-3-5 0,8 0 0,-3 9 0,4 2 0,0 0 0,0 3 0,-5-13 0,4 3 0,-4 1 0,5 0 0,-4 6 0,3-6 0,-8 4 0,8-3 0,-4-1 0,5 4 0,-4-3 0,-2 4 0,0 0 0,-3 0 0,8 1 0,-3 8 0,-1-7 0,4 11 0,-8-11 0,3 2 0,1-4 0,0 0 0,0 0 0,4 5 0,-3-8 0,4 2 0,-5-14 0,4 4 0,-3 1 0,4 6 0,0 4 0,0 0 0,0 0 0,0-4 0,0-2 0,0-4 0,0 1 0,0 3 0,0 2 0,0-1 0,0 0 0,0-5 0,0 0 0,0 4 0,0 2 0,0 0 0,0 3 0,0-8 0,0 3 0,0-4 0,0 0 0,0 1 0,0 3 0,0 2 0,0-1 0,-5 4 0,4-8 0,-4 4 0,5 0 0,-4 0 0,3 5 0,-4 0 0,5 0 0,0 1 0,-4-1 0,3 0 0,-8-5 0,7 0 0,-2-5 0,4 0 0,-5 0 0,4 0 0,-8-4 0,8 7 0,-3-6 0,4 7 0,0-4 0,0 5 0,0-4 0,0 4 0,0-5 0,0 0 0,-5 0 0,4 0 0,-4 0 0,5 0 0,0 0 0,0 0 0,0 0 0,0 0 0,0 5 0,0 0 0,0 5 0,0-4 0,0-2 0,0-3 0,0-1 0,0 0 0,0 0 0,0 0 0,0 0 0,0 0 0,0 0 0,0 0 0,0 0 0,0 0 0,0 0 0,0 0 0,0 5 0,0 0 0,0 5 0,0-4 0,0-1 0,0-1 0,0-3 0,0 4 0,0-5 0,0 4 0,-6 22 0,-5-7 0,-2 17 0,-11-16 0,-2-5 0,-5 4 0,-18 2 0,-10 6 0,8-11 0,-8-4 0,-29-6 0,-9-6-127,20 0 0,-3 0 0,4-4 0,-6-5 0,5-2 0,13 1 0,0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8:56.05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24575,'16'21'0,"-6"-2"0,-1-9 0,-8 0 0,4 0 0,-5 0 0,13 18 0,-1-9 0,8 15 0,-10-19 0,4 9 0,-8-7 0,9 3 0,-5-6 0,0-8 0,-4 3 0,3-4 0,-4 5 0,5 0 0,14 9 0,-6-2 0,6-1 0,-9-3 0,4-12 0,17 4 0,13-5 0,6 0 0,41 0 0,-13-3 0,12-5 0,-10-5 0,6-4 0,2 0-717,-19 4 1,0 1 0,3 0 0,4-2 716,6-1 0,6-3 0,2 1 0,0-1 0,-4 3 0,5 1 0,-2 1 0,-1 1 0,-2 1 0,-1 0 0,1 0 0,-4 2 0,-7 1-286,-6 2 1,-6 1 0,-8 1 285,-3-2 0,-12 3 0,-21 1 0,-30-2 0,-24 4 0,-27-11 0,-42 9 0,36-9 0,0 11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9:19.47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24575,'16'15'0,"-1"-4"0,-1 8 0,2-4 0,8 1 0,-7-1 0,2-1 0,-9 2 0,5 4 0,5 0 0,-8-4 0,6 3 0,-8-8 0,1 3 0,-1 1 0,-1-4 0,-3 3 0,-1-4 0,4-4 0,-8 3 0,4-3 0,-5 4 0,4 9 0,2-3 0,-1 4 0,0 4 0,-1-3 0,6 23 0,-3-11 0,6 11 0,-11-14 0,2 5 0,1 0 0,0 1 0,1-1 0,3-5 0,-4 9 0,1-11 0,-2 5 0,1-13 0,-4 5 0,3-4 0,-4 4 0,5-1 0,-4 6 0,3 11 0,-4-4 0,0-3 0,0-14 0,0 4 0,0-3 0,0 14 0,0-4 0,0-1 0,0 3 0,0-10 0,0 10 0,0 8 0,0 2 0,0-4 0,0-2 0,-4-21 0,3 13 0,-4-3 0,5 4 0,0 0 0,0-8 0,0-3 0,0-5 0,0 2 0,0 8 0,0 2 0,5 4 0,-4 0 0,3 0 0,-4 5 0,0 5 0,0-12 0,0 9 0,0-20 0,0 12 0,0 5 0,0 3 0,0 14 0,0-13 0,0 7 0,-4-18 0,3 6 0,-4 4 0,5-4 0,5 16 0,-4-1 0,8-5 0,-8 18 0,3-19 0,-4 11 0,0 2 0,0-21 0,0 10 0,0-18 0,0 0 0,0 13 0,0 5 0,0 5 0,0-2 0,0-17 0,0-1 0,0-8 0,0 13 0,0-8 0,0 5 0,-4-7 0,-2 5 0,-4 13 0,4-3 0,2 2 0,4-21 0,0-1 0,0-4 0,4 10 0,2 1 0,-1 4 0,0 4 0,-5-7 0,0 2 0,0-9 0,0 0 0,0 5 0,4-8 0,-3 2 0,4-9 0,-5 0 0,4-5 0,-3 4 0,4-3 0,-1 8 0,-3-2 0,8 2 0,-8-4 0,8 0 0,-7 0 0,6-4 0,-6 3 0,-2-8 0,-15-1 0,7-1 0,-6-4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9:33.82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214 824 24575,'-10'-11'0,"4"-3"0,-3 9 0,3-1 0,-8-7 0,2 10 0,2-10 0,-8-2 0,10-2 0,-16-3 0,13 5 0,-4 0 0,5 4 0,0-12 0,0 6 0,0-4 0,4 7 0,-3-1 0,8 4 0,-8-4 0,8 5 0,-4-1 0,5-3 0,0 2 0,0-2 0,0 4 0,0-1 0,0 1 0,0 0 0,0 0 0,0 0 0,0 0 0,0-1 0,0-3 0,5-2 0,-4-9 0,8 8 0,-8-2 0,8 9 0,-4-5 0,10-5 0,-4-2 0,8 2 0,-3 1 0,4 3 0,-5 0 0,4 1 0,-3 0 0,9 4 0,-4-4 0,12 5 0,-6 0 0,8 0 0,-5 0 0,-9 0 0,-2 4 0,-9 1 0,5 1 0,5-6 0,10-2 0,-3 2 0,2 1 0,-14 8 0,0-3 0,-10-1 0,18 4 0,-10-4 0,25 5 0,-11 0 0,3 0 0,-5 0 0,-5 0 0,0 0 0,4 0 0,-2 0 0,7 5 0,-8 0 0,3 1 0,10 7 0,-11-6 0,11 8 0,-14-5 0,9 9 0,-7-7 0,7 11 0,-13-16 0,3 2 0,-8-9 0,4 0 0,-10-4 0,9 7 0,-8-2 0,9 9 0,-1 5 0,-2 5 0,7-4 0,-13 8 0,8-13 0,-9 12 0,5-6 0,0 8 0,0 4 0,-4-11 0,3 5 0,-8-13 0,8 14 0,-8-7 0,8 17 0,-8-17 0,4 11 0,-1-12 0,-3 13 0,4-12 0,-5 2 0,0-9 0,0 5 0,0-4 0,0 17 0,0-6 0,0 8 0,0-10 0,0-1 0,-5-7 0,-9 11 0,6-11 0,-10 16 0,12-7 0,0 1 0,-3 1 0,4-7 0,-6 4 0,-3 4 0,2-7 0,-7 7 0,8-9 0,-4 10 0,0-4 0,4-1 0,-4-5 0,5-5 0,0 4 0,0 2 0,0-5 0,4 2 0,-3-3 0,-1 6 0,-6 4 0,0-4 0,1-2 0,5 1 0,-4-4 0,2 8 0,-7-3 0,8-1 0,-4 0 0,-4-1 0,6-2 0,-6-2 0,13-2 0,-3-6 0,4 7 0,-1-4 0,-7 5 0,6 0 0,-8 0 0,5 0 0,0-4 0,0 3 0,-5-8 0,-16 10 0,16-5 0,-14 2 0,23 1 0,-4-8 0,4 8 0,-3-4 0,4 5 0,-5 5 0,-1-8 0,6 6 0,0-7 0,10 4 0,-4 18 0,8-10 0,-4 16 0,5-9 0,0-4 0,-4-1 0,3-1 0,-8-4 0,8 1 0,-8 3 0,8-3 0,-8-1 0,4 0 0,-5-5 0,0 0 0,4 0 0,-3 0 0,4 0 0,-5 9 0,0-7 0,0 7 0,0-9 0,0 1 0,0-1 0,0 0 0,0 0 0,0 4 0,0-3 0,0 8 0,4-3 0,-3 4 0,4-4 0,-5-2 0,0-4 0,4 0 0,-3 0 0,4-4 0,-5-2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7:34.0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1 284 24575,'4'-3'0,"6"-9"0,33-36 0,23-5 0,-18 25 0,2 2 0,29-12 0,-28 23 0,-1 3 0,17-7 0,13 1 0,-8 7 0,-1 11 0,7 6 0,-6-4 0,-14 4 0,-23-1 0,-11 1 0,5 4 0,-2 9 0,16 17 0,-2 13 0,0 5 0,2 23 0,-8 13 0,-9-13 0,3 13 0,-17-33 0,0-11 0,-8 8 0,-4-7 0,0-4 0,-4 12 0,-2-7 0,-13-2 0,7 11 0,-16-9 0,2 4 0,-32 1 0,11-21 0,-7 3 0,-24 16 0,-3 1 0,15-11 0,1-1 0,-2 3 0,6-5 0,5-5 0,20-17 0,6-2 0,14-4 0,12 5 0,11 15 0,7 21 0,2 6 0,3 19 0,-3-18 0,-2 1 0,-2 25 0,-6-25 0,-2 12 0,-4-34 0,-4-23 0,2-9 0,-2-5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7:36.7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24575,'10'5'0,"4"0"0,2 10 0,-1 5 0,4 1 0,-12 4 0,7-5 0,-13-4 0,3-2 0,-4-4 0,0 0 0,0 0 0,0 0 0,0-9 0,-4-2 0,-7-18 0,0 7 0,1-8 0,1 15 0,8-4 0,-4 12 0,10-6 0,-4 12 0,3-4 0,1 1 0,-4 3 0,3-8 0,-4 3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29:36.84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84 11 24575,'-22'0'0,"3"0"0,9 0 0,4-5 0,-3 4 0,3-3 0,1 8 0,0 6 0,10 6 0,0 4 0,5-5 0,-4 0 0,-2-14 0,1 2 0,-4-16 0,3 6 0,1-3 0,0 5 0,5 5 0,0 0 0,-4 5 0,3-4 0,-8 8 0,4 1 0,-5 5 0,0 1 0,0 7 0,0-6 0,0 8 0,-5-10 0,4 0 0,-4-5 0,1-4 0,-2-2 0,-4-4 0,0-5 0,0 0 0,-1-5 0,6-1 0,-4 6 0,8-4 0,-4 3 0,1-4 0,2 4 0,-2 2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31:24.34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1133 291 24575,'87'-16'0,"0"0"0,-27 5 0,2 2 0,14 4 0,9 2 0,-8 1 0,-13 1 0,-1 2 0,7-1 0,6 0 0,-9 0 0,31 0 0,-23 9 0,-42-2 0,26 38 0,-9 3 0,8 11 0,-3-4 0,2 0 0,3 3 0,-3 1 0,6 9 0,1 1 0,-11-7 0,3 8 0,-7-5 0,2 2 0,-3 1 0,-7 1 0,-8-1 0,-15-22 0,-3 2 0,8 38 0,-1 8 0,-5 3 0,-4-1 0,-4-17 0,-3 0 0,2 4 0,-5-3 0,-12-17 0,-4-3 0,5-5 0,-3 0 0,-9 13 0,-4-5 0,-17 15 0,2-24 0,-10 1 0,0-9 0,-6-1 0,-3-1 0,2-4 0,-3-1 0,-3-1-539,-17 9 0,-5-1 0,-3-7 539,-5-10 0,-2-8 0,-2-2 0,-1-1 0,-1-2 0,-3-3 0,13-3 0,-4-2 0,1-1 0,4-2 0,-4-1 0,3-2 0,-1-1 0,-12 0 0,-3-1 0,11-1 0,7-4 0,6-1 0,-17 1 0,5-6 0,34-7 0,7-3 0,-34-5 0,15-19 0,37 34 1617,-7-53-1617,17 13 0,-5-15 0,0-8 0,10 10 0,2-5 0,-3-6 0,-1-7 0,4 0 0,8 12 0,3 1 0,1-4-362,-4-22 0,0-5 0,5 4 362,6 21 0,4 3 0,2-2 0,2-9 0,2-2 0,4-1-174,5-2 0,4-1 1,-1 9 173,-3 7 0,3-1 0,4 5 0,6-9 0,1 2 0,-4 17 0,26-14 0,-19 19 0,9-13 0,1-1 0,-6 12 0,3 7 0,-3 4 0,14-19 0,-5 4 0,-6 10 0,-12 15 0,-17 13 0,-3 3 0,-9 14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31:26.70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859 273 24575,'94'-4'0,"0"0"0,-5 0 0,-3 1 0,-14-1 0,-4 1 0,-11 3 0,-5-1 0,12-6 0,-17 12 0,1 9 0,11 1 0,7 11 0,0-4 0,-4 5 0,-17 8 0,-3-4 0,-5 18 0,-6-4 0,3 6 0,8 22 0,2 7-488,-5-14 0,3 3 0,-1 3 488,3 12 0,1 3 0,-1 1 0,3 1 0,-1 0 0,-3-2 0,-7-10 0,-3-2 0,-1-2 0,-2-9 0,-1-1 0,-6-6 0,-5-3 0,-4-4 0,13 36 0,-12-30 0,-4-4 0,-2-1 0,-3-5 732,-2 19 0,-1 5-732,-3 23 0,-5-24 0,-1-1 0,-6 19 0,-10-18 0,-7-27 0,-15-2 0,-6 0 0,-27 18 0,-5-15 0,-9-5 0,11-16 0,-6-6-202,17-5 1,-8-2-1,-2 0 1,1-1 201,3-3 0,0-1 0,0-1 0,-2 0 0,-7 2 0,-3-1 0,1-1 0,7-2 0,4-3 0,4-3 0,4-1 0,-21-1 0,10-4 0,-3-17 0,-5-6 0,-1-1 0,39 17 0,-1-1 0,-35-19 0,5 2 0,16 13 0,17-5 0,5 0 0,7 10 806,-17-32-806,28 29 0,-19-62 0,16-2 0,2-10-370,9 28 1,2-2 0,1-4 369,0-18 0,3-5 0,3 2 0,3 6 0,3 1 0,3 2 0,0 11 0,3 3 0,2-3 0,2-10 0,3-3 0,4 5 0,9-16 0,6 5-148,-10 29 1,2 1 0,1 2 147,15-25 0,4 2 0,-11 23 0,2 0 0,3 2 0,3 4 0,1 3 0,-1 0 0,12-19 0,0 5 0,7 9 0,-1 9 0,9 3 0,5-2 0,-32 31 1083,-22 11-1083,4 14 116,-10-2 1,6 3 0,-14-6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31:28.52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408 818 24575,'16'-31'0,"5"-15"0,8-8 0,13-33 0,-7 38 0,2 1 0,-11 4 0,2 0 0,30-18 0,4 2 0,-24 21 0,1 1 0,15-10 0,2 4 0,17-9 0,1 20 0,-22 14 0,40 5 0,-44 9 0,18 5 0,-36 0 0,8 4 0,1 9 0,2 12 0,16 6 0,-8 8 0,11 3 0,15 21 0,-10 1 0,3-3 0,-24-11 0,4 10 0,-2-3 0,3 1 0,-2 1 0,-4-2 0,2 5 0,-5-7 0,-5-9 0,-6-6 0,-1 15 0,-1 13 0,1 12 0,-2 12 0,-3 5-158,-5-23 0,-1 2 1,-3-1 157,-3-5 0,-2 0 0,-3-6 0,-5 7 0,-2-6 0,-1-14 0,-1-1 0,-1 7 0,-4-3 0,-10 10 0,0-6 0,-7-24 473,-8-15-473,-32-11 0,0 20 0,-4-20 0,-8-1 0,12 7 0,-5 0-322,-20-7 0,-11-4 0,7 0 322,1 3 0,-2-2 0,14-2 0,-11-3 0,4 1 0,14-1 0,17 1 0,3 0 0,-24 0 0,-8 0 0,15 0 0,8 0 0,-10-2 0,-6-2 0,26 0 0,3 0 0,-1-2 0,1-1 0,-44-7 966,34 1-966,10-4 0,9-1 0,21 2 0,1-8 0,-1-12 0,-14-56 0,16 45 0,2-3 0,2-22 0,3 0 0,2 18 0,3 2 0,4-4 0,4 1 0,7-28 0,4 7 0,14-15 0,-4 36 0,2 7 0,5 0 0,26-27 0,-16 30 0,-1 2 0,12-21 0,-17 25 0,-25 29 0,-8 5 0,3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31:30.32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856 258 24575,'0'-30'0,"0"8"0,5-7 0,0 13 0,10-8 0,0 16 0,1-10 0,21-1 0,22-8 0,-1 10 0,7 1 0,-1 5 0,2 2 0,3 2 0,0 3 0,0 3 0,-5 2 0,19 6 0,-5-1 0,-8 15 0,-15 6 0,9 10 0,-3-2 0,8-1 0,1 2 0,-5-1 0,3 4 0,-5 0 0,3 9 0,-12-3 0,-12 0 0,-6-6 0,-3 10 0,-13 35 0,-7 4 0,1-26 0,-1 3-166,-4 20 1,-1 11 0,0-9 165,3-10 0,-2-5 0,-6 17 0,-3 3 0,0 1 0,-2-5 0,-5-23 0,-3-4 0,0 2 0,-5-2 0,-4-7 0,-5-5 0,-29 17 0,15-10 0,-1 0 0,-27 9 496,8-17-496,-12-22 0,-6-15 0,7-4 0,-7-1 0,-11-3 0,-3-2-374,-5 1 1,-4-4 373,23-4 0,-3-2 0,2-1 0,-22-3 0,5-1 0,21 1 0,0-4 0,-11-11 0,-6-7 0,16 6 0,6 2 0,-3-5 0,-14-7 0,14 3 0,-6-7 0,-10-1 0,16 3 747,48 19-747,-6-1 0,17-17 0,-23-11 0,22-4 0,-9-4 0,-6-12 0,4 6 0,0-32 0,7 27 0,-1-11 0,5 11 0,7-26 0,7 41 0,2 4 0,3-7 0,12 1 0,5 15 0,9-4 0,13-1 0,8-1 0,-3 0 0,-3-9 0,1 0 0,30-12 0,-11 13 0,-40 33 0,1-6 0,-17 16 0,4 2 0,-10 1 0,4-1 0,-3-6 0,8 0 0,24-25 0,-21 29 0,14-20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31:32.29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1 591 24575,'4'-20'0,"2"-5"0,15-24 0,6-7 0,18-31 0,-13 24 0,0 3 0,6 0 0,-19 36 0,-9 14 0,4 0 0,2-5 0,13-1 0,33-6 0,-14 1 0,22 8 0,-23-3 0,14 8 0,-18 0 0,10 1 0,-23 7 0,12 0 0,41 26 0,-26-6 0,16 14 0,-53-15 0,-3-9 0,-1 5 0,1 5 0,24 31 0,-4 12 0,7 15 0,-4-3 0,-22-21 0,0 3 0,-11-6 0,-1 8 0,-6 4 0,0 1 0,-6 1 0,-20 10 0,-9-8 0,-3-20 0,-5-3 0,-21 7 0,14-13 0,0-3 0,-7-8 0,-3 10 0,21-21 0,12-2 0,-12 1 0,21-9 0,-1 8 0,10-4 0,1 25 0,2-10 0,0 24 0,6-7 0,0 7 0,0 14 0,7-12 0,0 0 0,-3 9 0,11 18 0,-15-44 0,7 0 0,-6 5 0,6-7 0,-7-13 0,0-14 0,0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31:33.37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0 207 24575,'0'-29'0,"5"-13"0,-4 7 0,8 0 0,-8 20 0,8 5 0,-3 0 0,-1 0 0,13-1 0,-10 6 0,11 0 0,-9 5 0,13 14 0,-5 2 0,7 6 0,-11 1 0,-4-3 0,-4-3 0,-2 6 0,-4-3 0,-4 2 0,-2-2 0,-4-6 0,0-8 0,0-2 0,0-8 0,-10-15 0,8 5 0,-7-10 0,8 14 0,-3-5 0,7 9 0,-2-3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4:03.67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943 0 24575,'0'30'0,"0"22"0,0-10 0,0 40 0,0-13 0,-4-11 0,-4 8 0,-2 3 0,-3 7 0,-3 1 0,-3 2 0,-2 2 0,0-1-328,2-1 0,0-1 0,-6-1 324,-14 4 0,-8-2 1,5-11 3,12-22 0,-4-1 0,-13 7 0,-12 8 0,-3 0 0,8-8 0,-3 3 0,1-5 0,1-2 0,-3 1 0,8-7 0,-17 10 0,56-41 0,13-3 0,79-25 0,-9-8 0,-9 9 0,1 1 983,9-8-971,-15 6-12,-30 15 0,7-23 0,-12 21 0,5-22 0,-20 24 0,-8-7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4:04.99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533 1 24575,'11'56'0,"-3"1"0,-8 37 0,0 0 0,-3-31 0,-3 4 0,-5 2 0,-4 3 0,-4 9 0,-5 5 0,-2-11 0,-4 3 0,1-1 0,3-8 0,0-1 0,-1-3 0,-13 24 0,1-11 0,-11 9 0,31-60 0,-6 1 0,12-16 0,-6 13 0,2-14 0,-11 8 0,-3 8 0,9-14 0,16 3 0,95-35 0,-16 14 0,-23-17 0,-2-1 0,16 8 0,-51-21 0,12 25 0,-23-6 0,7 15 0,-9-7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4:05.43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24575,'19'38'0,"8"8"0,-6-6 0,-2-2 0,-10-11 0,-9-17 0,0-1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4:05.93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24575,'35'67'0,"-12"-2"0,29 3 0,-24-10 0,-2 5 0,2-2 0,-1-1 0,1 5 0,-3-2 0,-2 13 0,-15-48 0,-8-20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4:06.57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24575,'29'8'0,"13"26"0,2 10 0,6 17 0,-4-6 0,-2-1 0,3 2 0,-26-18 0,-5-19 0,-16-11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4:07.04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24575,'29'8'0,"7"3"0,1 33 0,-5-19 0,-5 10 0,-19-26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4:07.83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1 270 24575,'87'-38'0,"1"0"0,-15 12 0,0 1 0,5-8 0,-3 2 0,-18 13 0,-4 2 0,28-18 0,-44 24 0,-22 12 0,-24 16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4:08.57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240 1 24575,'0'29'0,"-8"-2"0,6 0 0,-7 3 0,9 24 0,0-3 0,-8 5 0,6-10 0,-7 1 0,9-8 0,-8 8 0,-11-1 0,-11-6 0,-8-3 0,16-1 0,-3-15 0,6 23 0,-2-13 0,2 7 0,19-19 0,35 6 0,-1-12 0,29 14 0,-40-16 0,2-3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4:09.31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39 0 24575,'21'48'0,"-4"7"0,-34 2 0,5 27 0,-16-13 0,17 2 0,3-35 0,16-11 0,3-16 0,33 22 0,-11-18 0,14 21 0,-29-26 0,-9-1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4:10.64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1122 0 24575,'21'29'0,"4"7"0,-23 10 0,6 5 0,-8 22 0,0-14 0,0-11 0,0-4 0,17-15 0,-4 1 0,22 5 0,12-5 0,-14-1 0,-6 7 0,-29-24 0,-33 41 0,-13 7 0,-3-11 0,-3-3 0,-21 15 0,-9 8 0,0 0 0,11-8-328,-1 5 0,7-3 0,-8 1 131,5-10 0,-10 3 1,-3 0-1,6-2 0,13-3 124,6 3 1,10-3 0,5-6 72,1-7 0,9-5 0,12 6 0,12-13 0,37-27 0,11-11 0,11-6 0,6-1 491,-9 6 1,3 1-165,13-7 1,8-2 0,-5 3-219,-1 2 1,-3 2-110,3-8 0,-7 2 0,-13 4 0,-45 7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4:11.42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24575,'29'57'0,"-10"0"0,-2 36 0,-6 2 0,-2-41 0,0 1 0,-3 3 0,-1 0 0,12 39 0,-7-5 0,1-10 0,-3-26 0,1 1 0,-7-9 0,6-2 0,-8-8 0,0 0 0,0 8 0,0 2 0,0 0 0,0-10 0,0-11 0,0-8 0,0-8 0,0-3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4:12.05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3 492 24575,'-2'21'0,"12"-13"0,40-34 0,36-10 0,10-2 0,-42 13 0,5-2-197,9 0 0,18-7 1,5-1-1,-3 2 0,-15 7-295,3 2 0,-2 0 559,-3-2 1,10-7 0,-2 2-1,-15 8-67,25-2 0,-24 6 0,-35 10 0,-14 9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4:13.08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24575,'65'8'0,"2"3"0,-21 12 0,1 6 0,32 15 0,-23-1 0,1 4 0,-6-9 0,-1 1 0,1 4 0,-2-1 0,22 16 0,-44-22 0,-29-28 0,-48-86 0,32 58 0,-22-58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4:15.01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0 522 24575,'67'-7'0,"-1"1"0,-2-1 0,2-1 0,25 1 0,1-2 0,-18-3 0,-1 0 0,17-1 0,-2 2 0,-27 3 0,0-2 0,18-11 0,-2 0 0,15 8 0,-43-7 0,-2 0 0,12 7 0,-5-4 0,-25 8 0,-1 7 0,-9-6 0,16 8 0,-3 0 0,14 0 0,-8-9 0,-1 7 0,-7-6 0,-3 8 0,0 0 0,3 0 0,7 0 0,9 0 0,3-9 0,7-1 0,9-10 0,-6 1 0,-2 0 0,-11 9 0,-8-7 0,-1 6 0,1 0 0,-9 3 0,-10-1 0,7 7 0,-6-15 0,18 7 0,0-9 0,0 8 0,-17-6 0,4 15 0,-15-7 0,9 9 0,0 0 0,-8-8 0,5 6 0,-5-7 0,8 9 0,16 9 0,-3 9 0,31 20 0,-21-6 0,4 3 0,-10-16 0,-7 8 0,0-14 0,-1 4 0,-18-9 0,7-6 0,2 15 0,2-15 0,-2 23 0,-11-12 0,-14 45 0,-13 18 0,-6-11 0,-4 2 0,11-1 0,0 4 0,-3-4 0,-18 6 0,-1-9 0,-4 23 0,-11-40 0,-2-8 0,-19-9 0,29-15 0,-4-1 0,-16 0 0,4-3 0,-10 1 0,-1 2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4:16.48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1627 325 24575,'29'-19'0,"52"-21"0,-3 16 0,-8 2 0,14-4 0,-6 3 0,-5 4 0,1-1 0,9-5 0,9-4 0,-15 5 0,14-5 0,-13 4 0,-72 36 0,-37 22 0,-24 11 0,8-6 0,-5 2 0,-9 4-197,-6-1 0,-10 3 1,-5 3-1,0 0 0,4-1 0,10-2 0,4-1 1,-1 1-1,-1 0 0,-6 0 33,-8 1 0,-7 1 0,-3 0 0,1 0 0,4-2 0,8-3 49,1 2 0,8-2 1,2-1-1,-2 0-130,-6 1 0,-3 1 0,3-1 0,6-1 245,3 3 0,5-2 0,5-4 0,-8 4 0,4-2 0,3 6 0,3-6 0,-23-12 0,25-1 983,15-10 0,36-7 0,10-3 0,9-8-754,35-12 1,18-8-230,-14 4 0,5-2 0,10-5-164,-2 1 0,9-5 0,7-2 0,4-1 0,2 1 0,-2 1 23,-7 4 1,2 2-1,0 0 1,2 0-1,0 0 1,1-2-1,0-2 18,-5-1 0,0-2 0,1-1 0,0-1 0,1-1 0,1 1 0,2 1 0,0 1 13,0 3 1,2 1 0,1 0 0,1 1-1,1 0 1,0 0 0,-1 0 0,-1 0-1,-2-1-13,6-3 0,-1 0 0,-1-1 0,0 0 0,-2 1 0,0 0 0,-2 0 0,-2 2 64,2 0 0,-2 0 0,-1 1 0,-1 1 1,-2 1-1,0 0 0,-3 2-105,23-3 1,1 1-1,-4 1 1,-9 3-1,-16 2 164,3-5 0,-16 7 0,16 13 0,-32-7 0,-20 9 0,-8 0 0,-17 0 0,-5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4:17.46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24575,'37'36'0,"1"3"0,-17 16 0,-3 17 0,0-2 0,9 8 0,0 6-246,-6-6 0,0 11 0,0 3 0,-2-6-82,1-1 0,-2-5 0,2 5 82,1-3 0,2 5 0,0 0 0,-2-6 76,-3 3 0,-3-5 1,2-2 496,2-4 1,2-2 0,-4-7-278,-4-3 0,-4-10 517,-1-5-567,1-27 0,1 43 0,1-24 983,-11 23-155,-11-36-828,-8-34 0,8 7 0,3-6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4:18.85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24575,'41'85'0,"-1"-2"0,-1 9 0,-17-4 0,-1 7-246,0-22 0,5 7 0,0 3 0,-5-2 44,-4 16 1,-5-1-1,1-3 202,1-14 0,0-4 0,0-1 0,0 0 0,-1-3 0,-3-9 516,2 16-516,2 9 263,3-36-263,-15-7 0,6-25 0,-8-1 0,0-7 0,0-3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4:19.58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24575,'0'37'0,"8"-16"0,-5 21 0,13-27 0,-14 21 0,7-18 0,-1 18 0,-6-4 0,7 14 0,-9-9 0,0-7 0,0-3 0,-9-16 0,-1-3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4:20.55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24575,'30'0'0,"-3"0"0,0 0 0,3 9 0,7 1 0,1 18 0,27 8 0,6 4 0,8 9 0,-6-5 0,-5-3 0,-22-11 0,-19-12 0,-16-1 0,-11-15 0,-19 7 0,-11-9 0,9 0 0,4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4:22.30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247 1 24575,'29'56'0,"7"9"0,-15-6 0,6 35 0,-17-2 0,-28-14 0,-11 6 0,-4 4 0,-5-3 0,-4-11 0,-3-4 0,5-7 0,3-8 0,-1-9 0,17-16 0,-5-3 0,24-8 0,2-9 0,10-1 0,46-14 0,14-10 0,13-11 0,-15 15 0,19 0 0,2 1 0,-13-2 0,-6-8 0,-1 1 0,21 10 0,11 3 0,-13-1 0,-27-7 0,-4 3 0,26 9 0,4 1 0,-11-12 0,-4 1 0,-11 10 0,-4 1 0,29-11 0,-59 12 0,-8 0 0,0 0 0,-8 0 0,-3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4:22.85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24575,'48'27'0,"7"19"0,-22-4 0,-2 4 0,13 28 0,8 3 0,-42-42 0,-1-16 0,-18 17 0,-10-5 0,6-1 0,-3-14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4:23.58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24575,'0'29'0,"8"23"0,3-10 0,8 32 0,-1-7 0,5 29 0,5-8 0,-11-6 0,8-28 0,-31-35 0,12-19 0,-23-36 0,15 19 0,-7-17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4:24.88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1 173 24575,'29'-9'0,"7"-2"0,-7-8 0,17 9 0,3-16 0,7 13 0,1-14 0,-9 8 0,-10 8 0,-11-6 0,-8 15 0,0-6 0,0 8 0,0 0 0,0 0 0,-1 0 0,1 0 0,0 0 0,0 0 0,17 0 0,-13 0 0,12 0 0,-16 0 0,17 8 0,-13-6 0,13 6 0,-9 1 0,-6-7 0,6 15 0,-16-7 0,5 1 0,-5 5 0,8-5 0,0-1 0,-9 7 0,7-15 0,-7 23 0,18 13 0,-7 13 0,6 5 0,-8-1 0,0 1 0,-9-14 0,-1 11 0,-1-24 0,-6 0 0,6-1 0,-8-9 0,0-1 0,0 1 0,0 0 0,0 0 0,-25 25 0,19-27 0,-20 16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4:25.54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24575,'29'0'0,"-1"0"0,-1 0 0,2 0 0,9 0 0,-17 0 0,-4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4:26.65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20 24575,'30'-11'0,"-3"3"0,-17 16 0,7-6 0,-6 15 0,16-7 0,2 9 0,9 8 0,-9-6 0,-1 7 0,-9-9 0,-9-1 0,-2-7 0,-8-3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4:27.65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0 117 24575,'30'0'0,"14"-8"0,-5-3 0,35-25 0,-13 13 0,-5-13 0,-28 33 0,-20 5 0,-8 43 0,-42 25 0,10-8 0,-4 5 0,-3-1 0,1-3 0,3-9 0,7-4 0,7 14 0,21-45 0,8-9 0,20 7 0,11-6 0,1-1 0,-4-1 0,-26-1 0,7 11 0,-15 10 0,7 9 0,-9 0 0,0 16 0,0-12 0,0 21 0,0-15 0,-9 9 0,-1 16 0,-10-20 0,1 1 0,0-18 0,-25-7 0,10 1 0,-4-11 0,21-11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4:28.21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24575,'46'52'0,"2"-8"0,-8 29 0,-4-16 0,-18-9 0,-7 7 0,-3-7 0,1 9 0,1 8 0,1-7 0,-3-9 0,-8-14 0,-8-24 0,-3-3 0,0-8 0,3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4:28.98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39 24575,'40'-10'0,"4"1"0,-6 9 0,2 0 0,-2 0 0,-11 0 0,-8 0 0,8 0 0,2-8 0,1 5 0,-3-5 0,-8 33 0,-9 35 0,-1-13 0,-9 43 0,0-48 0,8 31 0,3-23 0,7 5 0,1-26 0,-8-2 0,-3-8 0,-16-8 0,-3 6 0,-17-15 0,-1 14 0,8-13 0,4 5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4:29.30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1 134 24575,'21'-8'0,"12"6"0,-12-7 0,34-8 0,-13 4 0,4-14 0,-19 8 0,-16 0 0,-3 8 0,-8 2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4:31.26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75 24575,'30'0'0,"-3"0"0,0 9 0,2-7 0,26 15 0,-5-15 0,5 3 0,4-2 0,30-15 0,-12 7 0,2-2 0,-24-6 0,-1-1 0,14 4 0,-1 0 0,17-13 0,-15 13 0,-34 1 0,-16 9 0,8 0 0,-6 0 0,7 0 0,-9 0 0,-1 25 0,-7 15 0,6 39 0,-15 3 0,-2 13 0,2-8 0,2 7 0,-2 2-246,-1-19 0,-1 1 0,-1 2 0,1 3 0,0 13 0,0 4 0,0-1 0,0-6 174,0 1 1,0-5 0,0-1-82,0 5 1,-1-1 0,2-6 152,5 3 0,0-6 0,-4-7 0,0-3 0,4-12 0,0-3 0,-6-7 0,0-1 0,0 48 983,0-23 0,0-18-310,0-2-673,0 1 0,0-5 0,8 3 0,-6-16 0,7 8 0,-1-15 0,-6 5 0,7-17 0,-9 0 0,8 0 0,-6 8 0,6-6 0,-8 6 0,0-8 0,0 0 0,0 0 0,0 8 0,0-6 0,9-2 0,-7-2 0,-2-15 0,-11 6 0,-25-8 0,4 0 0,-48 9 0,33-7 0,-25 6 0,43-8 0,-24 0 0,19-17 0,-4 13 0,21-13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4:32.46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58 24575,'46'-10'0,"2"-7"0,9 14 0,-17-5 0,4 8 0,-15 0 0,17-9 0,11 7 0,10-6 0,-8 8 0,-21 0 0,-22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4:33.30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24575,'0'56'0,"0"1"0,0-9 0,0 7 0,17 10 0,-13-13 0,22 3 0,-24-28 0,6-8 0,0-9 0,-5 7 0,-4-15 0,-9 7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4:34.21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0 105 24575,'48'-11'0,"35"-10"0,-22 15 0,-1 1 0,34-18 0,-35 17 0,-7 1 0,-22-4 0,-3 1 0,0 6 0,11-7 0,-6 9 0,3 0 0,-24 9 0,6 18 0,-7 21 0,-4 2 0,-2 4 0,5 31 0,-9 11 0,0-33 0,0-23 0,0 6 0,0-17 0,0-2 0,0-8 0,-9-8 0,-18 5 0,-5 3 0,-6-6 0,19 4 0,11-17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4:34.66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24575,'29'0'0,"-1"0"0,28 0 0,-11 0 0,40 0 0,-10 0 0,-22 0 0,-1 8 0,-41 2 0,-11 1 0,-3 6 0,-5-15 0,8 6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32:48.73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253 58 24575,'-27'-11'0,"-1"-3"0,12 13 0,0-4 0,2 5 0,8 5 0,-8 5 0,8 6 0,-9 4 0,5 0 0,4-5 0,-3 0 0,8 15 0,-8 7 0,8 7 0,-4-5 0,5-19 0,0-1 0,0-3 0,0 0 0,0-2 0,0 1 0,5-4 0,0 8 0,1-3 0,3-5 0,-8 2 0,12-12 0,-6 4 0,16-5 0,-10 0 0,10-5 0,-7 0 0,13-19 0,-2 1 0,7-12 0,-12 9 0,-3 6 0,-9 5 0,0 5 0,4-4 0,6-2 0,10-9 0,-3 8 0,-2-2 0,-6 13 0,5-8 0,18 1 0,-3-3 0,21-8 0,-26 8 0,7 3 0,-25-1 0,2 13 0,-12-4 0,9 5 0,13 0 0,-5 0 0,21 0 0,-17 0 0,20 0 0,-23 0 0,10 0 0,-15 0 0,-4 5 0,19 0 0,-15 1 0,13-2 0,-16 1 0,22 5 0,-18-3 0,17 6 0,-22-7 0,5 4 0,25 13 0,-10-5 0,16 10 0,-21-12 0,-10-1 0,-5-10 0,-5 0 0,0-5 0,9 0 0,11 4 0,13-3 0,-1 4 0,-6-5 0,-11 0 0,-10 0 0,9 0 0,2-9 0,5 2 0,17-17 0,-19 12 0,4-8 0,-18 10 0,-5 5 0,9-4 0,-2 3 0,7 0 0,-4-3 0,-4 8 0,-2-3 0,-3 4 0,3-5 0,2 4 0,-1-4 0,0 5 0,-1 0 0,6 0 0,2 0 0,-2 0 0,-6 0 0,-4 0 0,0 0 0,5 5 0,9 5 0,-1 1 0,10 8 0,-11-3 0,-7-1 0,-1 9 0,-9-12 0,1 7 0,-2-9 0,-4 9 0,-4 2 0,3 0 0,-13-2 0,3-13 0,-25 14 0,8-16 0,-18 16 0,14-19 0,2 3 0,10-4 0,-4-4 0,-8-8 0,3 0 0,-20-19 0,30 22 0,-9-18 0,9 21 0,2-14 0,-8 4 0,9-4 0,-3 9 0,-1-12 0,-6 11 0,4-8 0,-1 5 0,7 5 0,-5-5 0,1 4 0,0-4 0,-5 5 0,-6-5 0,0 4 0,-4-4 0,9 5 0,-3 0 0,7-1 0,-7 1 0,7 0 0,-2 4 0,8-3 0,1 8 0,0-3 0,-9 4 0,-14 0 0,-35 0 0,23 0 0,-11 0 0,32 0 0,8 0 0,-28 0 0,18 4 0,-15-3 0,21 8 0,0-8 0,4 8 0,1-8 0,5 4 0,5-5 0,0 0 0,-14 0 0,-3 0 0,-18 0 0,3 0 0,2 0 0,5 0 0,0 0 0,3 4 0,2-2 0,1 6 0,-2-6 0,-5 6 0,9-6 0,-1 2 0,12-4 0,-4 5 0,4-4 0,1 3 0,5-4 0,-5 0 0,4 0 0,-17 5 0,14-4 0,-14 8 0,12-8 0,1 3 0,0-4 0,5 5 0,0-4 0,-14 8 0,6 1 0,-7-4 0,10 3 0,10-4 0,0 5 0,1 15 0,3 12 0,-8 16 0,7 7 0,-7-7 0,8 7 0,-3-11 0,4 12 0,0 10 0,0-8 0,0-9 0,0-14 0,4-10 0,-3 10 0,4-3 0,-5 2 0,0-9 0,4 1 0,2 8 0,-1-11 0,0 9 0,-1-15 0,-3 7 0,8 21 0,-3-10 0,4 20 0,0-29 0,-4 12 0,3-15 0,-4 15 0,1-11 0,3-2 0,-8-6 0,8 1 0,-8 1 0,3-1 0,-4 4 0,0-12 0,0 2 0,0-4 0,5 5 0,-4 5 0,3 1 0,-4-6 0,0-5 0,5-1 0,-4 2 0,3 4 0,-4-4 0,0-2 0,5-8 0,-4 3 0,3 10 0,1-2 0,0 4 0,10-8 0,10-7 0,12 6 0,16-2 0,11 7 0,12-4 0,-15 2 0,1-7 0,-17-4 0,-13-4 0,6 0 0,-8 0 0,1 0 0,24 0 0,-25 0 0,10 0 0,-21 0 0,47 0 0,-3 0 0,-9 0 0,0 0 0,9 0 0,-2 0 0,-21 0 0,1 0 0,-5 0 0,-3 0 0,-7 0 0,4 0 0,5 5 0,7-4 0,-5 3 0,4-4 0,-15 0 0,-2 0 0,-3 0 0,3 0 0,-7 0 0,2 5 0,-9-4 0,4 3 0,-2-4 0,2 0 0,1 0 0,15 0 0,25 7 0,6-1 0,-2 2 0,-20 0 0,-14-6 0,-10 2 0,0-4 0,59 0 0,-39 0 0,50 0 0,-64 0 0,-2 0 0,-14-4 0,0-2 0,-5-29 0,0-1 0,6-42 0,1 24 0,0-23 0,-2 12 0,1-22 0,-4-4 0,4-7 0,-6 31 0,0 9 0,0 19 0,0 1 0,0 2 0,0-27 0,0 2 0,0-17 0,0 15 0,0 17 0,0 6 0,0 9 0,0-4 0,0 13 0,-4-10 0,3 5 0,-4-9 0,5 5 0,0 6 0,0 5 0,-4-5 0,2 4 0,-2 1 0,-1 9 0,-35 7 0,7 4 0,-20 4 0,-6-3 0,2 4 0,4-5 0,-4 0 0,7 0 0,-4 0 0,-16 0 0,-10 0 0,6 0 0,-2 0 0,0 0 0,0 0 0,-7 0 0,6 0 0,-8 0 0,5 0 0,6-1 0,-7 2 0,3 2 0,-11 2 0,-1 0 0,10-1 0,-16-2 0,3 0 0,2 3 0,-4 2 0,17-2 0,5-5 0,54 4 0,8-3 0,5 4 0,71 8 0,3-6 0,11-1 0,-15 0 0,5-1 0,3-1-328,18 1 0,5-1 0,-1-2 247,-12-1 0,-1-2 0,-2 1 81,-5 0 0,-1-1 0,-4 2 0,8 1 0,-5 2 0,-10 2 0,-5 0 0,24 10 0,-3-4 0,-16-1 0,-35-10 983,5 4-739,-20-5-244,7 4 0,-9-3 0,25 10 0,-15-5 0,20 2 0,-11 1 0,-7-8 0,3 4 0,-15-1 0,-1 6 0,18 61 0,-14-5 0,0 17 0,-1 8 0,-1-6 0,-1 9 0,1 5 0,-1-2 0,-1-7-246,0-5 0,-1-5 0,0-1 0,-1 4 145,0 3 0,0 8 0,-1-1 0,0-11 0,-3-22 101,0 2 0,7 18 0,-10-45 0,0-11 0,0-4 0,0 10 983,0-13-477,0 7-506,-4-19 0,-38-40 0,10 0 0,0-5 0,0-6 0,9 2 0,3-5 0,-7-22 0,1-3 0,7 11 0,0-2 0,-10-18 0,0 3 0,0-11 0,-1 14 0,19 41 0,4 6 0,-10-8 0,-9-22 0,2 9 0,7 10 0,8 17 0,-1 0 0,8 10 0,-6-13 0,12 20 0,-4-23 0,-4-8 0,2 7 0,-2-26 0,-3 6 0,6-47 0,-6 14 0,7 11 0,0 47 0,0 113 0,-3-21 0,-3 11 0,1 1-328,-1-5 0,0 1 0,0 3 303,1-1 0,0 4 1,0 0-1,-3-6 25,-3-3 0,-3-5 0,3-2 0,6 23 0,0-5 0,-8-17 0,1-7 0,11 1 0,-10-60 0,4-8-328,-17-41 0,-13-31 0,2-4 0,8-3 0,2-5 0,-4-1 82,-1 16 0,-5-1 0,1 0 0,6-1 0,6-2 0,5-1 0,2 2 0,1 8-246,-7-16 0,4 5 0,11-11 0,3 2 294,-5 22 1,1 5 197,6 11 0,1 9 0,-5 6 983,1 30 0,3 69-492,-7-13 1,-3 9-165,2 15 1,-1 11 0,1 1-1,-2 0 1,0 2 0,-1 0-1,-1 3 1,-1 1 0,3-1-141,4-6 0,3-1 1,-1-9-188,-1-9 0,2-7 0,4 28 0,0-95 0,17-60 0,0 12 0,8-6 0,7 5 0,14-18 0,1-1 0,-10 17 0,9-16 0,-9 14 0,9-18 0,-3 4 0,-15 27 0,-18 30 922,-5-1-922,4 7 0,-8-4 0,4-1 0,-5 5 0,4 2 0,2-5 0,4 6 0,-4 3 0,-2 101 0,-20-39 0,-11 10 0,1 8 0,-6 18 0,-4 7 0,-1-4 0,1-12-328,-3-8 0,-1-9 0,-3 7 239,3 4 0,-4 11 1,-2 1-1,4-8 0,6-20 78,-29 16 11,14-4 0,32-50 0,13-10 0,-3-8 0,-1-1 983,-1-1-539,-4-8-432,-46-48-12,7 3 0,13 11 0,1-7 0,5-14 0,7-3 0,15 10 0,4-1 0,-7-9 0,2 1 0,12-24 0,-7 30 0,-1 2 0,7-5 0,-4 5 0,1 3 0,6 17 0,0 7 0,0 16 0,0 5 0,0 0 0,9-9 0,2 2 0,14-8 0,9-4 0,-6 15 0,1-8 0,-19 16 0,-1 0 0,-3 2 0,4-1 0,0 4 0,0 6 0,0-3 0,0 20 0,6 27 0,1 9 0,7 20 0,-2 8 0,-3 2 0,-3 7 0,-10-44 0,-2-2 0,-4 6 0,0-20 0,0-16 0,0 1 0,0-3 0,5-11 0,20-48 0,-14 13 0,17-22 0,-27 32 0,16-72 0,-13 24 0,2 12 0,0-1 0,-6-15 0,0 32 0,0-2 0,5 21 0,-4 5 0,3 0 0,5-9 0,-6 6 0,6-6 0,-5 14 0,-3 0 0,4-1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33:11.65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1143 582 24575,'-26'17'0,"6"1"0,-13-8 0,5 5 0,-27 3 0,-10 6 0,8-10 0,-9 9 0,29-12 0,2-1 0,-27 9 0,28-6 0,-39 18 0,45-15 0,-1 3 0,5-4 0,3-4 0,-1-1 0,8-1 0,5-8 0,3 4 0,-4-1 0,0 2 0,35-28 0,27-15 0,20-22 0,1 5 0,-31 24 0,-13 11 0,-9 4 0,5 4 0,1-8 0,-1 7 0,-5-2 0,-10 3 0,-1 6 0,-7-4 0,6 3 0,-2 0 0,4-7 0,5 6 0,-4-3 0,-33 32 0,1-6 0,-33 22 0,18-18 0,-14-5 0,2 4 0,-6-7 0,14 2 0,11-8 0,8-2 0,5-4 0,2 0 0,4 0 0,-1 0 0,1 5 0,-5 0 0,9 5 0,-8-4 0,8-2 0,-8 5 0,-2-2 0,0 7 0,2-8 0,3 3 0,1-3 0,55-21 0,36-16 0,-29 13 0,3-2 0,13-5 0,-3 2 0,14 1 0,-8 1 0,-26 4 0,-19 6 0,-2-4 0,-3 5 0,-6 0 0,13 0 0,-10 0 0,7 0 0,-11 4 0,-8-3 0,3 8 0,10-8 0,7 8 0,15-9 0,-10 9 0,-2-8 0,-9 8 0,0-3 0,5 4 0,33 0 0,-24 0 0,32 0 0,-39 0 0,3 4 0,-10-3 0,4 4 0,12-1 0,-2 2 0,3-1 0,-18 0 0,-9-5 0,0 0 0,35 6 0,-9 0 0,18 7 0,-25-8 0,-14 0 0,-1-5 0,6 9 0,54 10 0,-6 7 0,12-1 0,-29-7 0,-35-12 0,-6 3 0,-1-4 0,-4 5 0,14 14 0,18 7 0,1 10 0,8-11 0,3 1 0,3 13 0,33 3 0,-61-23 0,-2-14 0,-16-1 0,4-8 0,0 13 0,9-8 0,39 30 0,-23-12 0,32 9 0,-55-23 0,-3-7 0,-84-64 0,28 30 0,-4-10 0,0-2 0,3 7 0,-8-13 0,22 21 0,-6-1 0,19 10 0,-4 3 0,9 1 0,-13-5 0,17 14 0,-3-8 0,6 8 0,13 1 0,58 17 0,10 7 0,7 2 0,3 0 0,8 3 0,-34-7 0,-6-3 0,-19-7 0,-2 6 0,-9-12 0,-4 8 0,-2-8 0,1 8 0,0-7 0,1 6 0,-2-6 0,-4 6 0,0-2 0,18 28 0,-13-9 0,17 25 0,-19-8 0,2-13 0,-7 9 0,1-1 0,-8 1 0,10 24 0,-10-8 0,10-5 0,-10-4 0,4-15 0,-5 5 0,0 1 0,0 15 0,0-9 0,0 5 0,0 7 0,-5-19 0,4 20 0,-3-9 0,4 17 0,0-7 0,0 14 0,0 6 0,0-6 0,0 25 0,6-33 0,-4 11 0,11-22 0,-11 20 0,9-33 0,-10 11 0,3-25 0,-4 17 0,0 13 0,5-4 0,-4 15 0,3-35 0,-4 18 0,5-25 0,-4 1 0,3-5 0,-4-8 0,0 4 0,0-5 0,0 0 0,0 0 0,0 0 0,0 0 0,0 5 0,0 0 0,0 25 0,0-6 0,0 13 0,0-17 0,0-6 0,0-3 0,0 3 0,0-7 0,0 2 0,0-9 0,0 0 0,0 0 0,-4 4 0,-7-2 0,-4 2 0,-6-4 0,-8 0 0,-2 0 0,-54 2 0,36-8 0,-8-1 0,-26 3 0,-14 2 0,6-2 0,-1-1 0,2 0 0,13 2 0,-2 1 0,4-2 0,-6-3 0,11 1 0,1 7 0,-7-9 0,3-2 0,25 7 0,-21-13 0,3-1 0,30 4 0,-52-10 0,71 13 0,-7 0 0,-1 0 0,-6 0 0,-10 4 0,5-3 0,6 4 0,-10-5 0,-4-5 0,-27 4 0,-1-10 0,15 9 0,17-4 0,25 6 0,-4-5 0,-2 0 0,-14-1 0,8 2 0,6-1 0,3-1 0,-13-6 0,2 1 0,-22-1 0,15 2 0,5 4 0,2-3 0,13 4 0,-1-30 0,-9-60 0,15 30 0,1-3 0,-2-6 0,2-3 0,3-13 0,3 2 0,4 28 0,0 2 0,0-20 0,0-2 0,2 12 0,1-3 0,-3-5 0,0-7 0,1 4 0,4-9 0,1 2 0,-3-14 0,0 8 0,4-3 0,2 21 0,-1 5 0,-2-26 0,1 43 0,-7-20 0,0 24 0,0 4 0,0-18 0,0 0 0,0 11 0,0-12 0,0 4 0,0 31 0,0 0 0,0 18 0,4 0 0,2-1 0,4 1 0,57-29 0,-34 21 0,36-17 0,-54 26 0,-15 12 0,-24 3 0,0 5 0,-11 3 0,15-8 0,5-2 0,-4 1 0,-7-4 0,-5 8 0,0-8 0,6 3 0,10-4 0,0 0 0,5 0 0,-1 5 0,-12-4 0,-15 3 0,-20-4 0,16 5 0,3-4 0,29 8 0,-9-3 0,6 4 0,-6-5 0,9 9 0,0-12 0,4 11 0,-3-12 0,8 13 0,-4-8 0,1 4 0,-4 24 0,-3-14 0,-7 43 0,0 12 0,0 4 0,7-5 0,1 15 0,1-10 0,-1-17 0,3-2 0,5 39 0,1-7 0,-10-20 0,11-1 0,7-29 0,-5-12 0,9 8 0,-6-18 0,18 63 0,-8-23 0,-3 3 0,-1 2 0,1 5 0,-2 5 0,0-19 0,0-19 0,-4-3 0,-2-9 0,1-1 0,-4-2 0,-1-2 0,-1-6 0,-4-4 0,5 0 0,0 0 0,0 9 0,0-2 0,5 3 0,-4-5 0,3-5 0,-4 4 0,0-3 0,5 8 0,-4-7 0,8 16 0,-8 3 0,8 21 0,-4-5 0,1-5 0,3-4 0,-4-11 0,6-6 0,-6-3 0,4-12 0,-8 4 0,8-5 0,-8 9 0,8-8 0,-8 9 0,23-84 0,-8-5 0,0-16 0,-3 7 0,0-12 0,0-3 0,0 4-246,-2 13 0,1 3 0,-1-1 0,1-3 49,-1 2 0,-1-3 1,1-2-1,0 1 0,0 5 132,0-1 0,1 4 0,0 1 0,-1-3 65,1-11 0,-1-4 0,-1 1 0,0 4-251,1-11 0,-1 3 0,-1 3 251,-2 5 0,-1 2 0,-2 12 0,-2-22 0,9 39 0,-10 22 0,3 9 983,-4 6 0,5 9 0,9 20-951,14 45-32,-15-1 0,-3 15 0,-1 9 0,-2 5 0,-2 12 0,-1 7 0,0 3 0,-1 0-164,0-9 0,0 2 0,0 1 0,-1 2 0,0 2 0,-1 1 41,0-17 0,-1 3 0,0 1 0,0 1 0,0 0 0,0-1 0,-1-2 0,1-2-41,0 14 0,-1-1 0,1-2 0,0-2 0,0-1 0,1-1-33,2 10 0,1-1 1,0-2-1,0-5 0,0-6-131,-1 12 0,0-8 0,2-4 0,3-6 0,1-4 0,-1-20-356,0-22 684,-4-33 0,-3-63 0,-2-38 0,14 13 0,4-10 0,-5 15 0,0-10 0,1-4 0,1-1 196,-1 9 1,2-3-1,-1-1 1,2 0 0,-1 0-78,1 5 0,1 0 0,0 1 0,0-4 1,-3-5-120,-4 5 0,-1-5 0,-2-5 0,0 0 0,-1 0 0,1 3 0,1 5 0,1-11 0,2 5 0,-1 3 0,0 0 0,-3-3 0,-1-5 0,-3-3 0,0 1 0,-1 2 0,2 6 175,3 0 0,1 4 0,-1 5 0,0 6-175,-3-24 0,1 7 0,6 0 0,-1 11 0,-2 10 0,3 36 0,-5 44 0,18 37 0,4 26 327,-10 11 1,-4 15 0,1 6-152,-1-24 0,1 3 1,0 3-1,-1 4 1,-1 5-318,-3-6 1,-1 6-1,0 3 1,-2 2-1,0 0 1,0-2-1,-2-4-23,0 2 0,-1-3 0,-2-1 0,1-2 0,0 0 0,2 0-33,3 15 0,2 2 1,1-2-1,-1-6 0,-2-8-131,-2 6 0,-2-9 0,4-12 170,8-15 0,0-11 158,-1-8 0,-14-37 0,-3-54 0,-7-62 0,3 0-328,7 28 0,4 1 0,-1-10 300,-3 16 0,1-9 0,-1-6 0,0 1 0,1 4 0,1 10 28,4-22 0,0 10 0,2 2 327,3 0 1,2 3 0,-4 16 655,-9 0 0,10 9 0,-5 40 0,25 60-978,1 41 0,3 26-5,-12-36 0,1 5 0,2 6 0,1 6-141,-3-12 1,1 7-1,2 5 1,1 2-1,-1 1 1,0 0-1,-2-4-23,2 11 0,-1-2 0,0 1 0,-1-1 0,0 0 0,1 0 121,1 3 1,1 1 0,0 0 0,-1-2 0,-1-4 0,-2-6-100,1 7 0,-2-5 0,-2-6 0,-1-6 142,-1-2 0,-1-7 0,-4-11 0,5 7 0,-4-20 0,-15-50 0,-4-45 0,-3-36 0,2 1-328,2 19 0,3 1 0,-2-10 150,-1-10 1,-1-12 0,0-6 0,0 1 0,3 8 177,3 3 0,2 4 0,0 2 0,-1-3 0,-2 11 0,-1-2 0,1-1 0,-1 1 0,1 2 245,2-11 1,1 1 0,-1 2 0,0 2 81,-2-16 1,-2 2 0,1 1-39,0 1 0,0-1 0,0 9-169,0-6 1,0 12-121,0-12 0,0 56 0,0 19 983,0 3 0,0-2 0,4 13 0,2 2-407,33 65-576,-14 3 0,0 17 0,0 3 0,2 7 0,-1 3 0,-2 7-197,-6-25 0,-1 5 1,0 2-1,-2 0 0,-2-1 0,-4 0 0,-3 0 1,-1 0-1,0-2 0,0-3-11,2 2 1,0-3 0,-1-2 0,-1-2 205,-3 19 0,-2-2 0,1-10 2,7-7 0,-1-13 0,-7-1 0,0-28 0,0 8 0,0-19 983,0 9 0,0-18-146,-5-5-837,-9-9 0,-6-23 0,2-33 0,1-20 0,6-3 0,2-10 0,-1-2-246,-1 20 0,-1 0 0,0-2 0,2-3 0,0-17 0,3-4 0,0 0 0,0 3 200,1 12 1,-1 2-1,1 2 1,1-1 45,1 2 0,1-1 0,1 2 0,0 4-63,0-8 0,-1 3 0,2 5 63,1-17 0,-2 9 0,-11-14 0,11 33 0,-4 9 0,1 41 983,-1 6 0,-37 3-610,-22-14-373,2 1 0,-8-2 0,-6-5 0,-1-2 0,10 1 0,3 1 0,4 3 0,9 3 0,13 0 0,11 5 0,18 9 0,0 2 0,4-1 0,1 77 0,12 3 0,0-14 0,3 3 0,6-2 0,4-2 0,-3-8 0,2-3 0,19 32 0,-7-8 0,-5-38 0,-5 0 0,2-9 0,-12-6 0,8-6 0,-7-4 0,2 5 0,-13-8 0,-38-42 0,-16-21 0,-2-2 0,10 13 0,-9-8 0,2 4 0,-6-4 0,-4 2-141,0 9 1,-8 0 0,-3 1 140,-13-2 0,-4 1 0,5 2-328,21 7 0,4 1 0,0 5 72,-28-2 1,21 10 255,53 15 0,47 73 0,3-8 0,15 6 0,14 15 0,-8-10-254,-23-23 1,3 2 253,12 5 0,14 12 0,6 5 0,-4-3 0,-13-9-492,-2 9 0,-1-1 460,1-10 1,11 9-1,4 2 1,-4-3-1,-12-12 32,-4 4 0,-1-3 327,19 14 1,9 5 0,-12-12 51,5 4-379,-14-16 0,-4-2 0,-14-10 0,-23-24 0,-10-18 0,-21-47 0,-12-24 0,6 4 0,0-6 0,4 15 0,-2-4 0,1-2 0,-2-9 0,0-2 0,4 11 0,-9-26 256,7 25 1,1 6-257,10 25 983,-1 7-276,9 14-707,-10-12 0,8 15 0,-6-7 0,16 16 0,27 99 0,-11-44 0,3 7 0,4 15 0,3 10 0,0 5 0,-5-10 0,0 5 0,-1 2 0,-2 2-197,-5-11 0,-2 2 1,0 1-1,-1 1 0,-1 1 0,1 6 0,0 2 1,-2 0-1,0 0 0,-3-2-49,-2 12 0,-3-1 0,-1-2 0,-1-6 234,0 4 1,-1-5-1,-1-5-42,3 19 1,-4-7 53,-9-20 0,-3-7 0,-2 21 0,-21-12 0,22-55 0,-5-17 983,-33-23 0,-27-35-492,28 13 1,-2-6-420,-13-21 1,2-4-73,16 15 0,3 0 0,2 0 0,5 1 0,12 5 0,5 0 0,-5-38 0,18 6 0,5-5 0,3 16 0,2 2 0,3-2 0,4 3 0,3 12 0,3 5 0,14-16 0,-7 13 0,0 14 0,-15 30 0,3 8 0,48 61 0,-15 17 0,-6-25 0,-3 0 0,-8 20 0,-19-42 0,-1-25 0,-8 0 0,-25-37 0,-5-38 0,-1-17-416,-2 3 1,2-6 415,10 6 0,4-5 0,3 2 0,6 14 0,2 2 0,4 5 0,3-9 0,4 6 0,-1 14 0,2 8 0,3 5 0,21 57 0,-6 20 0,14 57 0,-19-6 0,-3 16 0,-1-10 0,0-20 0,0 0 277,-2 18 0,0 9 0,-2-27-277,-1-38 0,-7-9 0,-5-20 0,0 0 0,-48-3 0,-15-4 0,-4 2 0,-5 0 0,1 0 0,0 0 0,-4 6 0,12 3 0,12 3 0,21-4 0,25-4 0,5-8 0,-21-81 0,22-5 0,3-17-221,-4 33 0,-1-6 1,0-3-1,2 0 221,4-4 0,2-2 0,1 2 0,-2 5 0,0-2 0,-1 5 0,1 8 0,3-6 0,-1 22 0,-3 40 0,4 9 0,12 46 0,1 30 0,-10 9 0,-1 10 0,4-6 0,3 7 0,-5 2-328,-9 7 0,-5 2 0,-1-5 269,2-21 0,0-3 0,-1 2 59,-4 12 0,0 1 0,-1-9 415,1-12 0,0-4-415,0 8 0,1-10 0,4-22 0,0-15 0,5-13 0,0 5 983,-4 5-752,-6 10-231,-2 6 0,2-5 0,6-7 0,-1-14 0,4-1 0,-10 17 0,5 2 0,-6 19 0,1 4 0,-1 13 0,6 12 0,-3-21 0,1 0 0,5 27 0,-7 0 0,10-23 0,0-22 0,0 23 0,0-6 0,0 19 0,0-6 0,0-4 0,0-6 0,0-5 0,0 13 0,0 11 0,0-4 0,-3-19 0,-1 2 0,-1-3 0,-2 1 0,-3 3 0,0-2 0,-8 34 0,6-12 0,1-8 0,4 18 0,-5-19 0,7-7 0,0-29 0,5-2 0,-7 11 0,6-10 0,-6 11 0,7-12 0,0 5 0,0 3 0,0 3 0,0 10 0,0-1 0,5 25 0,-4-18 0,8 3 0,-8-23 0,8 3 0,-8-16 0,8 4 0,-8-15 0,8-2 0,-8 3 0,8-2 0,-8 9 0,8 5 0,-3 10 0,4-8 0,0 7 0,-5-18 0,4-2 0,-8-4 0,8-4 0,-3 3 0,8-4 0,-2 5 0,11 9 0,-11-6 0,7 1 0,0-5 0,13-1 0,47 4 0,-25-7 0,3-1 0,-3-1 0,-2 0 0,46-3 0,-47 0 0,-24 0 0,-4 0 0,-4 0 0,-2 0 0,27 0 0,10 0 0,13 0 0,-9 0 0,-13 0 0,-24 0 0,7 4 0,-7-2 0,10 2 0,-6-4 0,0 0 0,-5 0 0,0 0 0,5 0 0,9 5 0,-1 0 0,-3 1 0,-11-2 0,-9-4 0,4 0 0,2 0 0,8 0 0,-7 0 0,2 0 0,0 0 0,7 0 0,10 0 0,-5 0 0,-2 5 0,-13-4 0,-2 3 0,-4-4 0,0 0 0,0 0 0,0 0 0,5 0 0,-4 0 0,3 0 0,-3 0 0,-6-4 0,4-15 0,-1-19 0,4-16 0,-4-22 0,6-11 0,-8 21 0,0-3 0,-2 15 0,1-1 0,1-12 0,-2 1 0,-4-32 0,-6 22 0,5 21 0,0-6 0,-2-9 0,-1-5 0,1-19 0,0-3 0,-3-1 0,0 3 0,-2 12 0,0 8 0,-4-16 0,1 17 0,2 7 0,-1-13 0,1 9 0,-7-23 0,5 21 0,0-11 0,1 16 0,-3 3 0,-4-2 0,-3-28 0,1 25 0,7-4 0,3 28 0,3 6 0,1 9 0,-4 0 0,7-2 0,-9-14 0,10-8 0,-6 1 0,3 8 0,2 25 0,-2 15 0,5 59 0,10 61 0,-1 3-246,-8-38 0,-1 1 0,0 6 0,0 9 123,1-14 0,1 9 0,0 6 0,0 4 0,1 2 0,-1-1 0,-1-2 0,0-6-18,-1-1 1,-1-3-1,0-2 1,0 0-1,0 1 1,-1 0-1,1 3 18,0-1 0,0 2 0,0 2 0,0 0 0,0 1 0,0-2 0,0-3 0,0-2-41,0 10 0,1-4 0,0-2 0,-1-1 0,0 2 0,-2 1 23,-1-5 1,-1 3-1,-1 2 1,0-2-1,0-2 1,1-5-1,1-7-105,1 9 0,1-8 0,0-4 0,-2 2 0,-4 8 0,-2 7 0,0-13 0,5-28 198,4-32 48,0-7 983,-5-2 0,-15-102-983,3 11 0,-4-18 0,1-9 196,6 20 1,0-8-1,1-4 1,1-2 0,-1 3-162,1 3 0,-1 0 0,1 0 0,1-3 0,2-5-35,2 21 0,1-5 0,1-3 0,1-2 0,0 1 0,0 1 0,2 3 0,-1 6 0,2-18 0,1 7 0,1 3 0,0-3 0,-2-5-141,0 9 1,-1-5-1,-1-2 1,0-2-1,0 0 1,0 2-1,1 2-23,-2-5 0,1 0 0,0 2 0,0 0 0,-1 1 0,1 0 7,-1 4 1,0-1 0,1 1 0,-1 1 0,0 2-1,1 3-40,-1-4 0,1 3 1,-1 2-1,2 1 0,0 0 48,1-17 1,1-1-1,0 5 1,1 10 28,-1-13 0,0 7 120,0 12 0,0-2 0,0 13 0,0-13 983,4 14-492,12 123 1,3 43-328,-9-26 0,-1 6 0,-1 8 32,0-6 1,0 8-1,0 4 1,-1 2 0,-1-1-78,-1 5 1,-1 0-1,-2 2 1,0 0-1,0 0-119,-2-14 0,1 1 0,-1 0 0,-1 0 0,1-1 0,0-1 0,0 12 0,0 1 0,0-2 0,0-4 0,0-7 0,0 14 0,0-8 0,0-6 491,0 21 1,0-26 323,0-55-448,0 27-367,0-4 0,0 8 0,-9 34 0,-2 7 0,4 2 0,-1 2 0,-2-16 0,-1 4 0,-1-8 0,0-4 0,1-1 0,6 0 0,2 5 0,-2-13 0,-10 10 491,14-16 1,1-10 491,-5-37 0,1-8-615,-13-30-368,-19-45 0,16 9 0,-1-16 0,0-8 0,3 2-246,1 1 0,2-1 0,2-4 0,-2-6 82,2 4 0,-2-6 0,0-5 0,1 0 0,2 1 0,2 5-33,2-1 0,3 4 1,2 1-1,0 0 0,0-1 70,-1-5 1,0-1-1,0 0 1,1 1-1,0 5 127,2-7 0,2 3 0,-1 4 0,0 7 0,0 7 0,0 5 0,0 2-12,3-38 0,1 23 12,-2 61 0,9-18 0,15 78 0,-10 42 0,-7 24 0,-4-26 0,-1 8 0,-2 5 0,0 2-197,-1-3 0,-1 3 1,-1 3-1,-1 3 0,0 2 56,-2-13 1,0 5-1,-2 1 1,1 2-1,-1-1 1,1-1-1,0-5 114,2 1 0,0-3 0,0-1 1,1-1-1,-1 0 0,0 0 27,-3 19 0,0 1 0,-1-1 0,1-5 0,2-7 0,2 14 0,2-9 0,-2-10 11,-5-6 0,0-13-11,7 0 0,0-57 0,-5-4 0,-21-48 0,3-16 0,-2-21 0,1-11-164,7 12 0,2-10 0,0-7 0,0-4 0,1 0 0,-1 2 2,0 1 0,-2 0 0,1 0 0,0-2 0,2-2 0,1-3 162,3 9 0,2-4 0,0-4 0,1 0 0,1 0 0,0 3 0,1 4 0,1 7 196,-2-12 1,2 7-1,1 4 1,0 3 0,1 1 42,1-6 0,1 1 0,0 6 0,1 9-239,-1-7 0,0 16 0,0 10 0,4 46 0,2 10 0,10 51 0,-1 31 0,-9-19 0,-4 6 0,1 8 196,0 0 1,0 8-1,0 6 1,-2 1 0,-1-3-1,-3 0 1,-2 0-1,-1 0 1,-2 1 0,-1 3-361,0-3 0,-3 3 0,0 1 0,-1 0 0,1-2 0,0-5 96,1-2 1,0-4-1,0-3 1,1 0-1,-1 0 68,-3 20 0,0 0 0,1-4 0,2-9 0,3-11 0,1-8 0,2-4 0,4 11 0,1-10 0,-4-1 0,4-33 983,0-14-202,-5-5 202,0-5 0,-72-69-843,20-4 0,-1-4 1,10 24-1,2 1 1,-1-15-1,1 0 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33:18.305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232 0 24575,'26'20'0,"-2"-4"0,-3-2 0,-6 1 0,4-4 0,-3 8 0,13 6 0,-7-8 0,3 11 0,-6-12 0,-8 13 0,3-7 0,-4 16 0,0-11 0,1 3 0,-6-1 0,4-7 0,-3-2 0,-1-1 0,4 5 0,-8 3 0,4 8 0,-1-5 0,-3 0 0,4 0 0,-5-9 0,0-2 0,0 0 0,0 27 0,0-10 0,0 18 0,0-24 0,0 0 0,0-4 0,0-6 0,-5-10 0,-5-10 0,-15-10 0,-17-12 0,-12-9 0,-4 2 0,14 5 0,10 9 0,-1-2 0,-3-4 0,-10-2 0,17 2 0,7 2 0,5-1 0,0-21 0,-11-20 0,11 9 0,5-4 0,10 1 0,17 4 0,1-19 0,6 18 0,-3 9 0,-7 17 0,-4 7 0,-2 9 0,0 4 0,15 2 0,-5 4 0,9 0 0,-13 4 0,44 28 0,-24-6 0,35 21 0,-43-17 0,1 9 0,-16 0 0,22 34 0,-14-28 0,12 18 0,-8-33 0,-12 0 0,6-4 0,-12-2 0,4-3 0,-5-1 0,0 4 0,0-3 0,-5 8 0,0-3 0,-1-5 0,-3-2 0,8-9 0,-8-4 0,-1-52 0,3 13 0,-2-22 0,9 35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33:21.538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235 0 24575,'-12'82'0,"3"-13"0,-15-35 0,12-8 0,-16 8 0,11-12 0,-4 2 0,7 0 0,3-7 0,6 7 0,-4-8 0,8 3 0,-9-8 0,9 4 0,-3-5 0,4 0 0,0 0 0,0 0 0,0 0 0,0 0 0,-5 4 0,4 2 0,-3 0 0,4-2 0,-5-4 0,-1 0 0,1 0 0,-4 0 0,8 0 0,-8 0 0,7 1 0,-2-1 0,-1 0 0,4 0 0,1 0 0,15 0 0,1-5 0,5 4 0,-7-8 0,1 4 0,0-10 0,5-5 0,0-1 0,-4-8 0,3 3 0,-8-4 0,4-1 0,-1 1 0,-3-5 0,8-1 0,-7 0 0,2 6 0,1 1 0,5-11 0,1-2 0,-1-9 0,-5 6 0,-5 5 0,0-14 0,0 10 0,4-14 0,-7 21 0,2 2 0,-9 10 0,0 5 0,4 5 0,-3-13 0,8 14 0,-3-5 0,4 28 0,0 3 0,-4 13 0,-2 0 0,1-4 0,-4 8 0,3-12 0,-8 15 0,-2-14 0,-4 16 0,0-18 0,-5 8 0,-1-8 0,0-1 0,-7 0 0,10-5 0,-20 0 0,15 0 0,-11-9 0,13 3 0,6-9 0,1 1 0,3 3 0,-8-8 0,2 8 0,-2-8 0,8 8 0,-8-8 0,8 8 0,-5-3 0,2-1 0,-1 0 0,-6-1 0,-4-3 0,9 8 0,2-8 0,9 4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33:22.51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0 682 24575,'21'-43'0,"-6"0"0,0 21 0,-5-7 0,0 7 0,-5-2 0,0 8 0,-1 1 0,-3 5 0,4 0 0,-1 0 0,2-5 0,4-10 0,0 2 0,0-10 0,-4 16 0,-2-2 0,1-1 0,0-6 0,5-5 0,-4 1 0,3 5 0,-4-5 0,5 12 0,-4-5 0,3 12 0,-8 1 0,8 0 0,-3-5 0,4 9 0,0-8 0,4 8 0,-3-4 0,4 0 0,-10 4 0,0 2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33:30.65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197 88 24575,'0'-11'0,"4"6"0,2 9 0,0 7 0,-2 9 0,-4-4 0,-4 8 0,2-8 0,-2 4 0,4-1 0,4-3 0,-3 0 0,4 3 0,-5-4 0,4 1 0,-2 3 0,6-8 0,-6 8 0,7-8 0,-4 8 0,5-8 0,0 8 0,0-7 0,0 2 0,5 5 0,0-2 0,1 7 0,-1-8 0,-5-1 0,0-10 0,-5 4 0,4-8 0,-3 4 0,4-5 0,0 0 0,4-14 0,-2-3 0,7-9 0,-13-3 0,8 7 0,-13-2 0,3 3 0,-8-8 0,-2 11 0,-4-6 0,0 9 0,0 4 0,-5-4 0,4 1 0,-4-2 0,5 0 0,-10-3 0,8 7 0,-7 2 0,13 1 0,-7 4 0,-3-10 0,-1 4 0,-3-4 0,6 5 0,2-1 0,-11-8 0,10 2 0,-15-3 0,20 5 0,-10 5 0,8 0 0,-1 4 0,-4 2 0,0 13 0,-5 6 0,-1 7 0,0 2 0,7 1 0,8-4 0,-3 4 0,8-5 0,-4 0 0,5-5 0,0 0 0,0-1 0,0-2 0,5-2 0,0 3 0,5-2 0,5 14 0,-4-4 0,4 4 0,-5-10 0,0 4 0,4-8 0,-3 4 0,4-5 0,-5-5 0,0 4 0,0-3 0,0 4 0,5 5 0,-4-9 0,3 8 0,-4-9 0,0 1 0,0-2 0,-4 1 0,3-4 0,1 8 0,6-8 0,4 8 0,-5-8 0,0 3 0,-10-8 0,4 3 0,-3-8 0,4-1 0,-4-2 0,3-7 0,-4-1 0,5-2 0,-4-3 0,-2 10 0,-4 0 0,0 5 0,0 0 0,-4 4 0,-2-3 0,0 3 0,-3-4 0,8 0 0,-8 4 0,3 2 0,-4-1 0,5-1 0,-4 1 0,3 0 0,-4-4 0,-5-7 0,-1-14 0,-4 3 0,4-2 0,1 8 0,5 5 0,0-3 0,0 8 0,9 1 0,-3 10 0,9 25 0,-5 12 0,0 3 0,0-6 0,0-20 0,0-4 0,4-4 0,2-2 0,-1 1 0,4-4 0,-3 8 0,-1-4 0,4 1 0,-8 3 0,13-4 0,-12 5 0,11-8 0,-11 1 0,2-8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33:33.77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156 232 24575,'10'-5'0,"0"4"0,-4-8 0,7 8 0,-2-13 0,5 8 0,-2-9 0,-3 9 0,3-7 0,2 6 0,4-12 0,0 7 0,-9-2 0,2 8 0,-11-3 0,7 8 0,-4-4 0,5 5 0,5 9 0,-9-2 0,8 16 0,-9-1 0,1 8 0,3 0 0,-8 9 0,-1-7 0,-6 3 0,-8-2 0,-7-6 0,-5 12 0,-4-12 0,4-2 0,6-6 0,0-4 0,9-4 0,-4-2 0,5-9 0,0 0 0,-9 0 0,6 0 0,-6 0 0,4 0 0,4 0 0,-8 0 0,-2-9 0,0 3 0,1-5 0,5 7 0,5-1 0,0 0 0,-1-1 0,6-3 0,0-6 0,5-6 0,11-20 0,-4 8 0,19-22 0,-9 21 0,3-5 0,3 9 0,-1 0 0,3-1 0,4-4 0,-8 9 0,4 5 0,0 2 0,-9 8 0,3-4 0,-9 10 0,0 0 0,5 5 0,-4 0 0,8 0 0,-8 9 0,4 7 0,-1 14 0,-3 10 0,0-3 0,-7 2 0,-4-4 0,0-9 0,-11 28 0,-5-19 0,-8 11 0,-1-17 0,5-13 0,4-2 0,1-4 0,5-4 0,0-2 0,-9-4 0,2 0 0,-3 0 0,5 5 0,5-4 0,-1-6 0,6-6 0,0-14 0,5 4 0,0-17 0,26-28 0,-7 22 0,19-14 0,-5 39 0,-10 8 0,6-4 0,-9 10 0,-4 0 0,-2 5 0,-4 0 0,0 13 0,-4 24 0,-6-2 0,-10 15 0,-6-29 0,-5-2 0,-3-9 0,-2 0 0,-9 0 0,12-4 0,0-2 0,17-8 0,1-2 0,10-4 0,1 4 0,4 2 0,-5 8 0,0 11 0,-5 6 0,-9 9 0,2-4 0,-8-2 0,5-13 0,0-2 0,-9-9 0,2-4 0,-23-13 0,11-5 0,1 3 0,15 6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33:37.80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3990 365 24575,'10'0'0,"25"-5"0,16-22 0,1-3 0,5-3 0,-10 3 0,2 1 0,17-4 0,-1 5 0,16 1 0,-19 25 0,-27 5 0,-42 61 0,-24 29 0,0-17 0,-8 6 0,-5 5-433,6-15 1,-4 6-1,-3 2 1,2-2-1,2-5 433,2 0 0,2-3 0,1-3 0,-2-3 0,-20 12 0,0-5 0,38-16 0,69-21 0,24-16 0,-16-13 0,5-5 0,13 3 0,8-1 0,-9-3 0,-11-6 0,-8-2 0,32 1 0,-67 71 0,-20-10 0,-3 8 0,6 32 0,-1 5 1081,-4-8 1,0-4-1082,1-20 0,2-9 0,-1 4 0,0-51 0,-73 26 0,11-14 0,-12 2 0,-2 1-308,-5 2 1,-3 1 0,0-1 307,-2 0 0,0-1 0,8-4 0,-1 6 0,25-21 0,55-70 0,13-26 0,5-16 0,-6 25 0,0-4 0,-7-12-621,-6 22 0,-4-8 1,-2-6-1,-2-3 0,-2-1 1,-2 3-1,0 6 621,-7-13 0,-2 3 0,-3 3 0,0-1 0,0-2 0,3 8 0,0-3 0,0-1 0,0 3 0,-2 4 0,0 7-258,-16-24 0,-1 10 0,6 18 258,-1-3 681,16 40-681,9 28 0,0 6 0,-16 39 4318,12 26-4318,1-13 0,5 7 0,23 37 0,19 2 52,13-17 1,20-3-53,-12-29 0,11 4 0,6-2 0,2-3 0,-5-8-1107,22 2 1,-2-11 0,2-1 1106,-16-2 0,4 1 0,-5-3 0,-9-8 0,4-9 0,-22-5 0,-36 0 0,-6 6 0,-11-3 0,-55 14 0,-35 1-791,23-13 1,-7-3 0,-10-1 0,-14 1 790,29-1 0,-8 0 0,-9 0 0,-5 0 0,-4 1 0,-3-1 0,-1 1 0,0-1 0,2 0 0,4 0 0,6 0-283,-4 0 1,4 0 0,3 0 0,0 0 0,1-1-1,-2 0 1,-1 1 0,-4-2 0,-3 1 282,10-1 0,-5-1 0,-4 0 0,-3 0 0,-2 0 0,-1-1 0,1 1 0,2-1 0,2 0 0,4 1 0,5 0 0,6-1 0,8 1 0,-33 2 0,10 0 0,9-1 0,4 1 0,1-2 0,-13-1 0,-4-2 0,18 2 0,36 3 0,39 2 0,59 2 0,60-2 0,11-1-569,-37-2 0,5-1 1,7-1-1,6 0 0,7-1 1,7 1 568,-35 0 0,6 0 0,5 0 0,3 0 0,5-1 0,2 1 0,2 0 0,1 0 0,1 0 0,-1 0 0,0 0 0,-1 0 0,-3 1 0,-3 0-71,0 0 0,-1 0 0,-2 1 0,0-1 0,-1 1 0,0 0 0,1 0 0,-1 0 1,2 0-1,1 1 0,1-1 0,2 0 0,2 0 71,-10-1 0,3 1 0,2-1 0,3 0 0,0 0 0,2 0 0,0 1 0,1-1 0,-1 0 0,0 1 0,-1-1 0,-1 1 0,-2 0 0,-2 0 0,-3 1 0,-3 0 0,-2 1 55,12 0 0,-4 1 1,-3 0-1,-2 1 1,-3 0-1,0 0 0,-1 1 1,0 0-1,2 0 0,1 1 1,3 1-56,1 0 0,2 1 0,2 0 0,1 2 0,0-1 0,1 1 0,-1 0 0,-1 0 0,-2 1 0,-1-1 0,-4 0 0,-2 0 0,17 2 0,-4 0 0,-2 1 0,-2-1 0,-2 1 0,-1-1 0,0 1 0,0 1 0,-3-1 0,2 1 0,0 0 0,-1 0 0,-3 1 0,-2-1 0,-6-1 0,-5-1-131,24 6 0,-6 0 1,-11-2-1,-14-5 131,-12-5 0,-15-2 0,-18-1 0,-21-6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33:50.67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24575,'57'33'0,"0"1"0,17 4 0,5-1 0,-18-10 0,3-1 0,-1-1 0,26 5 0,-3-1 0,-9 3 0,-8-5 0,-3-11 0,-61-12 0,0-4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33:51.72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1 414 24575,'73'-24'0,"0"0"0,0-1 0,1 1 0,9-2 0,-2 0 0,1-2 0,13-5 0,2-3 0,-10 4 0,-5 3 0,-9 3 0,-5 2 0,-12 3 0,-19 3 0,-4 5 0,-33 9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33:52.49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1 199 24575,'56'-5'0,"-2"-2"0,9-11 0,2-2 0,-10-3 0,-4 5 0,16-13 0,-13 10 0,21-12 0,-36 20 0,-16 4 0,-18 9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33:53.82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46 24575,'61'-1'0,"-21"-1"0,-1-6 0,-28-1 0,-3 8 0,-2-3 0,9-1 0,-4-1 0,3 1 0,-8 0 0,-2 5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33:56.78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24575,'57'62'0,"1"-10"0,2 0 0,6 16 0,-8-17 0,11 8 0,-4-5 0,-2-5 0,-2-3 0,8 9 0,-5-4 0,10 6 0,-60-56 0,-14-2 0,-14-23 0,6 6 0,-11-7 0,4 6 0,4-1 0,-17-15 0,14 7 0,-9-1 0,12 14 0,6 0 0,0-1 0,1 1 0,3-5 0,-4-5 0,14-2 0,15-23 0,41 0 0,-19 14 0,4 1 0,9 5 0,-1 2 0,25-15 0,-26 22 0,-42 17 0,-5 4 0,0 0 0,0 0 0,0 4 0,5 6 0,0 1 0,1 4 0,-2-5 0,1 4 0,-4-7 0,-1 7 0,-5-9 0,-1 1 0,-12 12 0,-41 54 0,6-18 0,-6 5 0,-18 11 0,-6 0 0,21-23 0,0-1 0,0-5 0,-7-3 0,2-4 0,4-3 0,6-6 0,7-10 0,15 5 0,25-19 0,23 4 0,1-5 0,72 0 0,-23 0 0,-1-8 0,17-4 0,2 3 0,1 6 0,2 2 0,-2-2-328,-9-6 0,-1-3 0,-3 4 0,-1 6 0,-1 3 0,-24 0-312,-31-1 640,-18 0 0,-96-29 0,66 22 0,-60-21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33:58.28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1360 1 24575,'27'0'0,"-4"0"0,-13 0 0,5 0 0,0 9 0,1-3 0,3 18 0,-6 8 0,-4 26 0,-1 21 0,-4-6 0,-2-9 0,-5 6-197,-3-2 0,-2 14 1,-3 5-1,-1-1 0,-3-9-107,-6 5 1,-4-7 0,-4 5 303,3-8 0,-5 6 0,-1 2 0,1-4 0,3-10-287,-10 22 0,-2-7 287,-3-3 0,-7 2 0,-3-9 0,-17-7 0,-4-6 0,22-9 0,-2 3 0,-7-3 0,-6-7 0,-8 0 0,-1-4 0,11-5 0,-2 1 0,2-5 0,-2-7 0,-4-1 0,16-3 0,12 1 0,-4-4 0,37-2 983,10-16-131,23-12-219,1-3-633,41-28-246,-22 17 0,1-1 0,-24 17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34:00.00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24575,'25'20'0,"-5"4"0,4 6 0,-10 12 0,14 7 0,4 10 0,2 24 0,1 6-284,-8-29 0,3 1 1,0 6 283,5 17 0,2 11 0,-1 1 0,-5-12 0,4 12 0,-3-5 0,-1-6 0,2 2 0,-7-17 0,-4-5 209,-21-51-209,-6-19 0,-11-1 0,5-4 0,2 9 0,13 24 642,-3-2-642,4 21 0,-5-21 0,0-1 0,4-5 0,-3-5 0,4 0 0,-5 0 0,4 0 0,-3 0 0,4 15 0,-1-2 0,2 14 0,4-7 0,0-5 0,-5 0 0,0-9 0,-5-2 0,0-4 0,0 0 0,0 0 0,0 5 0,0-4 0,0 3 0,0-3 0,0 8 0,0-3 0,0 9 0,0-5 0,0 0 0,0-4 0,0-2 0,0 1 0,0-4 0,0 3 0,-5-8 0,-5-2 0,-16-10 0,12 4 0,-6-4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34:01.60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0 372 24575,'0'33'0,"4"-10"0,17-18 0,50-29 0,-12 5 0,12-3 0,3-4 0,-3 0 0,4-3 0,2 0 0,-2 0 0,-4 2 0,0 0 0,-1 1 0,-1 1 0,15-7 0,-2 2 0,-15 4 0,8-6 0,-50 29 0,-21 8 0,-12 43 0,-20 41 0,-9 16 0,-1-12-246,0-18 0,-5-4 0,-2 1 0,2 7 49,4 6 0,1 7 1,0 3-1,-2-2 0,-3-8 13,-13 3 0,-6-4 0,3-8 0,11-9 184,7-4 0,6-9 0,-7 2 0,12-10 0,28-21 0,36-20 0,46-11 0,24-4 0,-13 8 0,7 1 0,5 1-93,-11-1 1,4 1-1,0 0 1,-5 1 92,9 1 0,-5 0 0,-9 3 0,6 5 0,-23 2 0,-39-2 983,-21 24-492,-19 14 1,-12 10-151,-17 26 0,-11 8-341,11-30 0,-5 4 0,-1-1 0,3-4-328,-1 0 0,3-3 0,-1-4 171,-26 23 1,17-17 156,41-36 0,9-14 398,0 4-398,0 21 0,-45 33 0,22-24 0,0 1 983,-35 27-641,26-21-342,33-42 0,22-18 0,48-14 0,-10 8 0,3 0 0,-9 0 0,-1 1 0,6 5 0,-8 2 0,-21 2 0,-16 1 0,-15 3 0,-6-4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34:02.99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24575,'26'16'0,"-11"-2"0,3-8 0,28 22 0,-17-22 0,26 23 0,7-13 0,-22 1 0,15 5 0,-33-8 0,-21 20 0,1 37 0,1 20 0,-3-6 0,-1 8 0,2 8-197,1-20 0,0 6 1,2 3-1,0 2 0,0-2 0,2 2 0,0 1 1,0 0-1,1 1 0,0 0 33,-1-10 0,0 1 0,0 0 0,1 0 0,-1-2 0,2-3-82,3 17 0,1-4 0,0-1 0,-1 1 131,1 8 1,-1 3-1,0-4 1,0-11 114,2 12 0,0-9 0,4 7 0,-1-15 0,-1-30 0,1 16 0,-6-33 0,-3 20 983,3 3-738,-7-26 1,7 13 0,-10-43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34:04.93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394 27 24575,'27'-6'0,"-3"2"0,-14 4 0,4-5 0,-3-1 0,13 1 0,-16 5 0,-50 35 0,-14 20 0,13-26 0,-4 2 0,-8 14 0,2-2 0,-11-6 0,-15 13 0,46-38 0,19-3 0,5-7 0,3 2 0,-4-4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34:06.43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362 52 24575,'36'-5'0,"-6"-1"0,-5 1 0,-5 0 0,0 1 0,9-2 0,-6-4 0,6 4 0,-14 2 0,-5 8 0,-5 6 0,-14 6 0,-16 24 0,-9 4 0,-7 7 0,-5 17 0,-4 6 0,7-16 0,-1 2 0,3-3 0,1 6 0,3-6 0,-20 23 0,46-70 0,1 3 0,-4-2 0,2 5 0,-2-1 0,-1-10 0,-12 6 0,13-9 0,-5 4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34:07.23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24575,'21'29'0,"-2"2"0,-13 9 0,-2 0 0,5 5 0,-7-17 0,12 4 0,-9-7 0,5 2 0,-4 3 0,3-10 0,-12-10 0,1-6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34:08.28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0 457 24575,'57'-12'0,"-3"2"0,5-1 0,-1-7 0,3-2 0,28-8 0,7 0-328,-25 7 0,3 1 0,-1 0 0,-1 2 0,0 0 0,5-1 261,7-2 1,8-2-1,1 1 1,-6 2 66,4 2 0,-5 3 0,-1-1 0,1-1 0,-1-1 0,-9 2 358,-8 3 0,-18 3-358,-30 6 368,-15 7-368,-31-6 0,16 7 0,-14-4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34:09.93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24575,'0'0'0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5:06.191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92 1 24575,'0'11'0,"4"4"0,-3 4 0,2-3 0,-3 1 0,0-5 0,0 0 0,0 5 0,0-1 0,-3 7 0,-2-7 0,1 1 0,-3-5 0,3 3 0,0-4 0,-3 0 0,3 0 0,-4 1 0,1 6 0,-1-2 0,4-1 0,-3-1 0,3-2 0,0 6 0,-3-5 0,6 8 0,-2-5 0,-1 6 0,3-6 0,-2 2 0,3-10 0,0 6 0,0-6 0,0 7 0,0-4 0,0 11 0,0-5 0,0 4 0,0-6 0,0 4 0,3 0 0,1-3 0,4-2 0,-1-3 0,4 1 0,1 3 0,3 0 0,-3-7 0,-1-1 0,-7-4 0,6-2 0,1 2 0,2-3 0,1 0 0,-3 0 0,4 0 0,11 0 0,-5-3 0,1 2 0,-12-2 0,-2-1 0,3-3 0,-3-2 0,3-2 0,-7-3 0,3 5 0,-6-9 0,2 9 0,-3-5 0,0 2 0,-3-3 0,2 3 0,-6 5 0,6 0 0,-6 3 0,0-7 0,-2 2 0,-2-5 0,4 2 0,-4-3 0,2-1 0,-2 1 0,0-3 0,3 2 0,-7-3 0,7 4 0,-10-14 0,6 4 0,-4-12 0,5 17 0,4-5 0,-1 6 0,1-13 0,2 1 0,2 3 0,3 9 0,0 1 0,0 2 0,0-3 0,0 0 0,0 4 0,3 7 0,-2 1 0,2 7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5:15.678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44 313 24575,'0'8'0,"0"3"0,0 4 0,0-3 0,0 2 0,4-10 0,0 0 0,3-4 0,4 0 0,1 0 0,0-4 0,-1 4 0,-4-4 0,1 4 0,-4 4 0,-1 0 0,-3 7 0,0 4 0,0 0 0,0 4 0,-3-7 0,2-2 0,-3-2 0,4-1 0,0 1 0,0-1 0,4-2 0,0-2 0,0 0 0,-1 1 0,-3 11 0,-3 1 0,2 3 0,-2-4 0,6-4 0,8-4 0,2 1 0,2-4 0,-8 2 0,0-1 0,-6 2 0,5-3 0,-5 3 0,3-3 0,-4 4 0,0-1 0,-4 1 0,-3-1 0,-5 1 0,-10-4 0,-2 3 0,4-7 0,2 4 0,11-8 0,-1 0 0,4-7 0,-3-4 0,3-1 0,0-13 0,0 5 0,8-6 0,-4 0 0,4 7 0,-4 0 0,0 8 0,0 0 0,0 4 0,0-1 0,0 8 0,0 4 0,6 14 0,3 12 0,-1 3 0,2 1 0,-2-8 0,0-7 0,6 3 0,-2-6 0,3 6 0,-3-10 0,5 3 0,-8-7 0,-1 0 0,-9-4 0,-3-4 0,-14-6 0,4-10 0,-7 0 0,7-2 0,3 7 0,-4-10 0,2 7 0,2-4 0,8 11 0,3 4 0,0-1 0,0 0 0,0-6 0,-4 1 0,0-8 0,0 8 0,-3-1 0,6 3 0,-6 2 0,7-2 0,-7 7 0,6-3 0,-6 6 0,6-9 0,-5 5 0,1-6 0,1 3 0,1 8 0,3 7 0,-4 12 0,3 1 0,-2 13 0,3-11 0,0 2 0,0-10 0,0-3 0,0-3 0,0 3 0,3-4 0,-2 1 0,6-1 0,-3 1 0,7-1 0,-3 1 0,7 3 0,-7-3 0,6 3 0,-9-4 0,5-2 0,-2-2 0,0-3 0,3-7 0,-4-1 0,-2-18 0,-2 9 0,-3-12 0,0 13 0,0-16 0,-4 10 0,4-4 0,-4 8 0,1 10 0,-1-6 0,-1 5 0,2-2 0,0 7 0,2-3 0,-3-1 0,1 0 0,2-6 0,-2-2 0,-1-3 0,4 3 0,-4-5 0,4 5 0,0-13 0,0 1 0,0 4 0,4 3 0,-4 9 0,7-6 0,-3 2 0,0 0 0,0 5 0,-1 7 0,-2 4 0,12 14 0,-7 3 0,8 2 0,-10-5 0,3-3 0,4 11 0,-2-8 0,9 14 0,-7-16 0,4 10 0,0-9 0,-3 4 0,-1-2 0,-3 1 0,2 2 0,-5-3 0,5 0 0,-5 0 0,-1-3 0,2 6 0,-1-9 0,2 8 0,-3-8 0,3 8 0,-3-8 0,0 12 0,3-8 0,-6 5 0,2-3 0,1 0 0,-4-3 0,4 2 0,-4 1 0,0-2 0,0 1 0,0-3 0,-4-3 0,3 3 0,-5 0 0,1-3 0,-2 6 0,-1-5 0,1 1 0,2-2 0,-1-4 0,1 3 0,-6-3 0,3 4 0,-3-4 0,3-1 0,1-3 0,-1 0 0,1-3 0,2-2 0,-1-6 0,1-4 0,1-7 0,-3-9 0,3 4 0,0-6 0,-3 9 0,3-2 0,-4 7 0,4 3 0,1 6 0,-1 2 0,-3-3 0,2 2 0,-6 2 0,14 3 0,-2 4 0,6 0 0,1 4 0,-1-3 0,1 2 0,-4-10 0,3-5 0,-7-10 0,4-13 0,-11 3 0,2-7 0,-3 19 0,8 9 0,8 15 0,7 11 0,4 8 0,0-3 0,0 5 0,-8-6 0,7 4 0,-9-8 0,5 0 0,-10-8 0,6 1 0,-5 2 0,6-1 0,-7 2 0,3-4 0,-6 1 0,6 3 0,-7 7 0,4-1 0,-4 1 0,0-4 0,-4-2 0,0-4 0,-3 2 0,-1-6 0,0 1 0,1-2 0,3 0 0,-7-2 0,3 2 0,-7 1 0,3-3 0,1 2 0,3-3 0,1 0 0,-4 0 0,2 0 0,-2 0 0,4-3 0,-9-20 0,6 4 0,-6-18 0,12 17 0,1 1 0,6 12 0,4 10 0,5 9 0,13 18 0,2 10 0,-3-5 0,-10-9 0,-15-26 0,-16-37 0,-7-23 0,6 11 0,-1-2 0,-4-13 0,0 2 0,-5-17 0,23 60 0,5 12 0,5 7 0,5 4 0,34 54 0,-6-4 0,13 16 0,-31-32 0,-18-32 0,-13-12 0,-7-3 0,4-6 0,-4 6 0,18 3 0,7 9 0,12 11 0,1 0 0,2 11 0,-10-13 0,-8-1 0,-5-8 0,-10-3 0,2 0 0,-5 4 0,-4 3 0,-3 8 0,-1-2 0,6-2 0,9-5 0,7-5 0,1 6 0,5-6 0,-2 2 0,4 0 0,-4 5 0,-1 0 0,1 0 0,-3-5 0,2-3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1:40.20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24575,'32'82'0,"-17"-32"0,-1 3 0,0 1 0,-3 1 0,-4-6 0,-2 1 0,4 7 0,-5-4 0,-22 13 0,14 4 0,-24-20 0,26-9 0,-7-10 0,9-10 0,0-12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1:40.79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1 229 24575,'32'-9'0,"15"6"0,27-28 0,-8 17 0,12 1 0,3-8 0,8-3 0,-6 2-492,4 1 0,-2 2 328,-8 3 0,2 2 0,-19 2 0,-23 3 0,3 9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1:41.75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1 322 24575,'80'0'0,"11"-13"0,-28 1 0,10-1 0,2-1-328,6-1 0,4-1 0,10-1 164,-11 3 0,11-2 0,7 0 0,0-1 0,-5 2 0,-9 1-82,-2 1 0,-9 1 0,0 1 0,7 0 82,0 1 0,11 0 0,3 0 0,-4 1 0,-8 1 0,-17 2-328,5 1 0,-9 1 653,21-1 0,-9 1 1,-21 2-1,-29-8 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1:42.81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24575,'0'32'0,"9"25"0,-1 8 0,3 27 0,1 13 0,0-3 0,-1-16-328,0-16 0,-1-9 0,1 10 131,-1 16 0,0 17 1,0 3-1,-1-8 0,-3-22-4,-1-15 0,-3-10 959,-11 45-758,18-24 97,-7-4 1,7-58 0,-9-2-1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1:43.58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24575,'30'79'0,"-8"-13"0,8-5 0,-19-23 0,-2-36 0,-9 5 0,0-16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1:44.54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83 24575,'52'-32'0,"-2"11"0,0 3 0,-7 15 0,-2-6 0,-12 9 0,0 0 0,-6 0 0,7 0 0,-10 0 0,0 18 0,18 54 0,-13-1 0,-6-19 0,0-1 0,1 19 0,-9-8 0,-1-19 0,-20-14 0,-54 16 0,-21-3 0,28-23 0,0-1 0,-32 25 0,5-4 0,14-21 0,61-18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1:46.01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24575,'54'20'0,"3"0"0,-44 1 0,14-10 0,-24-2 0,6-9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1:47.89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0 103 24575,'73'-9'0,"-14"4"0,1-1 0,22-6 0,-29 2 0,-3 2 0,0 6 0,-20-7 0,-1-1 0,21-1 0,4-1 0,-2 3 0,-22 27 0,-21-4 0,-9 15 0,-14 32 0,11-31 0,-10 30 0,3-30 0,8 1 0,-16 10 0,6 0 0,1-9 0,-7-12 0,24-2 0,-4-16 0,19 7 0,48-9 0,9 0 0,-16 0 0,6 0 0,6-1 0,0 2 0,-5 6 0,-2 0 0,-3-7 0,-6 3 0,7 19 0,-38-11 0,-27 10 0,-9 26 0,-21 8 0,-13 26 0,10-29 0,0-1 0,-21 27 0,9 5 0,15-42 0,-9 6 0,4-13 0,-6-2 0,21-5 0,10-25 0,10 8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1:48.95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96 1 24575,'-43'31'0,"-5"-1"0,43-19 0,16-2 0,39-6 0,14-6 0,-12-3 0,6-1 0,7 5 0,12 1 0,5 1 0,-2 0-246,-4-3 0,-1-1 0,5 0 0,9 1 123,-13 2 0,8 0 0,5 1 0,4 1 0,3-1 0,0 1 0,-1-1 0,-2 0 0,-3 0 0,-1 0 0,0 0 0,1 0 0,0 0 0,0 0 0,3 0 0,1 0 13,0 0 1,3 0 0,2 0 0,1 0-1,0 0 1,0 0 0,-2 0 0,-2 0-1,-3 0-31,10 0 1,-1 0-1,-2 0 1,-2 0-1,-2 0 1,-3 0-1,-4 0-56,11 0 0,-4 0 1,-3 0-1,-5 0 0,-6 0-131,16 0 0,-7 0 0,-13 0 131,-11 0 0,-16 0 1,-21 0-1,-21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1:51.98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1807 1 24575,'1'51'0,"0"1"0,-16 15 0,-12 8 0,-6-2 0,-12-2 0,-9-2 0,-7 8-164,13-15 0,-5 6 0,-3 4 0,-3 1 0,-2-2 0,0-5 0,-1-3 0,-2-3 0,-3-1 0,1-1 0,-1-1 0,1-1-33,-11 10 0,0-1 1,1-1-1,1-2 0,3-3-49,-4 5 0,2-1 0,5-6 0,6-12-246,-5-11 0,12-7-492,4 17 445,43-51 539,27 14 0,23-34 0,37 7 0,29 3 0,-7-3 327,-36 0 1,-4-1 0,11 1-249,5 4 0,14 1 1,8 1-1,1 1 1,-5-1-1,-11 0-79,16-6 0,-10 0 0,1 2 135,-11 7 1,3 0-1,-4 2 1,-10 0-136,10-2 0,-22-2 0,-35-5 0,-3 16 0,-16-17 0,25 17 983,-4-16 0,-1 6 0,6 1 0,-17-8-473,9 17-510,52-22 0,10-5 0,-10 9 0,14-8 0,-5 1 0,-40 15 0,-21-6 0,8 16 0,-15-7 0,8 0 0,-3 6 0,-7-6 0,0 0 0,7 7 0,-15 1 0,33 22 0,-11 20 0,15 20 0,-8 12 0,-3 10 0,-13-11 0,0 2 0,11 20 0,2 0 0,-9-15 0,-1-8 0,9 20 0,5-8 0,-21-42 0,6-21 0,-16 7 0,7 36 0,-8-10 0,-2 6 0,1 16 0,0 13 0,0-11 0,0 16 0,0 5 0,0-2 0,0-12-328,0-2 0,0-8 0,0 8 221,0 2 0,0 12 0,0 2 0,0-7 0,0-15 107,0 1 0,0-9 0,0-1 0,0-4 0,0 22 0,0-35 0,0-20 0,-9-19 0,-12-2 983,-11-9-447,-9-9-536,-19 6 0,-1-13 0,-3-3 0,-25 3 0,21-2 0,4-2 0,11-10 0,-19-6 0,44 12 0,-12 1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1:53.18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24575,'32'40'0,"-3"19"0,1 5 0,-8 8 0,-1-2 0,-3-36 0,-16 2 0,-2-33 0,-2 6 0,-7-9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1:54.48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0 102 24575,'32'0'0,"15"-9"0,-4 6 0,27-15 0,3 16 0,-23-9 0,3-1 0,13 3 0,-1 1 0,31-8 0,-3 2 0,-72 23 0,-3 12 0,-3 50 0,-8 3 0,-1 6 0,1-12 0,-1 1 0,-10 19 0,-1-7 0,2-14 0,-15-28 0,16-21 0,-48-3 0,4 25 0,-12-11 0,10 0 0,36-11 0,3-16 0,9 8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1:57.79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24575,'31'0'0,"-1"0"0,8 9 0,5 11 0,16 7 0,14 9 0,-13-4 0,6 7 0,3 2 0,1-3-246,3-3 0,0-2 0,3 1 0,1 3 49,-3 2 0,4 4 1,0 1-1,-3-2 0,-5-6-131,5-2 0,-6-4 0,1 2 451,11 10 1,1 3-1,-13-6-123,-24-13 0,-2-2 0,33 11 0,1 1 0,-27-9 0,-2-2 0,2 0 0,-1-1 0,37 23 983,-28 0 0,-8-24-367,-7 6-616,-11-8 0,-23-10 0,-12-2 0,-6-9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1:59.40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24575,'50'38'0,"-7"-4"0,-12 7 0,15 6 0,-13-4 0,1-2 0,2 1 0,18 16 0,-5 4 0,-19-23 0,-1 2 0,-6 2 0,6 6 0,-8-17 0,-10-3 0,7 10 0,-7-14 0,1 13 0,6-8 0,-16-8 0,7-1 0,-9-12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2:00.53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92 24575,'32'0'0,"-3"0"0,1 0 0,32 0 0,5 0 0,-6-2 0,13-2 0,-4 1-380,7 2 1,-1 0 379,15-4 0,-6 0 75,6 5-75,-39-13 0,12 1 0,-4-4 0,-3 7 0,-37 9 568,1 0-568,17-9 29,-4 6 0,-2-6 0,-14 9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3:50.74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0 269 24575,'50'-30'0,"11"-2"0,2 0 0,-2 2 0,7 0 0,-13-2 0,15-9 0,-27 18 0,-14 5 0,-20 18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3:51.53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42 0 24575,'-6'66'0,"0"0"0,1 20 0,1 4 0,-1 4 0,1-1 0,3-5 0,-1-10 0,-7-4 0,9-35 0,0-19 0,0 0 0,0 10 0,0-8 0,0 8 0,0 21 0,0-14 0,0 17 0,0-25 0,0-18 0,0-2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3:52.13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0 618 24575,'81'0'0,"19"0"0,-40-8 0,8-4 0,3-3-328,16-7 0,5-4 0,-4 0 3,-20 8 0,-4 0 1,7-6 324,2-6 0,9-7 0,3-3 0,-5 1 0,-13 6 0,8-3 0,-4-1 0,14-5 0,7-4 0,-18 5 0,-9-6 0,-38 35 0,-27 3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3:52.93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1 277 24575,'32'0'0,"6"0"0,-6 0 0,27 0 0,26-23 0,-25 8 0,-9-5 0,3-3 0,-3 3 0,-2 0 0,-3-2 0,1 0 0,12 2 0,-5 0 0,-1-10 0,-22 9 0,-13 10 0,-18 2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3:53.84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678 0 24575,'-13'63'0,"10"32"0,-19-8 0,-4 7-328,14-28 0,1 1 0,-5 1 85,-12 8 1,-5 0 0,-2 2 242,-1 6 0,-2 1 0,-1-7 277,-9 3 0,-2-6-277,1 1 0,4-7 283,-5 5-283,0-40 0,15 7 0,6-11 874,19-10-874,10 9 0,14 34 0,-7 3 0,-1 25 0,1 13 0,1 3 0,0-8-197,1-15 0,0-3 1,1 0-1,0 2 0,-1 4 33,-2 5 0,0 5 0,-1 2 0,0 1 0,0-2 0,1-3-33,3 11 0,1 2 1,-1-4-1,0-9 0,-4-16 24,-3 1 1,-1-8 172,5 10 0,2 5 0,-3-47 0,-6-65 0,0-30 0,-10-31 0,-2-2 0,7 21 0,-6 4 0,1 1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3:58.46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1 306 24575,'57'-22'0,"1"-1"0,0-5 0,1 0 0,6 2 0,1 0 0,5-5 0,-2 2 0,-17 9 0,-3 3 0,43-17 0,-51 22 0,-11 3 0,-10 18 0,-9 2 0,-2 50 0,-23-10 0,-12 8 0,-2 8 0,-7 7 0,-3-1-318,-4-3 1,-4-3-1,-1 2 318,-2 7 0,0 1 0,2-8 0,-7-2 0,8-11 0,5 0 0,41-41 0,50-44 0,-2 6 0,9 11 0,23 1 0,8 2 0,-5-1-328,14-4 0,0 1 0,5-1 95,-7 4 0,6-1 0,0 1 1,-7 0 232,10-1 0,-6 1 0,-17 2 858,11 4-858,-43 15 0,-77 37 0,-20 26 0,-15 13 0,9-24 0,-7 2 0,-4 6-197,9-8 0,-5 8 1,-2 1-1,0-1 0,3-7 192,0-4 0,1-6 1,0-1-1,1 2 250,-7 8 1,-1 4 0,3-5 0,9-10 213,5-10 0,6-6-459,-6 10 0,14-8 0,30-24 0,74-37 0,20-10 491,-21 1 1,0-1-460,17-3 0,-45 16 0,-21 10 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3:59.45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24575,'28'85'0,"-1"-1"0,0 0 0,-12 1 0,-5 4 0,-2 6 0,1 4 0,-1-13 0,0 5 0,0 3 0,0 2 0,-2-1 0,-2-3-164,-2-6 0,-1 0 0,-2-1 0,0 0 0,0-2 0,1 0-33,0 10 0,0 1 1,0-3-1,0-4 0,0-9-131,0 2 0,0-8 0,0-8 79,0-7 0,0-10 249,0-6 804,9-20-804,-7 6 0,16-14 0,-15 17 983,6-10-738,0-9 1,-7-2 0,7-9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00.68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24575,'0'0'0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02.33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1 179 24575,'50'52'0,"-16"-11"0,4-12 0,-18-18 0,1-2 0,-10 0 0,7-6 0,-6 15 0,8-16 0,-9 16 0,7-16 0,-6 17 0,17-8 0,-6 0 0,46-15 0,-21-9 0,14 1 0,12-5 0,-1-2 0,7-5 0,1 3 0,1 6 0,1 1 0,3-4-109,-1-7 1,3-6-1,2 1 1,-5 7 108,2 8 0,-3 6 0,4-1 0,-3-3 0,6-2 0,-2 1 0,-7 4 0,19 4 0,-7 3 0,-21 0 0,-1-1 0,-14 0 0,-3-8 0,-44 3 0,0 0 0,-2 6 0,-9-6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05.68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227 0 24575,'-11'32'0,"-8"-2"0,8-1 0,-10 3 0,-8 36 0,-3-12 0,-10 32 0,10-33 0,12-6 0,10-28 0,10-12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06.40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24575,'61'9'0,"0"2"0,9 18 0,-24-11 0,2 0 0,16 7 0,3 0 0,-1-1 0,0-1 0,11 5 0,-2-2 0,-21-10 0,-3 0 0,34 18 0,-44-14 0,-14-8 0,-25-3 0,7-9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09.99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24575,'50'0'0,"-7"0"0,15 0 0,4 0 0,10 9 0,9-6 0,-8 6 0,-12 0 0,-20-7 0,-12 7 0,-9-9 0,1 9 0,-10-7 0,-2 7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10.91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24575,'0'31'0,"9"8"0,11-8 0,12 10 0,17 0 0,13 0 0,23 8 0,-22-18 0,2 2 0,-12 0 0,-1-2 0,-1-7 0,-4-1 0,10 13 0,-53-34 0,12-2 0,-34-21 0,15 8 0,-6-6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12.83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1 854 24575,'58'-12'0,"-12"-6"0,31 6 0,8-12 0,-18 0 0,5-1 0,-3 10 0,1-1 0,12-15 0,-3 1 0,-27 18 0,-4 0 0,44-22 0,-22 14 0,-16 8 0,5-6 0,-9 6 0,2-8 0,18-1 0,-16 0 0,5 10 0,-27-7 0,6 15 0,-6-15 0,9 16 0,-10-17 0,-1 17 0,-19-16 0,16 16 0,-13-17 0,24 8 0,3-10 0,2 0 0,16 1 0,2-10 0,20-2 0,-6-9 0,4 9 0,-18 2 0,0 0 0,-8 7 0,-4-7 0,-17 19 0,-3-7 0,-8 15 0,17 3 0,-4 2 0,16 26 0,0-15 0,-7 17 0,7-10 0,-28 0 0,-4 1 0,-48 35 0,-36 20 0,11-21 0,-13 6 0,-8 3 0,-4 2 0,3-1-164,10-5 0,0 1 0,0 0 0,-4 2 0,-3 0 0,-7 1 65,12-13 1,-7 3 0,-4 1-1,-4 0 1,-1 1 0,1-1-1,1-2 1,3-2 0,6-2-1,7-4 17,-14 12 0,8-5 0,4-2 0,0-3 0,-3-1 0,-13 3 0,-9 0 0,2-2 0,17-8 0,29-12 0,28-8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14.44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885 0 24575,'-13'71'0,"-1"-1"0,1 0 0,-14 2 0,-7-2 0,-5 2 0,2-7 0,-4 1 0,-2 0 0,-2-4-328,-18 15 0,-3-4 0,3-6 181,-8 5 0,6-9 355,18-19 1,5-8-209,4-9 212,8-27-212,-2-9 0,0 6 0,11-6 0,12 9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16.26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24575,'20'41'0,"-8"-1"0,6-17 0,-16 4 0,16-25 0,-16 16 0,16-6 0,-15 8 0,15-9 0,-7-2 0,9 1 0,1 1 0,17 0 0,-4-2 0,34-9 0,8 0 0,-12 1 0,11-1 0,-1-1 0,20-2 0,5-3-243,-24 1 1,7-1 0,1-1 0,-9 2 242,19-2 0,-3-1-111,-4-3 1,4-3-1,-10 4 111,-20 9 0,-5-1 0,22-9 0,-7 0 0,-20 8 0,-39-6 0,-4 9 0,-16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17.20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0 710 24575,'63'-25'0,"-17"-13"0,9-9 0,23 2 0,16-1 0,-3-3-328,-15 0 0,-4-2 0,7 0 82,2 8 0,8 0 0,-1 3 0,-12 3-246,7-7 0,-11 8 617,-7 10 1,-11 5 0,-25 2-1,-20 19 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18.23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290 1 24575,'-9'31'0,"-3"-1"0,-8-1 0,-1 3 0,-9 27 0,16-23 0,-13 29 0,25-31 0,-8 16 0,10-9 0,0 0 0,0 8 0,0-6 0,10 16 0,-8-25 0,16-4 0,-16-12 0,16-16 0,-15 16 0,6-7 0,0 1 0,-7 6 0,7-7 0,-18 0 0,6 8 0,-24-8 0,13 9 0,-34 1 0,-4 8 0,15-15 0,1 4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20.09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1 806 24575,'32'0'0,"-3"0"0,0-19 0,21 6 0,35-31 0,2 11 0,-36 16 0,2-2 0,7-10 0,1 1 0,-8 12 0,7 1 0,14-5 0,15-3 0,6-1 0,-4 2-246,-8 3 0,-1 1 0,2 0 0,3 0 165,2-1 1,4-1 0,3 0 0,-4 0-1,-8 2 81,16-5 0,-8 1 0,-7 2 0,6-1 0,-15 5 0,-17 7 0,-7 0 0,18-3 0,-6-8 0,15-1 0,-25 10 491,3 0 1,3 3-89,13 6-403,-4-7 0,5 0 0,0 8 0,6-1 0,0-8 0,6-4 0,1 3 0,-6 8 0,1 3 0,-3-3 0,-5-5 0,-1-3 0,-8 4 0,-3 7 0,-12 0 0,-21-9 0,-27 7 0,5-8 0,-16 10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27.43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24575,'32'9'0,"6"3"0,-6 17 0,9 3 0,8 17 0,-15-6 0,5-2 0,-28-21 0,-2-10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28.18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0 131 24575,'50'-9'0,"33"-6"0,-25 2 0,6 0 0,14-2 0,1 0 0,-9 1 0,-4 2 0,32-4 0,-50 7 0,-28 9 0,-8 9 0,6-7 0,-7 35 0,9-12 0,-8 33 0,6-15 0,-7-2 0,0-12 0,7-8 0,-15-1 0,6-8 0,-9-3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32.97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24575,'30'41'0,"-8"0"0,8 0 0,-10 17 0,0-21 0,1 10 0,-10-27 0,7 1 0,-7-1 0,1 10 0,6 1 0,-7-8 0,0 4 0,8-25 0,-8-2 0,36-2 0,-10-16 0,21 15 0,-8-6 0,2 9 0,-9 0 0,-13 0 0,-21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33.78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24575,'0'0'0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35.75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0 364 24575,'9'23'0,"2"-5"0,19-9 0,11-7 0,6 4 0,10-3 0,7-6 0,8-5 0,8-2-197,-5-1 0,7-2 1,4-2-1,3 0 0,0 0 33,-9 2 0,3 0 0,0 0 0,2-1 0,0 0 0,0-1 0,7-1 0,2-2 0,1 0 0,-1 0 0,-2 1 0,-4 1-33,-1 0 0,-1 0 1,-3 1-1,-4 1 0,-5 2-131,16-1 0,-7 3 0,-12-2 313,-8-5 1,-16 4 0,-20 11 0,-27-8-1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37.03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24575,'32'9'0,"-3"12"0,-8 10 0,-1 10 0,-9 0 0,-2 0 0,1-10 0,-8-1 0,7-10 0,-9 1 0,0-1 0,9-9 0,-7 7 0,7-6 0,-18-1 0,7 7 0,-17-16 0,8 7 0,-1-9 0,3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38.19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24575,'23'9'0,"4"-7"0,-25 25 0,8-4 0,-1 18 0,-7-10 0,7-1 0,-9-28 0,0 23 0,0-21 0,-9 16 0,6-1 0,-6-8 0,0 0 0,-12-11 0,8-20 0,-6 6 0,19-4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39.11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24575,'40'0'0,"-8"0"0,-3 0 0,-8 0 0,-1 0 0,1 0 0,17 0 0,-13 0 0,22 0 0,-24 9 0,6-7 0,-8 7 0,-1-9 0,1 0 0,-1 0 0,0 0 0,10-9 0,10 7 0,-6-7 0,5 9 0,-28 0 0,-2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40.06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216 1 24575,'9'22'0,"-6"5"0,6-15 0,0 17 0,-7-6 0,7 42 0,-22 14 0,0 8 0,-21 5 0,11-22 0,-6-16 0,8 5 0,0-18 0,1-10 0,8-1 0,-6-19 0,16 7 0,-17-16 0,8 7 0,-1-18 0,3-2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41.70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24575,'32'0'0,"6"0"0,-6 9 0,18-7 0,11 25 0,11-22 0,17 8 0,10 1 0,-14-12 0,4-2-246,6 3 0,8 1 1,-8-2 245,-1-2 0,-5 0 0,10 4 0,-8 1 0,-1 6 0,-11 1 0,-38-3 0,-11-9 0,-10 0 737,27 0-737,-10 0 0,21 0 0,-8 0 0,11 0 0,-6 0 0,22 0 0,-14 0 0,18 0 0,-17 0 0,4 0 0,-25 0 0,-3 0 0,-10 0 0,-10 0 0,1 0 0,-1 0 0,18 0 0,5 0 0,9 0 0,16 0 0,-4 0 0,30 0 0,-42 0 0,2 0 0,7 0 0,0 0 0,39 0 0,-27 0 0,-25 0 0,-25 0 0,15 0 0,-6 0 0,-1 0 0,-1 0 0,-1 0 0,3 0 0,0 0 0,6 9 0,3-7 0,-7 7 0,4-9 0,-17 0 0,-1 0 0,0 0 0,-8 0 0,-3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43.34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53 102 24575,'41'-9'0,"58"-7"0,-13-9 0,-14 16 0,2 1 0,-22-4 0,-4 1 0,37 9 0,-35-7 0,-30 18 0,-11 2 0,-9 41 0,-30 7 0,-21 14 0,0 1 0,9-5 0,1-1 0,-5 4 0,-8 2 0,-7 5 0,0-2 0,8-8 0,-7 13 0,6-13 0,6-22 0,14-10 0,32-19 0,2-7 0,11 37 0,9-3 0,-8 16 0,6-20 0,-7 6 0,9-13 0,-8 7 0,-3-12 0,-9-8 0,-10-10 0,-1-20 0,-10-5 0,10-6 0,2 10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44.63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94 24575,'43'-11'0,"-5"2"0,-18 0 0,19 6 0,-5-15 0,16 16 0,-19-8 0,-1 10 0,-10 0 0,-9-9 0,17 7 0,3-7 0,3 9 0,-4-9 0,-12 6 0,-16 3 0,16 21 0,-15 63 0,-4 19 0,12-45 0,1 3 0,-9 23 0,-4 11 0,2-9 0,6-15 0,-1-7 0,-5-3 0,-2-4 0,1 26 0,9-16 0,-7-21 0,7 13 0,1-28 0,-8 8 0,7 1 0,-9 3 0,0 7 0,-9-27 0,-3-14 0,1-11 0,2-8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45.32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42 24575,'31'0'0,"8"0"0,1-9 0,3-3 0,16 1 0,-34 2 0,2 9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47.41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24575,'11'23'0,"-2"-5"0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48.35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1 104 24575,'50'0'0,"2"-10"0,18-10 0,-16-3 0,-4 2 0,-30 3 0,-2 16 0,-15-8 0,6 10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49.19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21 24575,'72'12'0,"-20"-3"0,-13-9 0,-10 0 0,12 0 0,2 0 0,34 0 0,-39-10 0,19 8 0,-37-7 0,1 9 0,8-9 0,-15 6 0,4-6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49.78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310 1 24575,'-32'52'0,"11"-11"0,3-12 0,-3 10 0,-2-5 0,-25 24 0,23-24 0,-14 5 0,28-19 0,-8-8 0,8-3 0,0 0 0,-8-7 0,17 7 0,-7-9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50.71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24575,'31'0'0,"8"0"0,-17 0 0,8 0 0,-10 0 0,1 10 0,8 10 0,3 3 0,8 15 0,-8-15 0,-3 6 0,-8-9 0,-10 1 0,7-10 0,-16 7 0,17-16 0,-17 17 0,7-8 0,-9 0 0,0-2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3:50.74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0 269 24575,'50'-30'0,"11"-2"0,2 0 0,-2 2 0,7 0 0,-13-2 0,15-9 0,-27 18 0,-14 5 0,-20 18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3:51.53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42 0 24575,'-6'66'0,"0"0"0,1 20 0,1 4 0,-1 4 0,1-1 0,3-5 0,-1-10 0,-7-4 0,9-35 0,0-19 0,0 0 0,0 10 0,0-8 0,0 8 0,0 21 0,0-14 0,0 17 0,0-25 0,0-18 0,0-2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3:52.13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0 618 24575,'81'0'0,"19"0"0,-40-8 0,8-4 0,3-3-328,16-7 0,5-4 0,-4 0 3,-20 8 0,-4 0 1,7-6 324,2-6 0,9-7 0,3-3 0,-5 1 0,-13 6 0,8-3 0,-4-1 0,14-5 0,7-4 0,-18 5 0,-9-6 0,-38 35 0,-27 3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3:52.93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1 277 24575,'32'0'0,"6"0"0,-6 0 0,27 0 0,26-23 0,-25 8 0,-9-5 0,3-3 0,-3 3 0,-2 0 0,-3-2 0,1 0 0,12 2 0,-5 0 0,-1-10 0,-22 9 0,-13 10 0,-18 2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3:53.84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678 0 24575,'-13'63'0,"10"32"0,-19-8 0,-4 7-328,14-28 0,1 1 0,-5 1 85,-12 8 1,-5 0 0,-2 2 242,-1 6 0,-2 1 0,-1-7 277,-9 3 0,-2-6-277,1 1 0,4-7 283,-5 5-283,0-40 0,15 7 0,6-11 874,19-10-874,10 9 0,14 34 0,-7 3 0,-1 25 0,1 13 0,1 3 0,0-8-197,1-15 0,0-3 1,1 0-1,0 2 0,-1 4 33,-2 5 0,0 5 0,-1 2 0,0 1 0,0-2 0,1-3-33,3 11 0,1 2 1,-1-4-1,0-9 0,-4-16 24,-3 1 1,-1-8 172,5 10 0,2 5 0,-3-47 0,-6-65 0,0-30 0,-10-31 0,-2-2 0,7 21 0,-6 4 0,1 1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3:58.46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1 306 24575,'57'-22'0,"1"-1"0,0-5 0,1 0 0,6 2 0,1 0 0,5-5 0,-2 2 0,-17 9 0,-3 3 0,43-17 0,-51 22 0,-11 3 0,-10 18 0,-9 2 0,-2 50 0,-23-10 0,-12 8 0,-2 8 0,-7 7 0,-3-1-318,-4-3 1,-4-3-1,-1 2 318,-2 7 0,0 1 0,2-8 0,-7-2 0,8-11 0,5 0 0,41-41 0,50-44 0,-2 6 0,9 11 0,23 1 0,8 2 0,-5-1-328,14-4 0,0 1 0,5-1 95,-7 4 0,6-1 0,0 1 1,-7 0 232,10-1 0,-6 1 0,-17 2 858,11 4-858,-43 15 0,-77 37 0,-20 26 0,-15 13 0,9-24 0,-7 2 0,-4 6-197,9-8 0,-5 8 1,-2 1-1,0-1 0,3-7 192,0-4 0,1-6 1,0-1-1,1 2 250,-7 8 1,-1 4 0,3-5 0,9-10 213,5-10 0,6-6-459,-6 10 0,14-8 0,30-24 0,74-37 0,20-10 491,-21 1 1,0-1-460,17-3 0,-45 16 0,-21 10 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3:59.45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24575,'28'85'0,"-1"-1"0,0 0 0,-12 1 0,-5 4 0,-2 6 0,1 4 0,-1-13 0,0 5 0,0 3 0,0 2 0,-2-1 0,-2-3-164,-2-6 0,-1 0 0,-2-1 0,0 0 0,0-2 0,1 0-33,0 10 0,0 1 1,0-3-1,0-4 0,0-9-131,0 2 0,0-8 0,0-8 79,0-7 0,0-10 249,0-6 804,9-20-804,-7 6 0,16-14 0,-15 17 983,6-10-738,0-9 1,-7-2 0,7-9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00.68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24575,'0'0'0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02.33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1 179 24575,'50'52'0,"-16"-11"0,4-12 0,-18-18 0,1-2 0,-10 0 0,7-6 0,-6 15 0,8-16 0,-9 16 0,7-16 0,-6 17 0,17-8 0,-6 0 0,46-15 0,-21-9 0,14 1 0,12-5 0,-1-2 0,7-5 0,1 3 0,1 6 0,1 1 0,3-4-109,-1-7 1,3-6-1,2 1 1,-5 7 108,2 8 0,-3 6 0,4-1 0,-3-3 0,6-2 0,-2 1 0,-7 4 0,19 4 0,-7 3 0,-21 0 0,-1-1 0,-14 0 0,-3-8 0,-44 3 0,0 0 0,-2 6 0,-9-6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05.68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227 0 24575,'-11'32'0,"-8"-2"0,8-1 0,-10 3 0,-8 36 0,-3-12 0,-10 32 0,10-33 0,12-6 0,10-28 0,10-12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06.40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24575,'61'9'0,"0"2"0,9 18 0,-24-11 0,2 0 0,16 7 0,3 0 0,-1-1 0,0-1 0,11 5 0,-2-2 0,-21-10 0,-3 0 0,34 18 0,-44-14 0,-14-8 0,-25-3 0,7-9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09.99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24575,'50'0'0,"-7"0"0,15 0 0,4 0 0,10 9 0,9-6 0,-8 6 0,-12 0 0,-20-7 0,-12 7 0,-9-9 0,1 9 0,-10-7 0,-2 7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10.91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24575,'0'31'0,"9"8"0,11-8 0,12 10 0,17 0 0,13 0 0,23 8 0,-22-18 0,2 2 0,-12 0 0,-1-2 0,-1-7 0,-4-1 0,10 13 0,-53-34 0,12-2 0,-34-21 0,15 8 0,-6-6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12.83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1 854 24575,'58'-12'0,"-12"-6"0,31 6 0,8-12 0,-18 0 0,5-1 0,-3 10 0,1-1 0,12-15 0,-3 1 0,-27 18 0,-4 0 0,44-22 0,-22 14 0,-16 8 0,5-6 0,-9 6 0,2-8 0,18-1 0,-16 0 0,5 10 0,-27-7 0,6 15 0,-6-15 0,9 16 0,-10-17 0,-1 17 0,-19-16 0,16 16 0,-13-17 0,24 8 0,3-10 0,2 0 0,16 1 0,2-10 0,20-2 0,-6-9 0,4 9 0,-18 2 0,0 0 0,-8 7 0,-4-7 0,-17 19 0,-3-7 0,-8 15 0,17 3 0,-4 2 0,16 26 0,0-15 0,-7 17 0,7-10 0,-28 0 0,-4 1 0,-48 35 0,-36 20 0,11-21 0,-13 6 0,-8 3 0,-4 2 0,3-1-164,10-5 0,0 1 0,0 0 0,-4 2 0,-3 0 0,-7 1 65,12-13 1,-7 3 0,-4 1-1,-4 0 1,-1 1 0,1-1-1,1-2 1,3-2 0,6-2-1,7-4 17,-14 12 0,8-5 0,4-2 0,0-3 0,-3-1 0,-13 3 0,-9 0 0,2-2 0,17-8 0,29-12 0,28-8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14.44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885 0 24575,'-13'71'0,"-1"-1"0,1 0 0,-14 2 0,-7-2 0,-5 2 0,2-7 0,-4 1 0,-2 0 0,-2-4-328,-18 15 0,-3-4 0,3-6 181,-8 5 0,6-9 355,18-19 1,5-8-209,4-9 212,8-27-212,-2-9 0,0 6 0,11-6 0,12 9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16.26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24575,'20'41'0,"-8"-1"0,6-17 0,-16 4 0,16-25 0,-16 16 0,16-6 0,-15 8 0,15-9 0,-7-2 0,9 1 0,1 1 0,17 0 0,-4-2 0,34-9 0,8 0 0,-12 1 0,11-1 0,-1-1 0,20-2 0,5-3-243,-24 1 1,7-1 0,1-1 0,-9 2 242,19-2 0,-3-1-111,-4-3 1,4-3-1,-10 4 111,-20 9 0,-5-1 0,22-9 0,-7 0 0,-20 8 0,-39-6 0,-4 9 0,-16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17.20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0 710 24575,'63'-25'0,"-17"-13"0,9-9 0,23 2 0,16-1 0,-3-3-328,-15 0 0,-4-2 0,7 0 82,2 8 0,8 0 0,-1 3 0,-12 3-246,7-7 0,-11 8 617,-7 10 1,-11 5 0,-25 2-1,-20 19 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18.23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290 1 24575,'-9'31'0,"-3"-1"0,-8-1 0,-1 3 0,-9 27 0,16-23 0,-13 29 0,25-31 0,-8 16 0,10-9 0,0 0 0,0 8 0,0-6 0,10 16 0,-8-25 0,16-4 0,-16-12 0,16-16 0,-15 16 0,6-7 0,0 1 0,-7 6 0,7-7 0,-18 0 0,6 8 0,-24-8 0,13 9 0,-34 1 0,-4 8 0,15-15 0,1 4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20.09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1 806 24575,'32'0'0,"-3"0"0,0-19 0,21 6 0,35-31 0,2 11 0,-36 16 0,2-2 0,7-10 0,1 1 0,-8 12 0,7 1 0,14-5 0,15-3 0,6-1 0,-4 2-246,-8 3 0,-1 1 0,2 0 0,3 0 165,2-1 1,4-1 0,3 0 0,-4 0-1,-8 2 81,16-5 0,-8 1 0,-7 2 0,6-1 0,-15 5 0,-17 7 0,-7 0 0,18-3 0,-6-8 0,15-1 0,-25 10 491,3 0 1,3 3-89,13 6-403,-4-7 0,5 0 0,0 8 0,6-1 0,0-8 0,6-4 0,1 3 0,-6 8 0,1 3 0,-3-3 0,-5-5 0,-1-3 0,-8 4 0,-3 7 0,-12 0 0,-21-9 0,-27 7 0,5-8 0,-16 10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27.43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24575,'32'9'0,"6"3"0,-6 17 0,9 3 0,8 17 0,-15-6 0,5-2 0,-28-21 0,-2-10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28.18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0 131 24575,'50'-9'0,"33"-6"0,-25 2 0,6 0 0,14-2 0,1 0 0,-9 1 0,-4 2 0,32-4 0,-50 7 0,-28 9 0,-8 9 0,6-7 0,-7 35 0,9-12 0,-8 33 0,6-15 0,-7-2 0,0-12 0,7-8 0,-15-1 0,6-8 0,-9-3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32.97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24575,'30'41'0,"-8"0"0,8 0 0,-10 17 0,0-21 0,1 10 0,-10-27 0,7 1 0,-7-1 0,1 10 0,6 1 0,-7-8 0,0 4 0,8-25 0,-8-2 0,36-2 0,-10-16 0,21 15 0,-8-6 0,2 9 0,-9 0 0,-13 0 0,-21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33.78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24575,'0'0'0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35.75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0 364 24575,'9'23'0,"2"-5"0,19-9 0,11-7 0,6 4 0,10-3 0,7-6 0,8-5 0,8-2-197,-5-1 0,7-2 1,4-2-1,3 0 0,0 0 33,-9 2 0,3 0 0,0 0 0,2-1 0,0 0 0,0-1 0,7-1 0,2-2 0,1 0 0,-1 0 0,-2 1 0,-4 1-33,-1 0 0,-1 0 1,-3 1-1,-4 1 0,-5 2-131,16-1 0,-7 3 0,-12-2 313,-8-5 1,-16 4 0,-20 11 0,-27-8-1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37.03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24575,'32'9'0,"-3"12"0,-8 10 0,-1 10 0,-9 0 0,-2 0 0,1-10 0,-8-1 0,7-10 0,-9 1 0,0-1 0,9-9 0,-7 7 0,7-6 0,-18-1 0,7 7 0,-17-16 0,8 7 0,-1-9 0,3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38.19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24575,'23'9'0,"4"-7"0,-25 25 0,8-4 0,-1 18 0,-7-10 0,7-1 0,-9-28 0,0 23 0,0-21 0,-9 16 0,6-1 0,-6-8 0,0 0 0,-12-11 0,8-20 0,-6 6 0,19-4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39.11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24575,'40'0'0,"-8"0"0,-3 0 0,-8 0 0,-1 0 0,1 0 0,17 0 0,-13 0 0,22 0 0,-24 9 0,6-7 0,-8 7 0,-1-9 0,1 0 0,-1 0 0,0 0 0,10-9 0,10 7 0,-6-7 0,5 9 0,-28 0 0,-2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40.06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216 1 24575,'9'22'0,"-6"5"0,6-15 0,0 17 0,-7-6 0,7 42 0,-22 14 0,0 8 0,-21 5 0,11-22 0,-6-16 0,8 5 0,0-18 0,1-10 0,8-1 0,-6-19 0,16 7 0,-17-16 0,8 7 0,-1-18 0,3-2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41.70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24575,'32'0'0,"6"0"0,-6 9 0,18-7 0,11 25 0,11-22 0,17 8 0,10 1 0,-14-12 0,4-2-246,6 3 0,8 1 1,-8-2 245,-1-2 0,-5 0 0,10 4 0,-8 1 0,-1 6 0,-11 1 0,-38-3 0,-11-9 0,-10 0 737,27 0-737,-10 0 0,21 0 0,-8 0 0,11 0 0,-6 0 0,22 0 0,-14 0 0,18 0 0,-17 0 0,4 0 0,-25 0 0,-3 0 0,-10 0 0,-10 0 0,1 0 0,-1 0 0,18 0 0,5 0 0,9 0 0,16 0 0,-4 0 0,30 0 0,-42 0 0,2 0 0,7 0 0,0 0 0,39 0 0,-27 0 0,-25 0 0,-25 0 0,15 0 0,-6 0 0,-1 0 0,-1 0 0,-1 0 0,3 0 0,0 0 0,6 9 0,3-7 0,-7 7 0,4-9 0,-17 0 0,-1 0 0,0 0 0,-8 0 0,-3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43.34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53 102 24575,'41'-9'0,"58"-7"0,-13-9 0,-14 16 0,2 1 0,-22-4 0,-4 1 0,37 9 0,-35-7 0,-30 18 0,-11 2 0,-9 41 0,-30 7 0,-21 14 0,0 1 0,9-5 0,1-1 0,-5 4 0,-8 2 0,-7 5 0,0-2 0,8-8 0,-7 13 0,6-13 0,6-22 0,14-10 0,32-19 0,2-7 0,11 37 0,9-3 0,-8 16 0,6-20 0,-7 6 0,9-13 0,-8 7 0,-3-12 0,-9-8 0,-10-10 0,-1-20 0,-10-5 0,10-6 0,2 10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44.63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94 24575,'43'-11'0,"-5"2"0,-18 0 0,19 6 0,-5-15 0,16 16 0,-19-8 0,-1 10 0,-10 0 0,-9-9 0,17 7 0,3-7 0,3 9 0,-4-9 0,-12 6 0,-16 3 0,16 21 0,-15 63 0,-4 19 0,12-45 0,1 3 0,-9 23 0,-4 11 0,2-9 0,6-15 0,-1-7 0,-5-3 0,-2-4 0,1 26 0,9-16 0,-7-21 0,7 13 0,1-28 0,-8 8 0,7 1 0,-9 3 0,0 7 0,-9-27 0,-3-14 0,1-11 0,2-8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45.32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42 24575,'31'0'0,"8"0"0,1-9 0,3-3 0,16 1 0,-34 2 0,2 9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47.41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24575,'11'23'0,"-2"-5"0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48.35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1 104 24575,'50'0'0,"2"-10"0,18-10 0,-16-3 0,-4 2 0,-30 3 0,-2 16 0,-15-8 0,6 10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49.19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21 24575,'72'12'0,"-20"-3"0,-13-9 0,-10 0 0,12 0 0,2 0 0,34 0 0,-39-10 0,19 8 0,-37-7 0,1 9 0,8-9 0,-15 6 0,4-6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49.78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310 1 24575,'-32'52'0,"11"-11"0,3-12 0,-3 10 0,-2-5 0,-25 24 0,23-24 0,-14 5 0,28-19 0,-8-8 0,8-3 0,0 0 0,-8-7 0,17 7 0,-7-9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4:50.71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24575,'31'0'0,"8"0"0,-17 0 0,8 0 0,-10 0 0,1 10 0,8 10 0,3 3 0,8 15 0,-8-15 0,-3 6 0,-8-9 0,-10 1 0,7-10 0,-16 7 0,17-16 0,-17 17 0,7-8 0,-9 0 0,0-2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5:12.83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24575,'0'74'0,"0"0"0,0 0 0,2 11 0,2 8 0,-1 5 0,2 2 0,-2-18 0,0 3 0,1 3 0,0 0 0,1 2 0,0-2-164,1 6 0,2 1 0,0 0 0,0 0 0,1-3 0,-1-3-33,2 0 0,0-1 1,0-3-1,0-4 0,0-6 190,2 9 0,-1-7 0,0-10 0,2 1 0,-5-22 0,-8-37 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5:21.31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1 534 24575,'32'11'0,"6"7"0,-15-6 0,-3 8 0,-2-9 0,-16 8 0,16-17 0,-6-2 0,8-12 0,49-31 0,-9-1 0,-4 10 0,1 2 0,-1-2 0,-8-3 0,-30 25 0,-7 1 0,58-34 0,-36 18 0,36-14 0,-57 14 0,24 15 0,-11-8 0,25 8 0,-19-6 0,-1 16 0,-10-8 0,0 10 0,10 0 0,1 0 0,32-13 0,10 1 0,6-13 0,0 4 0,-18 1 0,-9 8 0,-20-6 0,-5 15 0,-16-6 0,28 0 0,-14 7 0,13-7 0,-27 18 0,8-7 0,10 25 0,23-13 0,-6 11 0,2 1 0,21-9 0,12 24 0,-50-21 0,-1 3 0,-19 6 0,16 37 0,0 14 0,-8-23 0,2 10 0,-3 3-328,-5 10 0,-4 5 0,0 8 249,-1-7 1,0 10-1,0 3 1,-2-3-1,-2-8 79,-2 6 0,-3-8 0,0 4 0,1-1 0,0 6 0,0-6 0,0-21 0,0 5 0,0-1 0,0-3 0,0 3 0,5-17 0,-1 0 0,-3 16 0,1-3 0,7 6 983,-9-26-589,0-16-394,0 8 0,0-8 0,0-3 0,9-8 0,2 8 0,9 12 0,1-7 0,-10 22 0,-2-31 0,-9 14 0,9-19 0,-7 10 0,17 1 0,-17 10 0,16 18 0,-16-23 0,7 11 0,-9-26 0,9-1 0,-6 10 0,6 1 0,0 10 0,-7 0 0,7-10 0,0-1 0,-7-10 0,7 1 0,-9-1 0,0 0 0,-9 1 0,7-10 0,-7-2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5:23.87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0 251 24575,'32'0'0,"-12"-10"0,47-1 0,-43-10 0,45 10 0,-21-17 0,-3 15 0,34-17 0,-34 9 0,12 10 0,-34-8 0,6 17 0,-9-7 0,1 0 0,26-3 0,-11-8 0,14-1 0,-29 19 0,-12 22 0,-28 32 0,-12 42 0,9-29 0,-2 5 0,-11 19 0,2 0 0,13-23 0,1 4-141,-5 5 0,-1 6 0,1-8 141,3-14 0,1-2 0,-9 27 0,0-2 0,10-28 0,2-7 0,-4 7 0,12 5 0,18-36 0,2 4 0,10-25 423,8 25-423,12-4 0,11 9 0,0 6 0,-20-33 0,-14 10 0,-18-24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5:24.94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1 237 24575,'22'-32'0,"24"2"0,-12 0 0,58-6 0,-33-6 0,22 6 0,-49 15 0,15 12 0,-13 9 0,25 9 0,-16 11 0,7-6 0,-10 13 0,-8-16 0,-12 10 0,-10-1 0,-10 9 0,-19 3 0,-4 9 0,-9 0 0,-7-19 0,26-4 0,-6-18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5:25.65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24575,'0'41'0,"9"-19"0,-6 6 0,15-26 0,-7 7 0,9-9 0,19 0 0,4 0 0,49 0 0,-33 0 0,4 0 0,-45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5:27.45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24575,'32'0'0,"-3"0"0,0 9 0,12 11 0,-7-6 0,4 13 0,-17-25 0,-10 16 0,-2-6 0,-9 83 0,5-5 0,3 15 0,-1-27 0,1 6 0,0 5 0,-1-1-246,-2 8 0,-1 3 0,0-1 0,2-4 17,3-13 1,1-3-1,1-1 1,-2 1 228,-1 5 0,-2 3 0,0-3 0,0-9-40,2 16 0,3-7 40,6 11 0,-3-7 0,-13-30 0,0-11 0,8-15 0,0-1 0,-6-19 0,6-2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5:28.88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0 536 24575,'32'0'0,"6"9"0,-6 11 0,9 3 0,-1 6 0,-8-18 0,-2-11 0,24-30 0,21-24 0,3 2-246,-13 17 0,3 0 0,1 1 0,1-4 19,4-6 0,2-4 1,-1 1-1,-2 5 227,19-2 0,-2 4 0,-18 11 0,-8 4 0,-34 6 0,-21 17 0,-9-7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5:30.26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1450 24575,'31'0'0,"-1"9"0,-10-7 0,1 7 0,8-9 0,-6 0-984,37 0 787,3-16 0,22-11 1,15-8-1,7-1 0,-2 3 74,-24 10 0,1 2 0,4-1 0,1 1 0,4-1 0,2-2 0,4 0 0,2-3 47,-14 4 0,4-2 1,3-2-1,3 0 0,2-2 1,1 0-1,2 0 1,0 0-1,0-1 0,-1 1 1,-1 1-1,-2 1 0,-2 1-6,-1 1 0,-2 1 0,1 0 0,-2 0 0,0 0 0,0 1 0,-1 1 0,0-1 0,0 1 0,0-1 0,-1 1 0,1 0-8,4-2 1,2 0-1,1 0 1,0 0 0,-1 0-1,-1 0 1,-1 1 0,-2 1-1,-4 1 1,-3 1-1,-3 2-74,22-5 0,-5 3 0,-4 1 0,-4 1 0,-4 1 0,-3-1-82,14-3 0,-5-1 0,-7 3 0,-7 4-246,18 4 0,-17 3 109,2-15 383,-49 23 245,-12-9 1,-11 7 0,-9-7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5:12.83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24575,'0'74'0,"0"0"0,0 0 0,2 11 0,2 8 0,-1 5 0,2 2 0,-2-18 0,0 3 0,1 3 0,0 0 0,1 2 0,0-2-164,1 6 0,2 1 0,0 0 0,0 0 0,1-3 0,-1-3-33,2 0 0,0-1 1,0-3-1,0-4 0,0-6 190,2 9 0,-1-7 0,0-10 0,2 1 0,-5-22 0,-8-37 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5:21.31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1 534 24575,'32'11'0,"6"7"0,-15-6 0,-3 8 0,-2-9 0,-16 8 0,16-17 0,-6-2 0,8-12 0,49-31 0,-9-1 0,-4 10 0,1 2 0,-1-2 0,-8-3 0,-30 25 0,-7 1 0,58-34 0,-36 18 0,36-14 0,-57 14 0,24 15 0,-11-8 0,25 8 0,-19-6 0,-1 16 0,-10-8 0,0 10 0,10 0 0,1 0 0,32-13 0,10 1 0,6-13 0,0 4 0,-18 1 0,-9 8 0,-20-6 0,-5 15 0,-16-6 0,28 0 0,-14 7 0,13-7 0,-27 18 0,8-7 0,10 25 0,23-13 0,-6 11 0,2 1 0,21-9 0,12 24 0,-50-21 0,-1 3 0,-19 6 0,16 37 0,0 14 0,-8-23 0,2 10 0,-3 3-328,-5 10 0,-4 5 0,0 8 249,-1-7 1,0 10-1,0 3 1,-2-3-1,-2-8 79,-2 6 0,-3-8 0,0 4 0,1-1 0,0 6 0,0-6 0,0-21 0,0 5 0,0-1 0,0-3 0,0 3 0,5-17 0,-1 0 0,-3 16 0,1-3 0,7 6 983,-9-26-589,0-16-394,0 8 0,0-8 0,0-3 0,9-8 0,2 8 0,9 12 0,1-7 0,-10 22 0,-2-31 0,-9 14 0,9-19 0,-7 10 0,17 1 0,-17 10 0,16 18 0,-16-23 0,7 11 0,-9-26 0,9-1 0,-6 10 0,6 1 0,0 10 0,-7 0 0,7-10 0,0-1 0,-7-10 0,7 1 0,-9-1 0,0 0 0,-9 1 0,7-10 0,-7-2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5:23.87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0 251 24575,'32'0'0,"-12"-10"0,47-1 0,-43-10 0,45 10 0,-21-17 0,-3 15 0,34-17 0,-34 9 0,12 10 0,-34-8 0,6 17 0,-9-7 0,1 0 0,26-3 0,-11-8 0,14-1 0,-29 19 0,-12 22 0,-28 32 0,-12 42 0,9-29 0,-2 5 0,-11 19 0,2 0 0,13-23 0,1 4-141,-5 5 0,-1 6 0,1-8 141,3-14 0,1-2 0,-9 27 0,0-2 0,10-28 0,2-7 0,-4 7 0,12 5 0,18-36 0,2 4 0,10-25 423,8 25-423,12-4 0,11 9 0,0 6 0,-20-33 0,-14 10 0,-18-24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5:24.94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1 237 24575,'22'-32'0,"24"2"0,-12 0 0,58-6 0,-33-6 0,22 6 0,-49 15 0,15 12 0,-13 9 0,25 9 0,-16 11 0,7-6 0,-10 13 0,-8-16 0,-12 10 0,-10-1 0,-10 9 0,-19 3 0,-4 9 0,-9 0 0,-7-19 0,26-4 0,-6-18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5:25.65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24575,'0'41'0,"9"-19"0,-6 6 0,15-26 0,-7 7 0,9-9 0,19 0 0,4 0 0,49 0 0,-33 0 0,4 0 0,-45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5:27.45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24575,'32'0'0,"-3"0"0,0 9 0,12 11 0,-7-6 0,4 13 0,-17-25 0,-10 16 0,-2-6 0,-9 83 0,5-5 0,3 15 0,-1-27 0,1 6 0,0 5 0,-1-1-246,-2 8 0,-1 3 0,0-1 0,2-4 17,3-13 1,1-3-1,1-1 1,-2 1 228,-1 5 0,-2 3 0,0-3 0,0-9-40,2 16 0,3-7 40,6 11 0,-3-7 0,-13-30 0,0-11 0,8-15 0,0-1 0,-6-19 0,6-2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5:28.88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0 536 24575,'32'0'0,"6"9"0,-6 11 0,9 3 0,-1 6 0,-8-18 0,-2-11 0,24-30 0,21-24 0,3 2-246,-13 17 0,3 0 0,1 1 0,1-4 19,4-6 0,2-4 1,-1 1-1,-2 5 227,19-2 0,-2 4 0,-18 11 0,-8 4 0,-34 6 0,-21 17 0,-9-7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5:30.26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1450 24575,'31'0'0,"-1"9"0,-10-7 0,1 7 0,8-9 0,-6 0-984,37 0 787,3-16 0,22-11 1,15-8-1,7-1 0,-2 3 74,-24 10 0,1 2 0,4-1 0,1 1 0,4-1 0,2-2 0,4 0 0,2-3 47,-14 4 0,4-2 1,3-2-1,3 0 0,2-2 1,1 0-1,2 0 1,0 0-1,0-1 0,-1 1 1,-1 1-1,-2 1 0,-2 1-6,-1 1 0,-2 1 0,1 0 0,-2 0 0,0 0 0,0 1 0,-1 1 0,0-1 0,0 1 0,0-1 0,-1 1 0,1 0-8,4-2 1,2 0-1,1 0 1,0 0 0,-1 0-1,-1 0 1,-1 1 0,-2 1-1,-4 1 1,-3 1-1,-3 2-74,22-5 0,-5 3 0,-4 1 0,-4 1 0,-4 1 0,-3-1-82,14-3 0,-5-1 0,-7 3 0,-7 4-246,18 4 0,-17 3 109,2-15 383,-49 23 245,-12-9 1,-11 7 0,-9-7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1:55:52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1:55:53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2923 1736 24575,'-40'-10'0,"-42"-31"0,15 5 0,-6-6-304,13 6 0,-3-3 0,-1 0 304,-5-3 0,0-1 0,-1 1 0,4 4 0,1 1 0,0 1 0,4 3 0,2 2 0,0 1 0,-21-11 0,3 2 149,7 2 1,1 1-150,1-2 0,1 1 76,6 1 0,1 1-76,1 2 0,2 0 0,4 2 0,3 1 0,-33-20 461,11 4-461,13 2 0,1 0 0,-8-6 0,-5-1 0,1 3 0,2 2 0,-1 0 0,-9-4 0,31 21 0,-3 0 0,-3-2 0,1 1 0,3 1 0,3 0 0,-29-16 0,39 20 0,19 13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1:55:59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24575,'3'0'0,"-1"0"0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1:56:01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24575,'0'2'0,"0"0"0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6:24.56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829 2193 24575,'20'-32'0,"-9"2"0,7 10 0,-6 8 0,17-6 0,43 15 0,18-6 0,-36 7 0,1 4 0,-4 7 0,1 9 0,16 25 0,7 16 0,-6 0 0,-17-15 0,-4 1 0,3 3-144,20 19 1,5 5-1,-12-3 144,-10 4 0,-15-7 0,-9 12 0,-21-22 0,-4-2 0,-5 3 0,-19 11 0,-13-45 0,-29-5 431,15-18-431,-11 0 0,16-10 0,-12-1 0,0-10 0,21 1 0,5 8 0,15-15 0,-26 4 0,3-18 0,-6-10 0,2 17 0,3-54 0,-6 46 0,18-2 0,2-2 0,-10-7 0,11 1 0,12-17 0,0 23 0,7-13 0,-7 27 0,9 2 0,0 9 0,0 1 0,-10-1 0,-19-9 0,-6 7 0,-15-16 0,9 7 0,-10-18 0,17 6 0,-5 12 0,19 5 0,-1 24 0,0-6 0,1 0 0,-1 7 0,-9-7 0,7 9 0,-6 0 0,8-10 0,0-1 0,1-10 0,-1 1 0,0-10 0,1-2 0,8 0 0,3 2 0,0 19 0,-3-8 0,-8 17 0,8 2 0,-24 20 0,11 21 0,-26-7 0,28 4 0,5-17 0,27-10 0,12-2 0,41-9 0,19-9 0,16-8 0,-14-3 0,5-5 0,5-1-246,-11 3 0,4 1 0,0-2 0,-1-1 31,-6-2 0,0-1 0,-2 0 0,-4 2 215,8 0 0,-4 3 0,-6 0 0,-2-5 0,-3 3 0,7 7 0,-5 0 0,5-14 0,19 11 0,-53 12 0,-28 18 0,25 43 0,-18-7 0,-3 11 0,-2 12 0,-2 12 0,-2 10-164,-2-17 0,-1 7 0,0 6 0,-2 4 0,-1 2 0,-3 1 87,-2-11 1,-2 4 0,-2 2-1,-1 1 1,-1 1 0,0-1 0,0-1-1,1-1 77,1 4 0,-1 1 0,1-2 0,0 0 0,0-2 0,-2 0 0,0-3 0,-2 7 0,0 1 0,0 0 0,-2-6 0,0-8 0,-2-11 0,-12 25 0,-3-22 0,-21-6 0,-3-46 0,-11-9 0,-23 0 0,-10-11-201,13-12 0,-6-8 0,6 4 201,-12 8 0,5-5 0,-8-24 0,16-5 0,38 8 983,6-46 0,30-8-492,5 31 1,8-6-370,11-4 1,8-7 0,3 3-123,13-15 0,11-2-197,-10 27 0,8-8 1,5-1-1,2 3 0,-2 9 51,17-4 1,2 9 0,3-4 145,-1-7 0,5-6 0,-2 3 0,-9 12-492,5 7 0,-7 8 488,-1-7 0,-13 11 4,-31 28 0,-10 39 0,-2 13 0,-21 20 0,-15 10 0,-16 5 0,-14 0 0,-6-14 0,-9-1 0,2-5 211,15-11 0,2-3 0,-2-8-211,-30 0 0,9-13 983,28-14-937,28-18-46,-19-30 0,14 11 0,-24-10 0,27 28 983,-8 20-491,-9 28-492,-22 38 0,28-32 0,0-1 0,-28 33 0,13-19 0,25-53 0,3 3 0,1-37 0,4-42 0,-6 28 0,-3-3 0,-1-21 0,-2-4 0,-4 3 0,0 4 0,7 18 0,1 3 0,-20-35 0,2 57 0,6 1 0,-22 21 0,14 29 0,-28 23 0,16-18 0,-3 0 0,13-6 0,-2-3 0,-21-5 0,1-7 0,-9-3 0,11-10 0,26-10 0,28-10 0,1-12 0,-3-54 0,1-8 0,5 28 0,-6-17 0,9 16 0,16 60 0,26 34 0,23-4 0,14 18 0,-12-19 0,3-4 0,-23-18 0,9-18 0,6-9 0,-12 7 0,3-7 0,6-11 0,9-11 0,4-5 0,0 0-197,-7 7 0,1-2 1,2-1-1,2-2 0,4-2 56,-3 3 1,4-3-1,3-2 1,2-1-1,0 0 1,0-1-1,-1 2 0,1-1 1,2-1-1,-1-1 1,1 1-1,-2 1 1,-2 2-1,-3 3-56,9-5 0,-2 3 1,-2 2-1,-4 2 0,-4 1-131,21-19 0,-7 3 0,-22 20-656,-23 24 0,-35 21 716,25 30 268,-7 14 0,0 4 983,25 16-492,-19-13 1,-3-3 491,-2-7 0,-3 8 0,-16 12 0,16-15 0,-15 1-708,6-45-275,0-4 0,-7-19 0,16 19 0,-3 35 0,-3 38 0,-1 31 0,0 2-246,0-26 0,1 0 0,1 2 0,-2 2 0,0 10 0,-1 4 0,0-2 0,1-6 201,3 4 1,0-5 0,-1-20 44,3-13 0,-7-48 0,-9-94 0,-1 16 0,-1-14 0,5 2-322,5 13 1,3 2-1,0-5 322,-4-5 0,0-6 0,1 2 0,4 14 0,10 7 0,2 11 0,4-23 0,-9 86 0,-7 51 0,-6 41 0,-1 0-231,1-16 1,-1 1 0,-2 9 230,-2-20 0,0 8 0,-1 4 0,-2 2 0,0-3 0,0-4 0,-4 17 0,0-3 0,-2-4 0,0-4 0,-2 8 0,0-5 0,-1-10 0,-6-2 0,3-24 927,12-42-927,-14-84 0,2-45 0,22 26 0,5-2 0,-13 13 0,-2-3 0,7 6 0,19-13 0,11 22 0,17 41 0,1 66 0,9 40 0,-3 5-246,-18-23 0,-2 3 0,-1 4 0,0 4 49,0 1 0,1 6 1,0 3-1,-1-1 0,-2-4-49,5 10 0,-1 0 0,-3-5 0,-6-10 151,-1 12 0,-4-13 95,3-16 0,-4-27 0,-7-110 0,-3 4 0,4-21 0,2-9 0,3 4-197,-4 24 0,3 1 1,0 0-1,3-3 0,0-3 33,3-6 0,2-6 0,1-3 0,1 1 0,0 4 0,-1 10 56,5-3 1,-1 6-1,0 6 1,-2 6 107,16-28 0,-8 19 0,-11 23 983,-28 52 0,6 20-492,-3 47 1,-3 13-1,-2-25 1,0 0-1,4 26 1,-1-5 491,-4-7 0,-9-67 0,-2-4-730,-44-62 0,-6-27-253,36 42 0,1-5 0,-14-17 0,-9-16 0,-2-2 0,10 8 0,14 15 0,6 5 0,-2-1 0,-6-8 0,-2 0 0,2 9 0,0 1 0,6 28 0,10 63 0,5 20 0,3 11 0,2 8 0,2 5 0,0-9 0,0 4 0,-3-4 0,-8 16 0,-3-6 0,3-11 0,-4-8 0,-13-2 0,9-48 0,12-59 0,12-34 0,3 16 0,6-9 0,1-3 0,-5 5-328,-6-7 0,-3 3 0,4-2 0,14-20 0,4-2 0,-7 22-507,-15 11 835,7 60 0,-9 24 0,0 19 0,-13 41 0,-13-14 0,-11 10 0,1 1 0,5-6 0,1-1 0,-7 5 245,-13 8 1,-10 6 0,-1 0 0,8-6-203,11-7 0,4-5 0,-2-3-43,-28 18 0,6-12 0,19-5 0,23-52 0,-10-18 0,-19-38 0,-6-21 0,13 4 0,0-7 0,1-1-130,-1 5 1,1-1 0,3-1 129,4-7 0,4-2 0,7 14 983,5-3-311,16 46-672,-8 25 0,6 38 0,8 17 0,19 37 0,-12-39 0,1 0 212,5-2 0,2-11-212,11-19 0,-10-7 0,19-50 0,15-20 0,3 20 0,11 1 0,5 1-246,6-2 0,7-1 0,2 2 0,-3 3-10,10 0 0,-2 4 0,-1 6 234,-2 5 0,-1 4 1,-13 14 21,-15 20 0,-12 11 0,-10 1 0,-4 7 0,13 29 0,-3 7 0,-8-1 0,-2 0 0,-1-14 0,-3-4 0,9 26 0,-11-69 0,27-71 0,13-40 0,-20 29 0,4-8 0,5-6 0,7-3-123,-15 21 0,5-3 0,4-4 0,2 0 0,2-2 0,0 2 0,-1 2 0,-3 4-41,9-7 0,0 3 0,0 2 0,-1 1 0,0 1 0,-1 0 0,0-1 0,2-4 0,-1 1 0,-2 5 0,-4 8 0,-5 13 113,31 3 1,-18 16 50,-21 2 0,-28 54 0,1 9 0,-10 46 0,-2-35 983,-9-18 0,0-22 0,0 62-738,0-13 1,0 17 0,0 10 0,0 2-410,0-16 0,-1 3 0,1 3 0,0 3 0,0 1 0,1 2 23,1-1 1,1 3-1,0 3 1,0 0-1,1 0 1,-1-3-1,0-3-23,0 2 0,-1 0 0,-1-2 0,1-4 0,1-3 0,0-5-164,6 33 0,0-10 0,-3-17-656,-6 13 955,-12-90 29,-16-52 0,-7-20 0,-14 13 0,12-8 0,-3 4 983,-28 18 0,22 36-492,0 9 1,-7 4-1,-13 0 1,-4 3-1,-9 7 1,-6-2-168,12-12 0,-5-3 0,4 0-324,-17 9 0,8-1 0,24-9 0,8-2 0,-5 0 0,99-26 0,28-11 0,-27 4 0,4-3 0,11-3 0,8-2 0,4-4-246,-2 0 0,3-3 0,6-3 0,8-2 123,-18 13 0,8-3 0,4-2 0,3-1 0,1 0 0,-1 1 0,-5 2 0,-5 2-74,12-7 0,-7 3 1,-1 2-1,0-1 0,5-2 116,6-2 1,12-7-1,2 0 1,-7 5 0,-16 9-1,-25 14 81,-9 12 0,-70 8 0,-43 17 0,-34 15 0,-5 0-246,17-7 0,-3 1 0,-4-1 0,-5 1 82,18-4 0,-4 1 0,-2 1 0,-2-2 0,-1 0 0,-1-1 23,5-2 1,-4-1-1,-1-1 1,0 0-1,2-1 1,3-1-1,6-1 95,-22 2 0,7-2 0,3-1 0,1-2 46,-1-2 0,-2-1 0,7-2 0,16-1 0,10 2 0,18-9 983,19-33 0,36 13-774,32-10 0,29-13 0,16-5 1,1 6-374,-18 14 0,6 2 0,4 1 0,2 1 0,0-1 0,0 0 0,6-3 0,1-1 0,1 0 0,0 0 0,-1 2 0,-3 0 360,8-3 1,2-2-1,-3 3 1,-9 5 0,-12 11-121,14 4 1,-39 16-77,-105 34 0,-51 16 0,46-19 0,-6 3 0,-6 3 0,-1 0 0,-1 0-164,3 0 0,-2 1 0,-2 0 0,0 1 0,1-1 0,2-1-33,-6 2 0,-1 0 1,3-1-1,3-2 0,6-1 89,-15 9 1,7-3-1,21-13 108,22-14 0,45-24 0,20-38 0,14 15 0,21-5 0,14-3 0,9-1 0,5 5-99,-20 11 1,7 3 0,5 0-1,5 1 1,4 0 0,2 1-1,3 0 1,0-1 0,0 0-1,-1 0 30,-14 1 1,1 0 0,-1 0 0,1-1 0,1 0 0,0 0 0,3 1 0,1-1 0,2 2 0,2 0 0,4 0 0,2 2 0,4 1 25,-20 5 0,3 1 0,4 0 1,2 1-1,3 0 0,2 0 0,2 1 1,2 0-1,1 1 0,1 0 0,1 0 1,0 1-1,0 0 0,-1 0 0,0 1 1,-1-1-1,-1 1 0,-2 0 0,-1 1 1,-4-1-1,-1 1 0,-4 0 0,-2 0-28,18-2 1,-3 1 0,-3 0 0,-3 1-1,-1 0 1,-2 0 0,-1 1 0,-1 0 0,0 0-1,0 1 1,1 0 0,1 0 0,3 0-1,1 1 9,-3 0 1,4 0-1,4-1 1,1 1-1,2 0 1,0 0-1,1 1 1,-2-1 0,-1 2-1,-3 0 1,-2 0-1,-5 2 1,-4 0-1,-6 1 1,-6 1-1,-7 1-135,41 2 0,-7-2 1,-12 4-1,-19 9 0,-24 14-295,-23 55 0,-51 15 328,-15-47 0,-22 0 0,-15 0 0,-10-1 0,-2 1 0,4 0 142,13-6 1,-1 1-1,-2 0 1,-1 0 0,-4-1-1,-4 0 1,-3-2-1,-6-1 22,14-10 0,-6 0 0,-4-1 0,-5-1 0,-1 0 0,-3-1 0,-1 0 0,0-1 0,1-1 0,2-1 0,2-1 0,4 0 0,4-1 0,-10 3 0,3-2 0,2 0 0,3-1 0,0-2 0,2 0 0,-1-2 0,0 0 0,-1-1 122,-11 1 1,-5 0 0,0-2 0,0-1 0,3-1 0,7-1 0,7-3 0,12-2 204,-30 7 1,15-4 0,36-18 655,43-24-492,41-11 1,12-4 491,-3-22-492,13 20 1,0 11 491,-30 24-492,-15 69 1,-21 29-1,-24-15 1,-8 2-165,19-11 1,3 6 0,-7 2-83,-11 2 1,-8 6 0,0-5 0,9-13 245,9-16 1,4-3-165,-8 24 1,-2 6 0,15-40 655,23-67 0,0-36-938,-1-2 1,2-13-46,8-1 0,2-7 0,-5 7 0,-10-1 0,-4 4 0,10 5 0,0-2 0,-12 24 0,-33 32 0,1 14 0,1 96 0,-6-25 0,2 9 0,23 22 0,4 4 0,-19-4 0,10-5 0,33-24 0,10-6 0,20 25 0,-5-51 0,-1-14 0,17-68 0,-10-5 0,11-21 0,4-15 0,2-5 0,-5 3-164,-8 8 0,-2-2 0,0-3 0,0-2 0,1-2 0,2 0 41,-3 13 0,2-3 0,2-2 0,1 0 0,-1 0 0,-2 2 0,-2 2 0,-5 4-74,6-19 0,-4 2 1,-3 3-1,-3 7 0,-3 10-295,17-34 0,-23 38-492,-31 59 799,-42 8 0,-36 13 1,-11 8 20,22 4 0,-9 9 0,-5 4 0,-4 5 0,-4 0 0,-2 0 65,23-11 1,-3 1 0,-2 0-1,-2 2 1,-2-1 0,0 2-1,-1 0 1,0 1 0,2 0-1,1 1 0,0 1 1,-1 2 0,-1 0-1,1 2 1,0-1 0,1 1-1,1 0 1,2-1 0,3-1-1,3-2-42,-11 7 1,2-1-1,1-1 1,4 0-1,4-2 1,5-1-1,6-3-187,-37 18 0,13-3 0,48-16 277,50-22 51,60-1 0,28-11 0,-28-10 0,2-6 0,8 3 193,-4 8 1,6 5 0,4 0-1,4 1 1,2-3-194,-2-3 0,3-1 0,3-2 0,1 1 0,2 1 0,1 2-141,-4 2 1,0 1-1,1 1 1,3 1-1,1 1 1,3 1-1,2 1 42,-14 0 1,5 2 0,3 2-1,3 0 1,0 0 0,-1 1-1,-1-1 1,-4 0 0,-3-1-1,-6-2 15,15 0 1,-5-3-1,-5 0 1,-1 0 0,-2 2-1,2 3 84,7 1 0,9 2 0,-1 1 0,-10 2 0,-19 2 0,-30 5 983,-25 19-843,-50-8 0,-35 7 1,-25 6-1,-13 3 1,-5 0-1,5-3 1,17-4 55,6-2 1,6-2-1,1-2 1,-2 0 0,-7 4-154,-3 2 0,-9 5 0,-5 1 0,0 1 0,2-4 0,8-4 1,10-8-44,-25 4 0,13-8 0,27-13 0,35-13 0,-12-18 491,32-32 1,14-8 491,13-4-492,-15-1 1,13 0-165,38 20 1,27 7 0,7 0-132,-17 5 1,5 0-1,6-1 1,2 0 0,2 1-238,-1 2 0,4 0 0,3 0 0,1 0 0,-1 1 0,-1 0 41,-1-1 0,1-1 0,0 0 0,-2 2 0,-4 3 0,-7 3 0,4 2 0,-5 4 0,-7 2 0,-8 4 0,17-6 0,-35 15 0,-87 41 0,-20-2 0,-28 8 0,-15 1 0,-2-6-164,21-14 0,-6-4 0,-4-3 0,-3 0 0,-3 1 0,-2 2 54,19-3 1,-3 3 0,-4 0 0,-1 1-1,-1 0 1,1-1 0,2-2 0,3-3-1,3-3-54,-14 0 0,1-4 0,4-2 0,2-2 0,4-2 0,3 0 137,-18 7 0,1 2 0,12-10 0,22-26-243,25-45 0,23-26 1,10 3 269,6-8 0,8-4 0,-8 23 0,-3-8 0,7 1 0,16 12 0,27 1 0,18 11 0,12 11 0,0 16 0,10 9 0,6 6 0,1 1 0,-9 4 0,3 2 0,1 2 0,1 4 0,-1 4 0,0 5 0,3 4 0,-2 3 0,-3 2 0,-7 0 0,17-2 0,-8 2 0,-15 20 0,-13 33 0,-16 21 0,-28 5 0,-32-22 0,-23 4 0,-14 1 0,-5 2 0,4 0 163,6-3 1,-1 1 0,-3 1 0,-2-1 0,-4-1 0,-3-2-148,-1-6 0,-6 0 1,-3 0-1,-1-3 0,0-2 1,2-4-1,4-4-16,-4 2 0,1-1 0,3-5 0,2-10 0,3-11-168,-48-12 1,30-29 167,63-24 0,27-13 0,16-22 0,10-13 0,6 0 0,-1 9 0,8 1 0,6 5 0,3 0 0,0-5 196,-4-4 1,0-5-1,2-1 1,1 3 0,3 8-138,10 2 1,4 6-1,-1 7 1,-7 11-60,4 1 0,0 19 468,26 29 0,-3 20-468,-42 1 0,-3 7 491,23 14 1,-6 8-1,-26 0 1,-11 5-130,-6 9 1,-9 1-363,-10-11 0,-9-2 491,-10 5 1,-10-11 491,-27-13-664,4-14-319,41-56 0,18-27 0,15-2 0,15-16 0,11-10 0,3-1 0,0 3-164,-7 14 0,4-1 0,2 1 0,0-1 0,1-1 0,-1-1 0,0-5 0,0-5 0,1 0 0,-1 2 0,1 6 0,0 8-82,13-4 0,3 4 0,-5 12 0,-17 20-738,-10 15 932,-27 66 52,-17 21 0,-11 29 0,-6 16 0,-3 0 0,4-14-328,-5 5 0,-1-7 0,0 9 164,10-20 0,0 9 0,0 5 0,0-3 0,0-8 0,0-14-328,-21 31 0,19-44-492,30-56 926,16-42 0,10-34 0,6-2 58,1 14 0,5-2 0,3-2 0,0 2 245,3-3 1,1-1 0,2 2 0,-2 3 81,10-22 1,0 3 0,1 44-275,3 64 0,1 37 0,-13 7-53,-21 0 0,-13 7 0,6 4 0,12 3 0,7 5 0,-1 1 0,-9-5 0,-11 5 0,-8-2 0,3-10 0,13-2 0,-5-11 0,-13 2 983,-25-43 0,-5-20 0,-7-12-492,-2-52 1,7-26-50,10-4 0,4-4-115,-5 28 1,-2-1 0,4 5-241,6-20 0,9 26-87,1 53 0,25 101 0,-20 2 0,11-25 0,2-3 0,-4 11 0,13-32 0,-18-38 0,1-27 0,14-40 0,1-10 0,-2 2 0,2-2 0,-1 10 0,-14 40 0,-1 36 0,27 41 0,-28-1 0,17 13 0,-27-42 0,42-42 0,22-7 0,14-1 0,9 0 0,3 1 0,-5-2 0,-4 7 0,-18 13 0,-10 13 0,-4 43 0,-21-6 0,-9 23 0,-5 9 0,-15-19 0,-4 1 0,5 12 0,-14 6 0,-23-10 0,-17 8 0,-9 0 0,-2-8-246,2-15 0,-3-5 0,-4-2 0,-3 2 49,-2 2 0,-5 3 1,-3 0-1,2-4 0,4-7 60,-16 6 0,5-7 1,2-15 128,-13-12 0,12-29 8,28-45 0,12-36 0,16 28 0,1-15 0,1-11 0,1-8 0,0-5 0,2-2 0,0 2 0,2 5-110,3 13 1,2-1 0,1 1 0,1-1-1,0-1 1,1 0 0,0-2 0,-1 0-1,1-3 11,-2-2 1,0-3 0,0-3-1,-1-2 1,1 0 0,0 1-1,2 2 1,1 3 0,2 4-1,1 6-65,2-19 0,0 3 0,2 5 0,4 5 0,4 6 0,7 6-82,11-3 0,8 6 0,4 9 0,0 10-246,11-2 0,7 11 527,0 6 1,7 1 0,-5 11-36,-3 13 0,-3 13 12,41 37-12,-29 17 0,7 19 0,1 3 0,-15-13 0,0 1 0,1 3 0,0 1 245,6 10 1,2 3 0,-1-1 0,-3-3 81,9 3 1,-3-3 0,-14-1 163,-14 10 1,-15 5-165,-10-4 1,-7 7 0,-14 6-132,-13-19 1,-12 4-1,-6 2 1,2-1 0,6-2-443,11 1 0,8-2 0,-4-1 0,-14 1 209,-12-7 0,-11 4 1,-8 0-1,-3-3 1,0-7-1,5-12 37,-14-2 0,2-15 0,-10 4 0,11-2 0,-7 5 0,-5 1 0,-2-1 0,1-4 0,2-7 0,-20-2 0,1-9 0,0-3 0,3 1 0,8 8 0,0 5 0,4-10 0,7-27 0,-1-39 0,5-29 0,12-14 0,21-2 0,26 2 0,21-5 0,11-5 0,0-6-141,-8 25 1,0-6-1,2-3 1,3-1-1,4 0 1,6 2-1,7 4 18,6 8 0,6 1 0,5 1 0,4 1 0,4 3 0,4 2 0,1 2 0,3 4 0,4 2 0,5 2 0,3 2 0,3 4 0,2 2 0,1 3 0,1 3 0,-2 2 0,-1 4 0,0 2 0,2 4 0,1 1 0,-1 3 0,0 3 0,-1 1 0,-1 3 40,17-2 1,0 3-1,-1 3 1,-2 4-1,-4 5 1,-6 5-137,10 5 1,-5 5 0,-8 9 0,-9 14 218,3 27 0,-13 18 0,-17 16 0,-30-19 0,-10 11 0,-8 7 0,-4 3 0,-3-1 0,1-3-197,-1 9 0,-2-1 1,-3-1-1,-4 3 0,-4 2 106,0-13 1,-4 6 0,-3 3 0,-2-1 0,-1-4 0,-1-7 0,0-9 90,-8 5 0,-2-10 0,-1-6 0,1-5 327,-1 2 1,-1-6 0,6-15-38,-11-12 693,36-69-492,9-41 1,11-19-165,4 29 1,6-2 0,6-4-83,10-7 1,7-6 0,2 1 0,-4 10 245,6-13 1,3 11-415,0 19 1,5 4 0,-12 36-78,-17 73 0,-11 27 0,-5-23 0,0 9 0,3 17 0,4 19 0,-1 1 0,-3-15 0,-3-6 0,0-5 0,0 10 0,3 5 0,7-24 983,20-32 0,14 4 0,12-27 0,-12 17-933,-23-15-50,-18 72 0,-13 15 0,2-32 0,1 1 0,-2 13 0,-8-15 0,-30-1 0,-25-8 0,-20-80 0,33-34 0,0-27 0,5-6-246,13 14 0,3-4 0,3-5 0,-1-4 49,-2-2 0,-4-5 1,3-3-1,6-2 0,11 2 0,12 3 0,8-3 1,8 2-1,5 2 0,4 7-49,5-2 0,6 5 0,6 5 0,11 5 49,3 11 0,10 1 1,6 5-1,1 8 0,1 10 90,5 10 1,3 12 0,0 8-1,-4 3-147,14 1 1,-4 8-1,-8 18 254,-5 28 0,-9 20 0,-11 12 0,-19 0 0,-11 10 0,-5 6 0,-1 2-197,-1-13 0,-1 2 1,-2 2-1,-4 2 0,-4-1 0,-2 5 0,-3 2 1,-5 0-1,-7-2 0,-11-3 147,-7-15 0,-7 0 0,-7-2 0,-6-3 0,-4-5 0,-4-7 50,-18 0 0,-9-10 0,-6-6 0,0-2 0,4-1 0,9 1 0,2 0 0,0-3 0,0-6 0,0-8 245,-12-4 1,-5-7 0,8-13 0,18-21 81,15-41 1,18-25 0,10-5-195,6 2 0,10-5 0,1-7-104,2 15 1,0-8-1,1-3 1,3 3-1,2 5-29,3 5 0,1 3 0,4 3 0,6 3 0,12-15 0,9 4 0,16 8 0,14 17 0,16 6 0,5 5 0,-7 6 0,-7 6 0,-4 6 0,5-1 0,5-5 0,7-6 0,-3 8 0,-16 18 774,27 45-774,-61 55 0,-25 27 0,-22-19 0,-15 5 0,2 5 245,13-11 1,3 4 0,-1-1 0,-7-5-91,-16 10 0,-7-5 1,2-12-156,1-6 0,8-19 7,20-29-7,45-55 0,28-21 0,13 11 0,13 0 0,-2 0 327,-14 0 1,-1 0 0,0 0-1,13-6 1,1 0 0,-16 16-271,-9 19-57,-51 2 0,-38 51 0,-20 26 491,22-19 1,-1 0-179,-21 19 1,2-1-314,9 11 0,29-50 0,22 21 0,-2-1 0,3 12 0,8 19 0,7 14 0,6 6-164,-6-29 0,5 4 0,3 4 0,1 0 0,-1 0 0,-2-4-33,-2 4 0,-1-3 1,-1 0-1,1-1 0,2 1 0,5 6 0,5 3 1,-1-1-1,-4-7 0,-7-12-87,3 4 1,-15-14 283,-25 7 0,-49-81 0,-8-2 0,-16-6 0,-5-4-246,8-5 0,-4-6 0,-5-1 0,-12 4 123,19 16 0,-9 1 0,-6 2 0,-4 1 0,-1 1 0,0 0 0,3-1 0,5-1-41,-9-5 0,4-1 0,2-1 0,0 1 0,-3 2 0,-4 3 41,10 5 0,-6 3 0,-2 1 0,-2 1 0,2 0 0,2 1 0,6 0 0,6-1 33,-6-2 1,6 0-1,4 0 1,5 1 0,2 1-1,-17 0 1,6 2 0,9-1-1,10-4 1,-1 0-1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6:38.14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2067 1458 10964,'50'30'0,"-7"1"983,10 41 0,-2-5-492,-26-14 1,-3 1 491,19 12-492,3-27 1,9-15-1,8-35 1,8-19-165,8-7 1,8-10 0,-2-5-83,-24 11 1,-2-3 0,2-3 0,8-4-106,0 1 0,7-7 1,6-4-1,3-1 1,1 2-1,0 3 1,-3 7-305,2 6 0,-2 5 0,1 4 0,0 1 0,4-1 0,3-3 41,-5 0 0,6-4 0,4-2 0,0 0 0,0 2 0,-2 2 0,-4 5 0,-6 6 89,7 4 1,-5 5 0,-3 5 0,-3 2 0,-3 0 33,35-15 0,-5 4 0,-33 33 0,-44 61 0,-38 26 0,-23-26 0,-23 6 0,-13 5 0,-5 2 0,4 0-141,18-17 1,0 2-1,-1 1 1,-2 0-1,-3 0 1,-3 0-1,-4-1 31,2-7 1,-3 2 0,-3 0 0,-3-1-1,-2 0 1,-3-3 0,-1-1 0,-3-3-1,-2-4 11,-1-4 1,-4-3 0,-3-2-1,-2-2 1,-2-2 0,-1-3-1,0 0 1,0-3 0,1-1-1,2-1-11,-2-1 1,2-3 0,0-1 0,0-2-1,0-2 1,-2-1 0,0-1 0,-3-1-1,-2-1 28,11-3 0,-2-1 0,-3 0 0,-2-2 0,-1 0 0,0-1 0,0 0 0,1-1 0,2-1 0,3-1 0,4 1 0,3-2-59,-21 2 1,3-1-1,4-1 1,4-1-1,1-1 1,3-1-1,1-1 337,-18 4 1,-1 2-1,5-4 1,10-6 0,18-14 294,-15-32 1,41-16-425,65 2 0,24-7-67,-9-2 0,5-5 0,11 8-261,18 11 1,13 8 0,5 6 260,-13 10 0,3 3 0,4 5 0,7 8 0,-8 10 0,6 7 0,3 5 0,4 3 0,1 2 0,2 0 11,-10 0 1,2 1-1,3 2 1,1 1 0,1 2-1,-1 0 1,0 2 0,-2 1-12,11 3 0,-2 1 0,-1 2 0,1 1 0,0 3 0,1 1 0,3 2 0,-10-1 0,4 2 0,2 2 0,2 1 0,-2 2 0,-2 0 0,-4-1 0,-5 1 0,-8-2 196,9 8 1,-8 1-1,-5-1 1,-3 1 0,3 0-1,4 1 1,4 1-1,-3 0 1,-7-1 0,-14-2 294,7 20 1,-21-1-443,-28-11 1,-6-1 933,10 36-912,-18-11 912,18-37 0,-4-30-656,50-19 1,40-22 0,7-6-492,-42 12 0,4-6 0,3-2 0,3-2 0,4 0 0,2 0 59,1 3 0,4 0 0,5-1 1,1 0-1,2-1 0,-1 0 0,-2-1 1,-3 0 104,3-4 0,-1-2 0,-2 0 0,0-1 0,-2 1 0,-2 2 0,-2 0-49,2 2 1,0 1 0,-1 1-1,-4 1 1,-8 1 0,-9 0 48,6-7 0,-12 1 0,-12 4 0,5-18 0,-95 4 0,-38 2 0,16 26 0,-10 7 0,-7 2 0,-3-2-197,-1-4 0,-5-1 1,-4 0-1,-2 0 0,0 4 129,8 4 0,-3 1 0,-1 1 0,1 2 0,3 0 0,6 1 313,-10 0 1,5 0 0,5 2 0,4 3 81,-9 5 1,4 3 0,28-6-534,34-7 206,51-11 0,47-11 0,29-6 0,7-1 0,-9 4 0,-18 7 0,2 2 0,2 0 0,2 0 0,5 0 0,5-2-99,-18 5 1,6-2 0,3-1-1,2 0 1,3 0 0,0 0-1,0 1 1,-1 2 0,-3 0-1,-3 3-24,8 0 0,-1 1 0,-1 2 0,-1 1 0,-2 1 0,-3 1 0,-2 1 0,-4 1-74,19-1 0,-3 1 1,-5 1-1,-6 4 0,-9 2 53,10 2 1,-9 3-1,-34 12 144,-48 30 0,-34 1 0,-29 15 0,-17 8 0,-8 1 0,3-7-164,10-12 0,-2-2 0,-4-2 0,-4 0 0,-5 0 0,-7 2 147,20-10 0,-6 2 0,-3 1 1,-4 1-1,-3 1 0,-1-1 0,-3-2 1,0-1-1,0-2 0,0-3 0,0-4-65,8-5 0,-1-2 0,-2-2 0,-1-1 0,0-3 0,-1-1 0,1-1 0,-1-1 0,1-2 0,1 0 0,1-1 0,1 0-17,-10 0 1,1-1 0,0-2-1,0 0 1,1-2 0,1-1-1,1-2 1,1-1 0,2-2-1,1-2 4,-9-3 1,-1-1 0,0-3 0,2-2 0,4-2 0,4-1 0,5-1 0,7-2 339,-21-6 1,7-1 0,11-6 0,13-9 81,7-16 1,13-10 0,24-1-7,34-29 1,42-1-322,2 41 0,18 1 0,11 2 0,6 4 0,0 4-164,-11 9 0,2 3 0,3 3 0,4 3 0,5 3 0,6 2 65,-10 6 1,7 0 0,6 2-1,3 2 1,3 2 0,1 2-1,-1 2 1,-3 3 0,-4 4-1,-5 2 105,11 7 0,-4 5 1,-3 5-1,-2 2 0,-1 2 1,1 0-1,1-2-6,-5-4 0,3-2 0,2 0 0,-1 0 0,-2 3 0,-6 2 0,-7 4 0,-9 5 0,17 22 0,-13 8 0,-11 5 0,-12 5 245,-15 1 1,-9 5 0,-11 3 0,-13-1-1,-18 2 1,-15 0 0,-9 1 0,-1-1-96,1 6 1,-3 1 0,-6-3 0,-10-6-151,-1-15 0,-8-2 0,-5-5 0,-4-6 0,-2-11 0,0-11 0,-4-9 0,-1-6 0,0-6 0,5-2 0,-25 1 0,5-9 0,2-19 0,9-18 0,-1-17 0,7-11 0,16-7 0,19-12 0,15-10 0,9-6 0,1 2 0,-3 6 0,1 0 0,10-3 0,16-4 0,14 21 0,11-6 0,8-3 0,7 0 0,3 3 0,2 6 0,-1 8 0,7 2 0,3 9 0,3 5 0,2 1 0,1-3 0,7-10 0,4-4 0,1 1 0,-2 8 0,-5 12 0,8 1 0,-4 12 0,-17 31 131,-14 50 1,-24 29-132,-37 4 0,-26 15 0,-8 6 0,12-8 0,21-1 0,7-3 0,-11 1 0,-10-14 0,-10 5 0,-4 0 0,0-10 0,4-15 0,-5-8 0,-5-19 0,-29-17 0,-6-25 0,29-16 0,3-15 0,-1-10 0,8 3 0,-1-7 0,0-6 0,2-3 0,4 1 245,-4-16 1,5-3 0,3-1 0,1 1-65,3 2 0,0-1 0,4 3 0,3 9-181,-6-24 0,6 32 983,12 56-492,6 73 1,3 42-165,-7-16 1,-3 8 0,1 3-83,6-15 1,1 3 0,0 0 0,-1-3-123,-1-6 1,-2-1 0,2-2 0,4-3-124,6 3 0,4-4 0,1-3 269,-2 19 1,3-2-270,4-3 0,-1-3 0,-5-16 0,-2-9 0,1-12 0,0-97 0,0-67 0,0 0-47,1 48 0,1 1 1,-2-4-1,-3-7 47,-4 6 0,-2-9 0,-3-5 0,-2-2 0,0 1 0,1 6 0,0 8-246,0-11 0,1 8 0,-1 4 0,-5 1-82,-12-26 0,-6 3 0,3 28 886,-6 29-558,30 76 0,10 48 0,-2 26 0,-12-29 0,-7 7 0,-2 4 0,0 0-246,2 4 0,1 2 0,-2 1 0,-9 1 213,-6-6 1,-8 5 0,-3-2-1,0-5 1,4-12 32,0-4 0,2-10 0,-3-4 0,-8 2 0,-4-3 0,7-23 983,-13-35-382,10-30-601,12-29 0,8-18 0,13-7 0,9-14 190,4 25 0,1-11 0,2-4 1,2 1-1,2 9-190,6-8 0,3 6 0,2-1 0,-1-24 0,0-3 0,7 29 0,16 35 0,-24 87 0,-7 46 0,-5 1 0,-6-11 0,-4 1 0,2 8 154,6-5 1,4 10 0,0 2-1,-2-2 1,-2-10-155,-9 7 0,-2-9 0,4-4 0,10 27 0,2-21 0,-10-45 983,-3-29-492,3-62 1,7-41-492,4 2 0,5-11 0,0 3-236,-1 12 0,1 2 0,0-2 236,3-16 0,1-3 0,-3 29 612,-4 33-612,-15 38 0,-37 46 0,2 4 0,-9-24 0,-18-4 0,-7-2 0,-4-2 0,-7-3 0,-6-2 0,-3-1-197,6-1 0,-4-1 1,-3-2-1,-2 1 0,1 2 33,8 0 0,-2 0 0,-1 2 0,1-1 0,4 0 0,7 0-82,-7-2 0,5-1 0,6 2 0,7 3 142,-33 12 1,33 2 103,60-10 0,49-2 0,47-5 0,22-4 0,-1-4-141,-27-3 1,5-6-1,3-3 1,5-1-1,2-1 1,3 2-1,1 4 42,-11 4 1,2 2 0,3 1-1,3 0 1,0 2 0,2-1-1,0 1 1,0-2 0,0 0-1,-2-2 0,2-2 1,0-1 0,1-1-1,-1-1 1,1-1 0,0 1-1,0 1 1,0 0 0,1 2-1,-1 1 0,4 2 1,0 1 0,2 1-1,-1 1 1,1 1 0,-1 1-1,-1-1 1,0 1 0,-2 0-1,-3 0-11,-1 0 1,-3 0 0,-1 0 0,-1 1-1,-1 0 1,1 0 0,0 1 0,2 0-1,2 0 11,0 1 1,4 0 0,3 1-1,0 1 1,0-1 0,0 1-1,-3 0 1,-3-1 0,-5 0-1,-4 0-65,11 0 0,-6-1 0,-4 0 0,-3 0 0,-1 1 0,-1 2-33,15-1 0,7-1 1,-6 2-1,-19 6 0,-32 8-185,-40 42 382,-45 13 0,-28 16 0,25-32 0,-7 6 0,-6 6 0,-2 0 0,0 0 0,1-6 48,-5 4 1,2-4 0,-2-1 0,-3 1 0,-5 3-49,4-3 0,-4 5 0,-4 3 0,-1-1 0,-1-4 0,2-5 0,3-10 0,-4-7 0,2-7 0,0-6 0,2-2 0,3 1 327,-25 17 1,4-2 0,4-10 163,-19-6 1,21-17 491,44-22 0,21-3 0,16-9 0,-8 1 0,10-1 0,9 1 0,-6-1 0,6-27 0,-37 11-492,-46 18 1,-28 18-466,27 18 0,-7 14 0,-4 4 0,1-2-251,-3-3 1,-2-1 0,0 1 0,0 4 224,12-2 0,-2 5 0,1 1 0,4-3 0,8-5 0,-32 13 0,14-10 0,28-18 0,7-4 0,-7 7 0,16 5 0,-12 9 0,10-3 0,4-18 897,27-11-897,-6-2 0,7-16 0,-19 15 0,7-15 0,2-12 0,45-25 0,30-21 0,0-1-328,-9 4 0,0 1 0,4-2 257,-2 9 0,4-1 1,0 1-1,-6 5 71,18-29 0,-15 18 0,-21 32 0,-45 28 0,-45 15 0,12 8 0,-7 9 0,-2 1 983,1-6-699,-21 20-284,21-34 0,6 7 0,5-8 0,-5-2 0,1 1 0,1 0 0,-1 0 0,4 0 0,-6 0 0,47 0 0,19-9 0,6 7 0,2-7 0,43 9 0,-6-9 0,8-3 0,-36 10 0,-20 4 0,-9 27 0,-18 3 0,-23 9 0,-7-10 0,-11 0 0,-4-6 0,-7-2 0,3 1 0,-6 7 0,3-3 0,-13-6 0,16-7 0,49-9 0,54-22 0,48-19 0,7 0 0,-20 13 0,6 0 0,6-1 0,2-1 0,3-3-141,-9 1 1,3-4-1,3-1 1,2-2-1,0 1 1,2 2-1,0 1 0,4 1 1,1 2-1,1 1 1,1 1-1,2 0 1,1-1-1,2-1 31,-11 2 1,2-1 0,0 0 0,2-1-1,1 1 1,1 0 0,0 0 0,1 2-1,0 1 11,-5 3 1,2 1 0,0 1-1,0 1 1,2 0 0,-1 1-1,0 0 1,1-1 0,-1 1-1,-1-2 0,-1 0 1,0 0 0,0-1-1,-1 0 1,1 1 0,-1-1-1,1 1 1,-1 0 0,0 0-1,0 2 0,0 0 1,1 1 0,2 0-1,-1 1 1,0 0 0,-2 0-1,-1 1 1,-4 0 0,-4 0-1,-4 0-98,31-6 0,-7 1 1,-6 0-1,-4 2 0,-4 1-49,-2 1 0,-3 2 0,-7 1 0,-8 0-246,12-2 0,-22 1-492,-39 2 0,-62 44 757,-9-16 0,-16 0 1,-6 5 226,4 6 0,-5 6 0,-5 4 0,-5 1 0,-5-1-83,15-10 1,-4-1-1,-3 0 1,-2 1-1,-4 0 1,-3 0 0,-3 2-1,-3 1 83,14-4 0,-5 0 0,-4 2 0,-3 1 0,-3 1 0,0 0 0,-2 0 0,1 0 0,1-1 0,2 0 0,3-1 0,3-1 0,5-1 0,-16 6 0,5-2 0,3 0 0,3-1 0,1-1 0,-1 0 0,-1-1 0,-4 1 0,0-1 0,-9 0 0,-3 2 0,-2-2 0,3 0 0,7-2 0,10-2 0,14-2 0,17-5 491,-11 10 1,38-13 491,32-17 0,61-14-492,6-1 1,16-2-247,-12 6 1,9 1 0,7 0 0,6 1-387,-16 3 1,7 1-1,5 1 1,2-1-1,0 1 1,-2-1-1,-3 0-23,0-3 0,-3-1 0,-1 0 0,-1 0 0,2 1 0,3 1 119,0 4 1,5 1-1,3 1 1,-2 0-1,-4 0 1,-7 0-1,-11-2 372,11-6 1,-13 0 0,-2 4 163,27 7 1,-16 7 491,-29 3 0,-21 9 0,-17 1-909,-3 8 909,-9-6 0,0 6 0,9-8 0,-16-19-375,-14-14-608,-49-47 0,27 16 0,0-2 0,-5-2 0,2-3 0,6-12 0,6-1 0,11 13 0,4 3 0,-6-32 0,16 40 0,18 32 0,29 35 0,8-6 0,15 19 0,-21 9 0,17 11 0,-12-7 0,34-4 0,-24-12 0,22-15 0,-23-3 0,7-11 0,-20-27 0,-3-14 0,-6-21 0,18-17 0,2 6 0,-27 20 0,-3-5 0,-4-7 0,-6-7 0,-8-3 0,-5-7 0,-2-1 0,0-2 0,-3-3 0,-1-6-246,-2-7 0,-3-8 0,1-2 0,0 8-82,3 2 0,1 5 0,-7-6 314,-2 11 0,-4-8 1,-4-1-1,-3 4 1,-4 12 13,-12-2 0,-7 11 0,-14-1-164,3 13 0,-12-3 0,-7 0 0,-5 1 0,-1 4 0,2 7 0,9 8 0,-1 5 0,0 3 0,-2 3 0,-3-1 0,-3 0 23,-6-1 1,-5-1-1,-4 1 1,-1 0-1,1 2 1,3 1-1,5 3-56,-9-1 0,4 3 1,3 2-1,3 2 0,3 1 101,-5 2 0,1 0 0,6 5 1,10 5 95,-17 8 0,19 12 0,13 28 0,48 16 983,3-7-407,9 5 407,18-9-656,24-8 1,19 7 0,-3-1 163,9 16 1,5 0-247,-12-20 1,7 1 0,2-1 0,-8-4-190,14 12 1,1-8-57,-7-20 0,6-6 0,-3-4 0,11-3 0,3-5 0,3-4 0,7-2 0,-10-3 0,-9-2 0,-7-2 0,9 0 0,-17-2 0,-42 0 0,-13 0 0,-53 7 0,-43-8 0,39 10 0,-2 0 0,-10 1 0,5-2 751,-5-8-751,33-11 0,38-12 0,31-1 0,-4 13 0,3 20 0,-30 11 0,-9 9 0,0 10 0,0-8 0,0 8 0,0-1 0,36 30 0,9-2 0,13-16 0,10-4 0,-3-11 0,6-5 0,-8-2 0,6-1 0,1-4 0,5-6 0,2-4 0,1 3 0,1 6 0,1 4 0,-3-5 0,25-9 0,-5-1 0,-14 11 0,-2-5 0,11-18 0,-3-6 0,-31 8 0,-1 0 0,20-10 0,-7-2 0,-11-1 0,-37 0 0,-30-49 0,-44-12 0,-3 37 0,-17-1 0,-8 1-246,1 4 0,-7 1 0,-4 2 0,-1 5 162,0 6 1,-3 4-1,-1 2 1,-1 0 83,11 1 0,-3-1 0,0 1 0,4 2 0,10 4 0,0 4 0,8 5 0,4-2 0,-17-7 0,18 3 0,40 9 0,23-5 0,34 18 0,24 8 0,4-13 0,13-4 0,6-3 0,0-1-246,6-2 0,2-3 0,2 0 0,1-1 49,-12 4 0,3 0 1,-1 0-1,-2-1 0,-5-3 150,19-8 1,-7-3 0,-14 4 1029,21 1-793,-49 24-190,-33 1 0,4-9 0,-9-63 0,3-1 491,-2 2 1,0-2 491,1-14-697,-20-12-286,-5 24 0,-6 2 0,10 39 0,10 16 0,0 58 0,3 6 0,1 20 0,2 13 0,-1 4 0,-2-5-197,-1-5 0,-1 0 1,0 1-1,-1 5 0,2 6 87,0-15 1,0 5 0,0 5 0,1 3-1,0 2 1,0-1 0,-1-2 0,0-3-1,0-5-54,-1 15 0,-1-5 0,0-1 0,-1-3 0,1-2 0,0 1-33,0 11 0,-1 1 1,1-3-1,0-6 0,1-10-131,1-1 0,0-10 0,3-7-164,2 3 0,6-13 292,28-12 200,4-25 0,11-7 0,22-3 0,15-7-246,-11-4 0,12-4 0,3-1 0,-5 0 78,-13 2 0,-2 0 0,0-1 0,4-1 168,1-2 0,6-1 0,0 0 0,-5 0 0,-11 1 0,21-4 0,-12 2 491,-1-4 1,-22 10 491,-47 15 0,-77 66-656,11-35 1,-12 0 0,-3 3-1,-5 8 1,-3 2 0,-7-6-567,-2-13 1,-8-6 0,-1-3 0,9-2 238,7 0 0,7-3 0,1-8 0,-33-8 0,17-26 491,40-43 1,26-18-1,27 10 1,18-11-489,0 8 0,8-16 0,5-5 1,3 3-1,0 11-249,-2 14 0,2 8 0,2 1 0,4-3 79,5-8 0,5-5 1,2 0-1,-1 7 0,-6 13 167,17-4 0,-5 15 0,-12 13 0,-5 9 0,-6 14 983,-28 18-512,-2 51-286,-9-28-185,0 38 983,0-68 0,0-4-969,23-60 1,10-22-15,-10 14 0,7-10 0,-3 10 0,-18 50 0,-45 40 0,-6 13 0,-5 3 0,2-15 0,-3-1 0,-23 17 0,3-8 0,1-35 0,4 17 0,43-39 0,29 6 0,53-24 0,-4 31 0,6 6 0,-10-1 0,-1 7 0,8 13 0,-8 18 0,-18 56 0,-17 19 0,-4-15 0,-5 5 0,-2 3 0,-3 8 0,-3-11 0,-3-12 0,-7-8 0,-9-5 0,-12-13 0,-21-29 0,-10-11 0,-7-2 0,-1-6 0,7-4 0,2-6 0,-37-18 0,86-28 0,8-9 0,-28-24 0,12 0 0,-1-18 0,0 13 0,-2 32 0,-2 2 0,-4-13 0,-3-6 0,2 11 0,-14-10 0,18 19 0,-5-9 0,-10-13 0,-9-10 0,-1-6-197,16 24 0,0-3 1,-1-3-1,-2-2 0,-3-2 56,0 6 1,-2-3-1,-3-2 1,-1-2-1,0 1 1,1 0-1,3 1 65,-3-6 0,1-1 1,0 1-1,2 1 0,1 3 1,1 4-1,-9-12 1,2 4-1,2 4 0,6 7 1,-5-17-1,1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6:29.76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1306 1980 24575,'70'-50'0,"1"1"0,-1 2 0,8-3 0,9 6 0,-11 15 0,7 4 0,5 2 0,1 2 0,0 0-197,1-1 0,2 0 1,0 2-1,0 2 0,-1 1 0,-2 2 0,1 1 1,-1 2-1,-4 3 0,-7 3-131,15 4 0,-7 5 0,-13 5-79,-14 3 0,-15 8 407,-13 33 0,-22 20 0,-8 28 0,-8 11 0,-4-11-246,-3-25 0,-4-6 0,-5 3 0,-7 9 136,2-11 1,-4 9 0,-4 7 0,-3 4-1,-4 1 1,-2-2 0,-2-5 0,-1-7-1,-2-9-54,-13 0 0,-2-9 0,-4-6 0,-3-4 0,-2-1 0,-3 2 119,-3 3 1,-4 3 0,-4 0-1,-2-3 1,2-4 0,3-8-1,5-11-201,-14-3 0,5-10 0,2-12 0,1-13 167,9-12 1,0-11 0,1-9 0,4-8 0,6-7 78,13-6 0,6-9 0,4-7 0,3-4 0,-1-2 0,0 3-164,-5-3 0,0 0 0,1-2 0,1-2 0,1-3 0,3-5 78,6 8 1,1-5-1,2-4 1,0-1-1,3-2 1,1 2-1,3 2 1,2 3 85,1-11 0,2 3 0,3 1 0,3 2 0,3 0 0,5 0 0,3 5 0,3 0 0,3 0 0,4 3 0,2 1 0,3 4-172,2-1 0,3 0 0,3 4 0,6 7 0,7 8 172,25-13 0,12 14 0,12 17 0,4 22 0,13 14 0,4 10 0,-6 9 245,-13 6 1,-3 7 0,0 9 0,5 10-159,-13 0 1,6 9-1,2 7 1,1 3 0,-3 2-1,-6 0 1,-8-5-293,9 14 0,-9-3 0,-6 5 1,3 8 204,-13-11 0,2 9 0,0 5 0,-1 1 0,-3 0 0,-5-6 0,-8-6 0,5 24 0,-12-8 0,-1 2 245,-4-14 1,-1 3 0,-2-3 0,-7-8 245,-6 12 1,-12-14 491,-27 2 0,-51-57-32,5-66-951,43-14 0,2-28 0,6-11 0,8 4-173,10 9 1,7-1-1,5-2 1,-1-2 172,-5 4 0,-5-3 0,3-2 0,11 2 0,19 6 0,11 21 0,12-1 0,9 2 0,7 3 0,5 5 0,3 7 0,0 8 0,15 6 0,5 12 0,5 7 0,3 5 0,0 1 0,-1-2 0,-15 0 0,2 0 0,1 0 0,-1 2 0,-1 2 0,0 3 0,-3 4 0,24 2 0,2 4 0,-3 4 0,-11 8 0,-16 10 491,10 28 1,-27 17-1,-28 9 1,-21 15-281,-15-7 0,-10 13 0,-10 3 0,-8-3-408,-4-17 0,-7-1 1,-7-1-1,-7 1 0,-4-1 56,1-5 1,-5 2-1,-5 1 1,-4-1-1,-2-4 1,-3-5-1,-1-8 0,2-11 1,-2-5-1,-2-5 1,-3-4-1,-1-2 1,-1-2-1,0-1 0,-7 2 1,-1-1-1,-2-1 1,-1-4-1,-1-3 1,1-7-1,1-7 0,-1-8 1,-2-10-1,0-6 1,0-3-1,4-1 1,3 3-1,7 4-105,-18 4 0,8 4 0,4-2 0,-1-8 442,9-7 1,-5-6-1,3-3 1,13 3 0,20 7 107,9-5-211,16 9-93,85-13 0,5 20 0,18 4 0,3-2 245,-12-2 1,2-1 0,4 0 0,1 2-1,16 4 1,6 2 0,-2 2 0,-8-2 81,-4-4 1,-6-1 0,-8 6 163,5 5 1,-18 11 491,-30 19-662,-17 32 1,-15 19-322,-25 3 0,-17 8 0,4-1-211,19-14 0,3-1 0,-9-2 211,-24 14 0,-10-3 0,8-18 983,-1-13-656,34-92 1,8-41 0,5-6-309,6 4 1,7-7 0,2-4 0,1-2-217,-2 12 0,1-2 1,0-2-1,1 2 0,1 2-17,1-14 1,0-2 0,2 8-1,1 16 214,5 7 0,-2 23 0,-8 31 0,-46 75 0,-30 42 0,16-35 0,-5 4 0,-4-1-246,6-10 0,-2 2 0,-5-2 0,-6-3 123,-1-8 0,-5-1 0,-4-2 0,-3-5 0,-2-7-74,-5-6 0,-4-7 1,-2-5-1,0-2 0,2 0 0,7-3 0,1-1 1,0-1-1,0-2 0,2 0 27,-17 3 1,-1-1-1,5-3 1,14-6 660,-10-8 1,38-14-73,93-39-419,27 21 0,22 2 0,-25 10 0,6-1 0,4 1 0,-1 5 0,24 2 0,0 6 0,-2 2 0,-5-3 0,-3 1 0,-5 10 0,11 18 0,-11 10 0,-25-4 0,-7 5 491,-5 7 1,-9 5 491,-5 24 0,-14 0 0,-36-9 0,4-11-511,-7-11-472,3-19 0,-3-11 0,12-50 0,4-27 0,-6 2 0,-3-10 0,0-9-164,5 16 0,0-8 0,0-6 0,0-1 0,0 3 0,2 7-82,-2-5 0,1 5 0,0 1 0,-1-1 8,-2-15 0,-2-7 0,0 12 1,3 28 237,1 26 0,-37 67 0,-13 22 0,17-23 0,-1 3 0,-25 28 0,2-3 0,3-14 0,52-14 983,13-16 0,36 28-30,5 4-953,4 9 0,3 6 0,-10-11 0,-1 1 0,7 10 0,-3-1 0,7 26 0,-30-22 0,-32-12 0,-12 3 0,-16 12 0,-4-2 0,12-13 0,1-2 0,-14 5 0,17-11 0,37-30 0,52-38 0,-5-1 0,12-7 0,0-1-328,-1-1 0,1 0 0,0 0 0,2 1 0,0 0 0,-6 5-164,2-4 0,-18 18 348,-37 26 144,-2 20 0,-34 16 0,-28 16 0,-13 7 0,3-5 0,4-6 0,-2-2 0,-4 0 0,-7 3-164,1-1 0,-7 3 0,-5 3 0,0-2 0,2-3 0,5-6-82,-5 0 0,3-6 0,2-4 0,3-3 90,-15 3 0,2-5 1,25-10 1138,27-11-492,75-39 1,38-14-319,-7 12 1,14 1 0,9 0 0,4-1-315,-23 5 1,5-1-1,3 0 1,3 0-1,1 0 1,-1 2-1,-2 1-23,10-1 0,2 2 0,-1 1 0,-1 1 0,-1 1 0,-3 1-33,9-1 0,0 1 1,-2 2-1,-8 2 0,-12 4-295,25 7 0,-28 5 443,-38 5 49,-65 26 0,-30 10 0,-27 12 0,-6-1 55,10-11 0,-5 0 0,-3 0 0,2 2-55,19-6 0,-1 1 0,0 0 0,1 0 0,1-4 0,-14 3 0,-2 0 0,7-6 0,18-8 0,2 1 0,38-25 0,60-18 0,57-16 0,16 1 0,-40 15 0,11 1 0,8 1 0,5 0 0,5 1 0,1 0 0,0 0 0,-1 1-99,-13 0 1,1 0 0,2 1-1,1 0 1,1 0 0,0 0-1,2 0 1,-1 1 0,1-1-1,-1 1 17,-3 0 1,2 0 0,2 0 0,0 0-1,1 0 1,-1 1 0,-1-1 0,-2 2-1,-2 0 1,-3 0 0,-3 1 81,21 1 0,0 0 0,-2 2 0,-5 0 0,-6 0 0,-8 2 0,-10 0-153,13 3 0,-14 2 0,-12 0 153,28 6 0,-143 30 0,-39 12 0,11 2 0,-5 1 0,9-16 0,-6-1 0,1-3 0,6-2 0,0-2 0,1-11 0,-30-17 0,6-11 491,29-1 1,3-3-152,1-3 0,9 1-340,17 1 0,8 10 0,-2 10 0,0 1 983,2-9 0,19-4 0,-26-37 0,21 4 0,-32-15 0,16 0-492,15-23 1,2-13-278,-12-5 0,-1-4-363,11 22 1,1-3 0,-1 2 148,-10-26 0,-2 12 0,-15-1 0,29 17 0,6 40 0,18 11 0,-7 61 0,16 39 0,-16-20 0,-2 6 0,9 23 0,-9 8-328,-17-18 0,-13 3 0,-14 13 218,8-26 1,-8 10 0,-8 6 0,-5 6-1,-3 2 1,0 0 0,0-2 0,4-4-1,6-7-54,-4 8 0,3-5 0,3-3 0,-1 0 0,-2 1 0,-5 5 54,7-13 1,-7 6 0,-2 3 0,-2 2-1,0-2 1,2-3 0,6-5 0,5-9-1,9-9-382,-27 55 0,25-58 164,35-99 0,17-52 0,7-6 131,0 29 0,6-4 1,3-4-1,-1-5 0,-4-4 56,-7 3 1,-3-5-1,-2-4 1,-1-3-1,1-1 1,1 0-1,3 2 18,1 8 0,4-1 0,1-1 0,0 1 0,1-1 0,-2 3 0,-2 3 0,-3 3-41,-3-3 0,-2 3 0,-2 3 0,-1 1 0,1 1 0,0-2-33,3-18 0,1-3 1,-1 1-1,-1 7 0,-1 13 152,-2 9 0,-1 10 0,0 0 45,7-36 0,-5 6 491,-15 33 1,-5 13 491,-1 23 0,-8 4 0,12 32 0,9 83-492,-26-19 1,-17 12-247,-3-9 1,-10 9 0,-4 2 0,5-7 81,3-3 1,3-4 0,-4 0-321,-1-8 0,-5 4 0,4-6 0,14-13-7,6 11 0,25-43 0,8-2 0,-16 3 0,6-8 0,-39 5 983,22-18 0,-49 0-492,31 10 1,-5 7-305,-8 3 1,-7 5 0,4 1-188,-9 8 0,3 2 0,-13-1 0,14 1 0,39 0 0,29-25 0,11 10 0,36 26 0,0-3 0,6 3 0,8 7 0,14-1-246,4-14 0,16 0 0,1-3 0,-11-4-41,3 6 0,8-8 164,-29-17 0,14-3 0,11 0 0,6-3 0,1 0 0,-3-2 0,-7 0 0,-11-2-123,8 0 0,-11-4 0,-1 0 0,9 0 82,3 1 0,9 0 0,4 0 0,-1 0 0,-7 0 0,-14 0-134,2 2 1,-10 0 0,-13-6 297,16-23 0,-54 2 0,-18-65 0,0 57 0,0-25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6:41.65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3860 1229 24575,'-40'-31'0,"0"0"0,-26-3 0,-14 7 0,36 27 0,6 0 0,-23-23 0,12-1 0,-34-21 0,48 13 0,-10 2 0,40-9 0,-13-4 0,9 0 0,6 4 0,-6 18 0,18 0 0,2-17 0,1-15 0,-3 7 0,-18-2 0,-3 37 0,1-7 0,-8 6 0,17-9 0,-7-39 0,27 2 0,-7 6 0,1 0 0,10-5 0,5 9 0,-6 21 0,10 22 0,19-32 0,-16 33 0,5-15 0,-19 19 0,49-13 0,-27 10 0,30-20 0,-43 21 0,40-7 0,13 9 0,18 0 0,-26 0 0,-45 9 0,-2 2 0,-22 9 0,4 1 0,-50-3 0,-19-3 0,-32 9 0,19 1 0,-7 1 0,-10-8 0,-13 1 0,26 1 0,-8 5 0,-8 1 0,-7 1 0,-8-4-90,30-10 1,-5-2-1,-6 0 1,-4-1 0,-3-1-1,-1 0 1,-1 0 0,0 0-1,1 0 1,4 2-1,3 0-20,-8 3 1,3 1 0,0 1 0,2 0-1,1 1 1,-1-2 0,0 1 0,-1-2-1,-2-2 11,4-2 1,-4 0 0,-3-2-1,-1 0 1,0-1 0,3 0-1,5-1 1,5 1 0,8-1-1,9 1-229,-40 7 0,17-1 0,23-2-656,12 0 0,58 10 104,0-1 880,9-8 0,11-3 983,3-9 0,74 0-656,-28 0 1,13 1 0,8-2-356,-12-2 1,6 0 0,4-1 0,3-1 0,1-2 27,-6 0 0,2-1 0,2 0 0,2-2 0,2-1 0,3 0 0,-7 0 0,6-1 0,3-1 0,1 0 0,-1-1 0,-3 0 0,-5 0 0,-7 0 0,5-4 0,-7 0 0,-4 0 0,-2-1 0,3 1-197,7 1 0,7 1 1,-4-1-1,-12 0 0,-22-2-269,-6-24 466,-77-7 0,3 4 0,-25 5 0,-5 14 0,-7 5 491,2 11 1,-2 1-1,-14-12 1,2 1 491,-24 6-310,59-4 310,30 26-167,9-5-1062,0 51 0,0 55 0,0 19 0,0-16-82,1-20 0,-1-5 0,-1 17 218,-1-27 1,-1 13 0,-2 9 0,1 5-1,-1 3 1,0-2 0,0-5 0,1-8-1,1-11-136,0 11 0,2-13 0,-1-2 0,-1 5 49,-3 10 0,-3 10 1,0-1-1,1-15 0,4-26-787,4-17 0,0-44 0,-9-68 656,-12 6 0,-9-12 0,4 5 171,8 5 1,-1-1 156,-13-17 0,-8-9 0,9 18 983,6 6-492,0 2 1,-2 1 491,-6-6 0,6-11 0,0 53 0,24 12 0,-6-21 0,0-7 0,-2-24-661,-10 17-322,10 3 0,1 0 0,10-3 0,0 10 0,0-5 0,0 25 0,0-7 0,0 9 0,0 1 0,0-28 0,0 2 0,0-16 0,0 21 0,0 2 0,0 16 0,-9-6 0,7-1 0,-16-2 0,6-18 0,-9 24 0,10-28 0,2 28 0,9-15 0,0 11 0,-9 10 0,-3-10 0,-18-11 0,-11-12 0,7 10 0,4 4 0,12 27 0,15 3 0,-6 9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6:42.37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653 0 24575,'-23'32'0,"-4"-3"0,15 1 0,-45 10 0,-22 21 0,22-30 0,-4 1 0,6 3 0,1-1 0,1-8 0,2 0 0,-22 23 0,39-35 0,18 2 0,59-22 0,45-16 0,-7 2 0,-23 9 0,1-1 0,21-3 0,10-3 0,-17 1 0,-9-8 0,-37 13 0,-27 3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6:46.59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4596 0 24575,'-10'61'0,"-10"-18"0,-21-4 0,6-28 0,-4 7 0,-16 42 0,-5 26 0,15-10 0,2 9 0,-5 12-141,13-28 1,-5 9-1,-2 4 1,0 3-1,0 1 1,3-3-1,5-4-56,-1 10 0,5-3 1,2-1-1,0-1 0,-1 2 0,-6 6 0,-2 5 1,0-2-1,6-8 0,9-13-295,9 8 0,10-18 152,7-13 340,28-60 0,21-33 0,16-23 0,1 1-328,-8 13 0,0 1 0,4-5 243,-1-6 0,4-6 0,2-4 0,2-3-79,-11 13 0,4-4 0,2-1 0,-1-1 0,-3 1 0,-5 5-82,5-9 0,-6 4 0,-1 0 0,2-3 121,-2 3 1,3-3-1,0 0 1,-6 3-1,-8 8 616,17-23 1,-28 15 491,-44 16-492,-34 23 1,-17 8-345,-18 1 0,-16 12-393,7 14 0,-12 9 0,-4 5 0,3 2 0,9 0 0,3 1 0,-2 5 0,-4 5 193,9 2 1,-7 5 0,-1 4 0,1 2 0,4 0 0,10-1 52,-2 6 0,8 1 0,4 0 0,-1 2 139,-10 7 0,-2 3 1,6-1-1,14-5-139,8 8 0,11 0 491,-3 13 1,10 1-1,20-21 1,6 4-57,-6 32 1,16 4-587,26-33 0,12-3 1,1-2 150,1 16 0,11-11 327,13-30 1,14-11 0,-7-10 163,-11-12 1,-4-9-1,9-7 1,-7-5 164,0-14-568,-27 18-88,-21 12 278,-63 32 0,-32 16-278,39-11 0,0 0 19,-32 10 0,8-5-19,35-6 0,92-68 0,43-34 0,-33 16 0,6-9 0,3-2 0,-2 5-246,-8 9 0,-1 3 0,1 0 0,0-1 162,9-11 0,3-4 0,-5 5 1,-13 14 83,22 3-37,-25 18 1,4 4 36,-3 5 0,2 2 0,19-7 0,-2 2 0,-24 5 0,-7 4 0,5 14 0,-53 3 0,-20 45 0,-8 22 0,8-1 0,0 8 0,2-19 0,-1 5 0,-3 4 0,-3-2-122,-4 3 0,-4 1 0,-1-1 0,-2-3 122,-8 14 0,-2-4 0,-3-5 0,-1-10 0,-2-6 0,3-8 35,-3-4 1,8-16-36,15-26 0,21-21 0,36-79 0,17 29 0,18-5 0,0 5 0,11-7 0,4 1 0,-5 6-328,-8 10 0,-4 5 0,13-6 187,-6 6 1,13-7-1,8-4 1,2-2-1,-3 4 1,-8 6-1,-13 10-351,23-8 0,-5 3 688,-19 4 1,11-11-1,0-1 1,-7 7 0,-18 15-73,6 11-124,-48 31 0,-9 12 0,0 37 0,1-2 0,-2 5 491,-5-1 1,-1 0-1,5 12 1,0-4 491,-11 4-278,13-35-705,-9-28 0,-21 25 0,-44 7 0,5 11 0,-6-14 0,-13-22 0,39-22 0,-6-5 0,-9 1 0,-8-1 0,5 1 0,2-1 0,1-1 0,-24-2 0,10 3 0,33 9 0,-6-9 0,21-2 0,19-28 0,2 4 0,55-24 0,29-10 0,-21 23 0,4-1 0,8-8-164,-5 3 0,7-8 0,4-6 0,3-2 0,-2-1 0,-3 1 0,-3 0 0,0-1 0,-2-2 0,-1 0 0,0 1 0,-1 0 18,-5 6 1,2-1 0,-2 1 0,-2 1 0,-2 0 0,-4 1 145,9-18 0,-3-2 0,-8 6 0,-9 16 0,6-17 0,-16 29 0,-18 46 0,-2 4 0,-18 27 0,-20 23 0,-19 26 0,-12 13 0,0 0 0,7-14-312,0-3 0,3-8 0,-8 9 312,7-6 0,-6 12 0,-4 3 0,-1 0 0,2-9 0,5-14 0,-12-1 0,4-14 0,3-8 0,-3-4 0,2-8 491,1-9 1,6-8 491,11-9-260,13 9-723,12-15 0,15 3 0,-15-17 983,16-19-880,-7 13-103,18-31 0,11 23 0,3-7 0,6 11 0,-9 18 0,59-19 0,-35 16 0,27-19 0,-44 13 0,-15-8 0,26-13 0,-13 8 0,-5 4 0,-49 21 0,-48 9 0,19 3 0,-15 2 0,-11 1 0,-10 1-90,25-2 1,-8 0-1,-5 1 1,-7 0 0,-3 0-1,-4 1 1,-2 0 0,-2 0-1,-1 0 1,2 1-1,0-1 19,11 0 1,-2 0 0,-2 1 0,0 0-1,-2 0 1,-1 0 0,0 0 0,0 0 0,-2 0-1,1 0 1,0 1 0,0-1 0,1 0-1,0-1 0,-1 1 1,-1 0 0,0-1 0,-1 1-1,0-1 1,0 1 0,0-1 0,0 1 0,2-1-1,-1 1 1,2-1 0,1 1 0,1-1-1,1 0-19,-12 2 1,-3 0-1,0 0 1,0 0 0,1 0-1,3 0 1,3 0 0,6-1-1,5-1 1,7 0-1,9-1-156,-23 2 0,14-3 0,9 1 0,5 0-246,-32 6 0,35-2-492,58-8 492,73 6 0,49-7 164,-35-12 0,6-7 0,12 0 187,-24 8 1,6 1-1,6 0 1,4-1-1,3 0 1,3-1-1,0-2 123,-11 1 1,2-2 0,3-1-1,1-1 1,2 0 0,2 0 0,0-1-1,1 1 1,-1 0 0,0 1 17,-3 1 0,0 1 0,2-1 0,0 1 0,1-1 0,-1 1 0,1 0 0,-1 0 0,-1 0 0,-1 0 0,-1 0 0,2-1 0,0 1 0,-1-1 0,0 0 0,-1 1 0,-1-1 0,0 1 0,-2 0 0,-2 0 0,-1 1 0,21-3 0,1 1 0,-1 0 0,-3 1 0,-6-1 0,-6 1 0,-8 1-83,24-7 0,-14 0 0,-6 2 83,-15 3 0,-4 2 0,-11-3 0,22-19 0,-70 13 983,-18 10 0,-61-16 0,7 13-492,9 0 1,-4-2-1,-5-2 1,0-2-1,2-5 1,-2-2-1,-20-11 1,-11 0-247,25 18 1,-7 1 0,-3 2 0,2 2-192,2 1 1,1 2-1,-1 1 1,-4 1-55,1 1 0,-5 0 0,-1 0 0,3 2 0,8 2-18,-7 3 0,7 2 1,2-1 17,-29-7 0,17 2 0,37 6 0,-4 0 0,11 0 0,-11 0 983,-14 0 0,0 0-716,-14 0-267,2 14 0,-9-7 0,-4 2 0,30 4 0,1 0 0,-17-5 0,7-1 0,21 2 0,26-9 0,0 0 0,-8 9 0,-4-7 0,-26 8 0,13-1 0,5 2 0,23 0 0,18-2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1:55:52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1:55:53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2923 1736 24575,'-40'-10'0,"-42"-31"0,15 5 0,-6-6-304,13 6 0,-3-3 0,-1 0 304,-5-3 0,0-1 0,-1 1 0,4 4 0,1 1 0,0 1 0,4 3 0,2 2 0,0 1 0,-21-11 0,3 2 149,7 2 1,1 1-150,1-2 0,1 1 76,6 1 0,1 1-76,1 2 0,2 0 0,4 2 0,3 1 0,-33-20 461,11 4-461,13 2 0,1 0 0,-8-6 0,-5-1 0,1 3 0,2 2 0,-1 0 0,-9-4 0,31 21 0,-3 0 0,-3-2 0,1 1 0,3 1 0,3 0 0,-29-16 0,39 20 0,19 13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1:55:57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4686 2738 24575,'3'4'0,"-81"-50"0,11 5 0,-14-9 0,-6-5-1195,19 12 1,-4-2 0,-3-3 0,-2-2 0,-1 0 1194,3 2 0,-2-3 0,-1 0 0,-1-1 0,1 0 0,0 1 0,3 1 0,-1 0 0,0 0 0,1 1 0,2 1 0,3 2 0,-1-1 0,1 2 0,3 0 0,2 3 0,2 1 539,-21-14 1,4 3 0,7 6-540,-5-1 0,10 7 993,-13-9-993,20 11 0,-1 1 0,-1-1 3220,-8 0-3220,-4 6 139,-5 1-139,33 13 0,0-1 0,-6-3 0,-1-1 0,-9-4 0,-2-2 0,-8-6 0,-2-1 0,-7-5 0,-3-2-270,22 11 0,0-3 0,-2 0 270,-5-4 0,-1-2 0,-1 0 0,-6-3 0,-1-1 0,0 0 0,4 0 0,0 0 0,3 2 0,8 6 0,3 2 0,3 2-1304,-7-4 1,9 6 0,3 1 0,33 23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1:55:59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24575,'3'0'0,"-1"0"0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1:56:01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24575,'0'2'0,"0"0"0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7:28.41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1 498 24575,'28'0'0,"9"-6"0,12-10 0,30-11 0,-23 2 0,9-7 0,2 1 0,6-2 0,2-1 0,4 0-246,-10 4 0,3 0 0,0-1 0,-3 3 60,14-5 0,-4 3 0,-6 4 260,-1 5 1,-10 4 0,6 4 0,-62 13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7:32.79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24575,'50'68'0,"-1"1"0,-7-13 0,-4 1 0,-5 8 0,-3 10-246,-8-4 0,0 10 0,-2 8 0,0 4 82,-3-7 0,-1 5 0,0 4 0,-1 3 0,-1 2 0,0-2 23,-2-8 1,0 1-1,-1 2 1,0 0-1,-1 0 1,-2-1-1,-1-1 0,-1-3 1,-2 0-1,0 1 1,-2-2-1,0-1 1,-2-2-1,0-2-56,-2 15 0,-1-2 1,-1-3-1,-2-2 0,-1-3-49,-2 9 0,-2-2 0,0-5 0,0-4-82,1-1 0,1-6 0,0-2 101,-2 35 0,2-23 227,3-56 983,6-12-160,0-7 160,0 6 0,-6-10 0,-2-3 0,-37-37-738,11 0 1,-8-3 0,24 16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7:35.16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1 535 24575,'41'34'0,"-8"-7"0,-14-14 0,-11-1 0,3-11 0,-3 11 0,-1-4 0,5 5 0,-5-6 0,7-1 0,25-35 0,8 1 0,8-3 0,4-6 0,3-2 0,3 2 0,-2 3 0,16-9 0,-48 29 0,-24 2 0,5 11 0,2-17 0,6 3 0,7-6 0,14-10 0,33 6 0,-10-13 0,-4 15 0,5 1 0,-4-2 0,-1 1 0,-8 3 0,-1 2 0,4 2 0,-7 2 0,-14 0 0,11-5 0,-21 10 0,1-3 0,-19 12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7:36.30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91 24575,'36'-7'0,"15"1"0,0 6 0,9 0 0,21 1 0,10-1 0,-5-1-246,-3-3 0,-1-2 0,2 0 0,4 1 49,-1 4 0,5 1 1,1 0-1,-1-1 0,-5-2-49,4-4 0,-2-3 0,-6 0 0,-10 3 108,5 5 0,-13 1 0,20-13 1,-73 14-1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7:47.36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24575,'0'74'0,"0"19"0,0-28 0,0 1 0,-1-8 0,2 0 0,2 6 0,3-2 0,4 27 0,1-10 0,7 14 0,-16-45 0,12 24 0,-4-12 0,5-3 0,1 21 0,-9-17 0,-1-5 0,6-4 0,-3 15 0,10 6 0,0 4 0,-4 5 0,10-5 0,-10-16 0,4-2 0,-11-38 0,10 16 0,-1 19 0,13 16 0,0 6 0,-6-11 0,4 7 0,-4-2 0,0 6 0,0-16 0,-1 1 0,6 19 0,-8-13 0,-1-3 0,2-5 0,-9-2 0,-6-27 0,11 8 0,-9 2 0,4-2 0,-1-7 0,-4-7 0,11 1 0,-4 6 0,-2-11 0,-1 15 0,1-3 0,8 8 0,0-2 0,-8-14 0,5 5 0,-3-2 0,12 5 0,8 24 0,-12-30 0,11 29 0,-20-35 0,12 11 0,-11-1 0,4-9 0,-6 8 0,6-4 0,-4 1 0,5-2 0,-1 0 0,-4-6 0,4 7 0,-6-6 0,1 4 0,5 2 0,-4 1 0,4 4 0,0-5 0,-4-6 0,4-2 0,-5 0 0,-1 2 0,0 0 0,-5-14 0,-11-67 0,1 2 0,-7-27 0,15 28 0,-5 29 0,5-17 0,-6 21 0,-6-8 0,5 25 0,-5 1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7:49.19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1165 1 24575,'-6'56'0,"-8"0"0,-1-22 0,-17 6 0,10-6 0,-11-1 0,-12 20 0,0-14 0,4 5 0,-4 1 0,-32 7 0,6 6 0,6-21 0,23-10 0,6-5 0,5 3 0,11-11 0,5-1 0,-4 0 0,-7 13 0,-16-1 0,-8 8 0,-7-10 0,23-3 0,9-13 0,17 5 0,-10 1 0,3 2 0,-12 10 0,6-16 0,-10 15 0,2-15 0,1 10 0,2-12 0,13-1 0,-6-12 0,10 5 0,-3-5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7:50.32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24575,'19'52'0,"-4"-21"0,10 18 0,-10-32 0,16 20 0,-14-21 0,8 9 0,-18-17 0,-1-3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8:16.53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24575,'36'76'0,"-1"0"0,-7-7 0,-1 6 0,-1 5 0,-5-3 0,-2 6 0,-1 3 0,-1 2-197,-4-10 0,-1 2 1,-1 2-1,-1 2 0,-2 2 33,-3-1 0,-1 5 0,-2 2 0,-1 0 0,0-3 0,0-6-82,-1 11 0,0-4 0,0-4 0,0 2 14,0 4 0,1 4 0,-1-9 0,-1-18 477,-5 10 1,4-69 0,-4-16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8:17.68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1 263 24575,'70'-70'0,"-28"41"0,1 1 0,36-33 0,3 33 0,3 9 0,-2 9 0,-14 0 0,-3 3 0,-18 7 0,-23 0 0,-17 6 0,-2 1 0,-6 6 0,12 12 0,5 30 0,7 1 0,2 13 0,-12 4 0,-3 9 0,0 0-328,5 1 0,0-1 0,-2 3 286,-2 10 1,-3 1 0,0-9 41,0-7 0,0-11 0,7 17 0,-10-68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8:18.31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1 258 24575,'68'-44'0,"0"-1"0,2 3 0,-2 3 0,-16 11 0,-4 3 0,25-9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8:18.90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24575,'20'14'0,"6"4"0,-6-10 0,33-1 0,-8-1 0,11-6 0,-17 0 0,2 0 0,29 0 0,-30-6 0,12 4 0,-52-4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8:19.92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24575,'32'74'0,"-17"-13"0,0 2 0,0-6 0,-1 0 0,-5 7 0,-2-7 0,2-9 0,-3 4 0,-5 26 0,14 8 0,-13-1 0,1-44 0,-5-29 0,-4-12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8:21.12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24575,'90'6'0,"-1"4"0,-4 7 0,-13-6 0,7 3 0,-40-12 0,4 4 0,-30 0 0,0 1 0,1 0 0,-7 5 0,5-10 0,-10 10 0,9-5 0,9 18 0,-4 3 0,5 19 0,0 10 0,-11 0 0,0 6 0,7 1 0,5 7 0,-2 7-246,-5 5 0,-2 9 0,-1 3 0,0-2 0,0-8 0,-1-1 0,-1 1 0,0 4 139,-1-4 0,-1 5 0,0 0 0,-1-1 0,-3-7 107,-2 18 0,-3-6 0,0 1-65,1-16 0,0 3 1,0-2-1,0-5 65,0-1 0,0-5 0,0-1 0,0 33 0,0-8 0,0-33 0,0-10 0,0-10 0,0 18 0,0-20 983,0 7 0,0-26-187,-6-12-796,-7-7 0,-55-69 0,41 46 0,-32-45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8:21.67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24575,'0'0'0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8:22.07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24575,'0'0'0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8:23.36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24575,'35'10'0,"-3"1"0,-11 27 0,-2-4 0,-5 1 0,-7-9 0,-1-18 0,-6-10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8:24.37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55 24575,'40'-21'0,"-6"7"0,-1 8 0,5 0 0,-8 5 0,9-5 0,-7 6 0,2 0 0,-6 0 0,-2 6 0,-7 1 0,2 7 0,-7-1 0,4-6 0,-10 5 0,11 2 0,-4-6 0,4 4 0,-6-6 0,13 8 0,-4 6 0,5 1 0,-8-2 0,-6-11 0,0 16 0,4 32 0,-9 42 0,0 1 0,-8-6 0,0-48 0,0-18 0,-6-13 0,-33-32 0,-9-5 0,2-5 0,13 10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8:24.89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24575,'28'21'0,"15"-2"0,-7 1 0,31-3 0,5 3 0,13-1 0,7 4 0,-38-11 0,-14 3 0,-36-15 0,-10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8:25.71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24575,'0'34'0,"0"25"0,0-6 0,0 17 0,0-26 0,6-1 0,-4-21 0,4 5 0,-12-14 0,-2-7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8:26.46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28 24575,'29'-14'0,"-4"7"0,0 1 0,-3 6 0,5 0 0,-2 0 0,2 6 0,21 1 0,28 13 0,-20-6 0,3 0 0,-40-2 0,-5-5 0,5 0 0,-4 5 0,4-10 0,-12 10 0,5-11 0,-4 17 0,11 3 0,-10 13 0,3 52 0,-11-29 0,-2 2 0,1-8 0,0 0 0,0 41 0,-6-73 0,-2-13 0,-5-6 0,5 0 0,2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8:26.89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24575,'46'27'0,"-5"-6"0,-7-8 0,-3-1 0,-22-5 0,3 1 0,-12-2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8:27.22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24575,'40'21'0,"0"-2"0,-6-11 0,-8-2 0,-12-6 0,-8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8:28.28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24575,'61'16'0,"-16"-2"0,5 0 0,6 0 0,1-9 0,2 0 0,2 4 0,0-1 0,5-7 0,-3-2 0,37 1 0,-49 0 0,-1 0 0,33 6 0,-11-4 0,-44 4 0,9-6 0,-21 0 0,10 0 0,-13 0 0,0 0 0,1 5 0,5-3 0,-4 4 0,4-6 0,-6 0 0,7 6 0,6 1 0,58 14 0,-21 2 0,2 1 0,-11-9 0,0-1 0,6 6 0,-10-1 0,-24-7 0,-12-5 0,-8 0 0,-6-1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8:29.22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510 1 24575,'-36'81'0,"11"-2"0,-13 6 0,25-33 0,-1-12 0,14-27 0,0 0 0,6 1 0,1-13 0,6-3 0,1-5 0,23 1 0,-6 6 0,21 0 0,-12 6 0,0 1 0,-6 7 0,-7-7 0,-8 5 0,-6-11 0,-5 11 0,-76-24 0,9 7 0,-11-2 0,-7-7 0,-8-4 0,6 2 0,3 5 0,6 0 0,0-4 0,0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8:29.86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56 0 24575,'13'48'0,"0"-2"0,1-1 0,-7 32 0,5-17 0,-10 30 0,3-6 0,-3-33 0,-4 2 0,-5 7 0,-3-1 0,-6 24 0,-11-22 0,8-41 0,5-13 0,1-7 0,-1-8 0,13-49 0,14 26 0,3-28 0,3 46 0,-13 7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8:31.07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24575,'46'0'0,"2"11"0,-13-8 0,2 21 0,-16-21 0,18 27 0,-4-8 0,12 11 0,8 7 0,13 13 0,7 6-215,-9-7 0,5 3 0,1 2 215,-8-7 0,2 2 0,-1 0 0,-5-3-328,-2-2 0,-4-2 0,-2-2 95,17 16 1,-11-10 232,-23-24 0,-26-11 0,10-7 0,-11 5 599,4-10-599,-5 3 983,0 1-471,5-4-512,-4 4 0,-1 0 0,5-5 0,1 11 0,14-5 0,1 13 0,11-5 0,-17-2 0,3-7 0,-12-6 0,1 0 0,5 0 0,57 0 0,-17 0 0,7 0 0,-2 0 0,5 0 0,0 0 0,5 0 0,0 0 0,-4 0 0,9 0 0,-6 0 0,-14 1 0,-15-2 0,-30-5 0,-10-2 0,-46-81 0,33 63 0,-28-56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8:32.46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458 0 24575,'90'10'0,"-30"-1"0,4 3 0,12 3 0,-1 2 0,-13-1 0,-5-2 0,32-4 0,-64-4 0,-12 0 0,-5 2 0,-2 5 0,-56 36 0,-24 0 0,12-14 0,-11 5 0,2-4 0,-8 4 0,0-3 0,16-8 0,-2 1 0,8-3 0,-24 17 0,42-11 0,14-1 0,4 3 0,-6-1 0,6-2 0,1-5 0,1 0 0,4 5 0,1-9 0,2 2 0,11 0 0,-5 9 0,6 25 0,0 26 0,0-12 0,0 3 0,0-19 0,0-14 0,0-2 0,0-16 0,0-12 0,-6-6 0,4 5 0,-10-10 0,5 4 0,-7-6 0,1 0 0,-1-6 0,-5-20 0,10-50 0,-3 36 0,12-24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8:33.66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24575,'40'6'0,"-6"2"0,-1 5 0,-13-6 0,0 5 0,-1-4 0,8 5 0,1 0 0,-2 1 0,-6-7 0,-1 5 0,2-5 0,-6 7 0,2-7 0,-9 5 0,11-5 0,8 7 0,1-1 0,-1-6 0,4 5 0,-21-4 0,14-1 0,-17-1 0,12 0 0,-10 1 0,9 1 0,-10 4 0,5-5 0,6 0 0,-4 5 0,4-4 0,-5-1 0,-7 5 0,5-5 0,-5 1 0,7 4 0,-7-5 0,5 1 0,-5 15 0,1 26 0,-4 15 0,-2 11 0,-1 0 0,-2 3 0,-6 19 0,0-1 0,5-21 0,0-4 0,-5-13 0,0-4 0,13 29 0,-4-27 0,4-23 0,0-20 0,-5-1 0,5-5 0,-18 1 0,-3-2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8:34.41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24575,'0'0'0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8:34.69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24575,'0'0'0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48:36.16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25 0 24575,'47'21'0,"-1"-2"0,-6-5 0,6-1 0,2 0 0,-7 1 0,-8-7 0,-20 5 0,-1-10 0,-10 9 0,4-3 0,-6 11 0,-18 14 0,-11-10 0,-13 20 0,-4-20 0,11 3 0,-4 11 0,5-13 0,6 9 0,-4-8 0,11-4 0,0-6 0,8 2 0,12-15 0,21-2 0,2-2 0,11-4 0,-1 6 0,-10 0 0,4 0 0,-7 0 0,-4 0 0,4 0 0,0 0 0,8 6 0,1 2 0,5 11 0,-13-10 0,6 9 0,0-5 0,20 28 0,8 10 0,4-5 0,2 3 0,9 16 0,0-2 0,-13-19 0,-6-6 0,2 7 0,-31-24 0,-15-8 0,-14-7 0,-23-12 0,1-14 0,2 10 0,10-8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6:14.06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1493 205 24575,'72'-20'0,"-1"-1"0,8 2 0,8 2 0,6 4 0,9 1 0,-4 1 0,-21 3 0,-3 2 0,-2 1 0,30 4 0,-8 2 0,-36-1 0,-5 0 0,-3 0 0,1 0 0,8-1 0,5 2 0,-2 3 0,5 3 0,3 1-328,12 4 0,4 2 0,0 0 73,1 1 0,1 0 1,0 2 254,4 3 0,1 1 0,-8-2 211,-2-2 0,-7-1-211,-8-2 0,-9 2 0,-1 11 0,9 8 0,6 5 0,-24-10 0,4 4-166,25 18 0,10 8 0,-10-7 166,-27-16 0,-1-2 327,9 6 1,6 3 0,-15-6-20,-7 9-308,-6-13 0,4 7 0,12 34 0,5 11-203,-1-14 1,6 4-1,-2 2 203,-17-15 0,0 1 0,-1 0 0,1-3 0,11 6 0,-1-3 0,-5-6 0,-7 2 0,-8-11 0,-5-12 516,6 16-516,-17 0 0,0 7 0,17 22 0,3 4 0,-10-2 0,0 1 0,7 5 0,-3-2 0,-13-18 0,-6-5 0,-5-13 0,-2-2 312,-1 0 1,-2 2-313,0 20 0,-6 7 0,-7-12 0,-5 2 0,2 1 0,3-2 0,1-1 0,-2 1 0,-9 8 0,-3 1 0,2-11 0,-13 24 0,3 1 0,13-39 0,-3-2 0,-27 33 0,19-32 0,-4-1 0,-5-7 0,-4-3 0,4 0 0,0-3 0,-21 18 0,16-17 0,-2-3 0,-27-7 0,2 0 0,-7 1 0,0-1 0,-5-3-173,9-9 0,-4-1 0,4 0 173,-10 5 0,0 0 0,16-6 0,-4-1 0,-2 1 0,-13 1 0,-4 0 0,3-1 0,12-5 0,1-1 0,-2 1 0,-20 8 0,-3 3 0,5-6 0,25-11 0,3-3 0,-4 1 0,-7 4 0,-5 0 0,-5 1 0,-1-2-197,2-3 0,-3-1 1,-3 0-1,2-1 0,5 1-49,-4 0 0,5 0 0,1 0 0,-1 0 142,-6 0 1,-5 0 0,10 0-1,23 0 104,13 0 0,-14 1 0,-3-2 457,-10-12-457,13 12 0,-3-1 0,12-7 0,5-2 0,-6 1 983,-26-9 0,41 0-505,-14-8-478,15-2 0,-15-8 0,-9-33 0,-9 29 0,30-2 0,1 0 0,-28-2 0,31 10 0,3-2 0,-14-21 0,-5-6 0,17 17 0,0 1 0,8 1 0,-7 5 0,16 3 0,-7-6 0,0 3 0,6-15 0,-6 7 0,-16-34 0,8-2 0,-2-10 0,1 3 0,-2-1 0,11 22 0,0-1 0,3 7 0,2 1 0,4 8 0,-13-27 0,8-15 0,9 33 0,0-6 0,-3-13 0,0-6 0,5 21 0,-1-3 0,2 4 0,-1-15 0,0 1 0,-3-11 0,2 6 0,11-9 0,-2 38 0,0 0 0,4-42 0,0 4 0,0-5 0,0 22 0,0-1 0,0 12 0,0-3 0,0 7 0,0 6 0,0 3 0,-1-7 0,2 2 0,7-14 0,-3 22 0,0 0 0,6-23 0,5 8 0,3 2 0,1 16 0,7-6 0,7 7 0,-3-9 0,14 8 0,0 3 0,-6-1 0,14 15 0,11-12 0,23 22 0,-8-6 0,12 17 0,3-11 0,-30 18 0,17-17 0,-52 18 0,-3-6 0,-7 8 0,7-9 0,3-1 0,0 0 0,-3 1 0,-7 1 0,-1 6 0,1-6 0,-9-1 0,-2 7 0,-8-6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0:40.07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45 1426 24575,'-10'-87'0,"0"0"0,7 3 0,1-3 0,-5 16 0,-2-3 0,5 4 0,10-10 0,5 11 0,10 3 0,34-8 0,-24 30 0,4-2 0,8-3 0,3 1 0,3-2 0,1 2 0,-11 9 0,3 3 0,19 0 0,1 3 0,-18 5 0,0 2 0,10 8 0,-1 2 0,15-14 0,-5 20 0,-21-1 0,13 3 0,-9 8 0,27 16 0,10 13 0,4 3 0,-10 3 0,-12 0 0,-14-9 0,2 4 0,4 18 0,-1 2 0,0-10 0,-1 2 0,-3 7 0,-2 3 0,7 8 0,-5-2 0,0 4 0,-9-15 0,-2 9 0,-9 40 0,-8-1 0,6-9 0,-10-18 0,1 11 0,-6-17 0,-7-14 0,-8 7 0,0-7 0,-17 17 0,13-23 0,-21 2 0,14-33 0,-8 14 0,8-13 0,-6 24 0,7 10 0,-18 5 0,7 22 0,-15-14 0,6-3 0,0-18 0,2-11 0,9-8 0,-8 0 0,-11 17 0,6-13 0,5 12 0,10-7 0,6 10 0,0 1 0,3 16 0,-1-7 0,2 37 0,0 14 0,1-10 0,0 0 0,2-19 0,-1 1 0,2-5 0,2 2 0,2-15 0,-1-28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0:41.26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24575,'46'17'0,"11"4"0,2 17 0,-3-9 0,-9 7 0,-10-15 0,-7 6 0,-3-8 0,0 0 0,3 8 0,7 3 0,-16-9 0,-4-5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0:44.80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353 1 24575,'11'37'0,"-3"-7"0,-16-11 0,-7 34 0,-13-33 0,-1 27 0,-1 4 0,-15-5 0,-18 19 0,41-29 0,-3-17 0,14 0 0,-8-1 0,9 1 0,-16 0 0,22 0 0,-22 0 0,24-9 0,-6-1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0:45.85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1567 24575,'53'-52'0,"0"-1"0,-3-1 0,8-5 0,4 7 0,12-6 0,4-1 0,-4 2-246,-10 6 0,-2-1 0,1 2 0,4-1 49,1 4 0,4 1 1,3-1-1,1 1 0,-2 0 0,1-1 0,1-2 1,0 1-1,-1 3 0,-3 4-49,3 3 0,-4 4 0,0 2 0,1-1 140,3-4 0,1-2 0,-3 3 0,-4 6 106,22-1 0,-7 6 491,-11-2 1,0 2-490,5 5 0,-7 2 0,-1-5 1,-8 14-1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0:47.45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24575,'47'56'0,"-12"21"0,10-15 0,-20 16 0,-2 11 0,3-17 0,1 5 0,-3 2 0,1 8 0,-3 1-328,-4 3 0,-3 1 0,0 6 82,0-4 0,1 6 0,-1 1 0,-2-2 0,-4-11 0,-1-2 0,-2 0 0,1 2 47,0 10 0,1 4 0,-2-3 0,0-10 199,-1-12 0,-1-7 0,-1-2 0,-2 24 0,-2-10 0,1 0 0,0-24 0,0-31 983,0-8-738,-8-9 1,6-1 0,-7-9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0:48.37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1 957 24575,'8'-21'0,"39"-35"0,21-11 0,-16 27 0,5 1 0,3-5-246,-3-5 0,3-6 0,1-1 0,2 3 0,4 3 0,3 2 0,-1 2 0,-6 0-82,0-4 0,-5 1 0,-1 5 460,19-5 1,-9 7-1,-9-2 1,-41 36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0:49.90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24575,'29'42'0,"0"1"0,-6 7 0,-1 13 0,3 9 0,5 18 0,2 9 0,-2 1 0,-3-6-246,-4 0 0,-4-3 0,0 1 0,4 5 82,0-10 0,2 5 0,3 3 0,-1 0 0,-1-4 0,-3-6-82,-1 8 0,-3-6 0,0-2 0,2-2 0,2-6 0,2-3 0,1 1 0,-4 0 0,-2 6 0,-3 2 0,0-1 0,1-5 217,7 4 0,2-5 1,-3 1 28,-5 8 0,-1 0 0,-2-15 983,10 6-843,3 14-140,-18-57 0,8 22 983,-1-26 0,-7-2 0,6-8-49,-7-8-934,1 5 0,5-22 0,-13 4 0,38-26 0,1-10 0,17-2 0,-4 10 0,-34 13 0,-5 17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0:51.10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1428 1 24575,'-31'40'0,"-1"1"0,-1-4 0,-3 6 0,-13 25 0,-7 13 0,0-2-328,9-14 0,-1-3 0,-7 5 131,-1-4 0,-10 5 1,-3 2-1,1 0 0,5-4-49,5-1 0,4-2 0,1-2 0,-3-1 0,-5-1 0,-3 0 0,3-4 0,6-2 116,-14 23 1,14-14 369,15-23 0,12-13 0,20-26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0:52.12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24575,'46'29'0,"0"0"0,31 16 0,-19-12 0,0 1 0,22 20 0,-18-23 0,-1 2 0,12 28 0,-16-30 0,-1 15 0,9 1 0,-31-16 0,0-4 0,-34-18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0:53.77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1 976 24575,'46'-17'0,"7"-13"0,14-12 0,10-1 0,-1 7 0,11-1 0,4-1 0,0-1 0,-8 0-246,-7-3 0,-7-2 0,3 1 0,12 0 123,-9 12 0,12 0 0,8-1 0,3 1 0,-1 1 0,-6 2 0,-10 2 0,-15 3-369,23-14 0,-7 4 246,3 9 0,14-1 0,-4 1 0,-21 1-705,9-21 1934,-43 23-866,-3 2-117,-8 51 0,-2 22 0,-1 10 0,-3 11 0,0 12 0,-1 11 0,-3-2 327,-5-18 1,-2-1 0,-1-4 163,0 25 1,-3-12-447,1-10 0,-7-68 1,6-8-1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0:54.97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24575,'8'75'0,"12"-2"0,3 8 0,-5 3 0,2 4 0,-3-21 0,2 2 0,-2-6 0,0-5 0,-4-8 0,-2 14 0,-3-45 0,-8 17 0,0-13 0,0 4 0,0-18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0:55.75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24575,'27'46'0,"-6"2"0,15 9 0,-11 28 0,3-13 0,-11-20 0,-3 0 0,-1 18 0,12-14 0,-23-20 0,6-17 0,9 25 0,-13-19 0,13 11 0,-17-28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0:57.57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24575,'21'91'0,"1"1"0,-14-34 0,0 1 0,2 15 0,2 9 0,-2 0-328,-2-8 0,-2 0 0,-1 4 209,-2-2 1,-3 5 0,0 2 0,2 1-128,3 7 0,0 2 0,1-1 0,-2-5 236,-3 4 1,-2-4-1,1-6 10,0 16 0,0-12 588,0 11-588,0-26 0,-1-17 0,2-3 0,7-4 0,6 27 699,-2-18-699,0 12 983,-3-41-783,9-18-200,65-7 0,25-4 0,-24 2 0,13 0-141,-28 0 1,11 0-1,10 0 1,4 0-1,2 0 1,-1 0-1,-7 0-23,4 0 0,-4-1 0,0 1 0,1-1 0,2 2 0,4 0 41,-5 1 0,5 1 0,2 1 0,2 0 0,1 0 0,-2 0 0,-3-1 0,-3 0-41,12-2 0,-4 0 0,-2 0 0,-1-1 0,-1 1 0,0 1 0,-5 2 0,1 1 0,-1 0 0,-2 1 0,-4-2 0,-5-1-82,4-2 0,-5-1 0,-4-1 0,-4 1 238,8 3 0,-4 0 0,-15-1 0,2 1 0,-62 5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1:14.25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1 401 24575,'37'0'0,"1"0"0,42-7 0,18-5 0,-32 0 0,2-2 0,10-1-164,-4 2 0,8 0 0,8-1 0,2 0 0,0 0 0,-4 0 0,-5 0 0,0 1 0,-1-1 0,0 0 0,0 0 0,0 1-33,16-4 0,2 0 1,-2 0-1,-2 1 0,-7 2-49,-4 3 0,-4 1 0,-6 2 0,-11 0 737,-1-3 1,-16 2-469,-20 0 668,-10 7-691,10-15 0,-12 15 0,10-6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1:15.08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2328 0 24575,'0'38'0,"0"16"0,0-12 0,-34 46 0,17-50 0,-36 31 0,-14-23 0,2-3 0,-16 3-246,12-17 0,-11-2 0,-4 0 0,-1-1 0,-5 2 0,-1-1 0,-3-1 0,-4-2 71,5-3 1,-4 0 0,-2-3 0,0-1 0,4-3 174,11-4 0,0-4 0,1-1 0,4 1 0,5 0 0,-18 5 0,8 2 0,5-5 0,-14-8 0,25 2 0,51 7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1:16.40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24575,'10'38'0,"7"8"0,-6 11 0,-6-7 0,0 8 0,0 31 0,-1 6 0,-4-15 0,0 0 0,0 25 0,0-10 0,0-20 0,0-10 0,0-46 0,0 16 0,0-12 0,-9 4 0,-2-27 0,1-2 0,1-6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1:17.09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24575,'95'8'0,"-23"4"0,12 3 0,5 0 0,-7-5 0,4-1 0,2 0 0,-1 5-246,2 4 0,-1 5 0,1 0 0,-2-3 0,-4-6 0,2-2 0,-6 0 0,-9 4 204,8 15 0,-14-1 42,7-5 493,-27 0-493,-26-23 0,-7 7 0,-3-9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1:18.35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106 1 24575,'30'25'0,"1"52"0,-24-21 0,-3 5 0,3 10 0,-2 1 0,-2-12 0,-6 1 0,-11 17 0,-5-4 0,-6 8 0,-1-19 0,-3-4 0,0-11 0,10-10 0,2-19 0,14-19 0,-5-11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1:18.85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24575,'38'9'0,"8"1"0,31 1 0,15-3 0,-22-7 0,-2-2 0,12 1 0,-7 9 0,-65-7 0,-8 6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1:19.51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24575,'66'12'0,"16"-9"0,-13 0 0,19 1 0,5-1 0,-8-1-328,-4-1 0,-5-1 0,5-1 82,5 1 0,6-1 0,0 1 0,-11 1 136,17 3 1,-16 1 811,2-3-702,-7 6 361,-23-8-361,3 0 0,-15 0 0,2 0 0,-33 0 0,-3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1:20.75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695 0 24575,'-18'58'0,"0"0"0,-1 4 0,-1 2 0,-4 8 0,-4 3 0,-9 9 0,-2 1 0,10-4 0,-2-1 0,-13 10 0,-2-2 0,14-16 0,1-5 0,6-10 0,-2-6 0,-17 5 0,23-1 0,-15-15 0,23-2 0,-13-20 0,16-9 0,-9-1 0,0-6 0,-1 7 0,10-18 0,1 7 0,9-6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1:21.40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24575,'29'21'0,"7"13"0,-15-13 0,31 33 0,-27-12 0,28 13 0,-32-18 0,23 18 0,-13-13 0,24 21 0,-32-32 0,10-4 0,-39-18 0,4-9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1:22.32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24575,'38'46'0,"-9"2"0,-1 38 0,-18-39 0,-2 34 0,-8-58 0,9 21 0,1-6 0,1 27 0,-3-21 0,-16-9 0,6-29 0,-7-14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1:23.20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20 24575,'57'-11'0,"28"3"0,-13 8 0,-17 0 0,6 0 0,20 0 0,0 0 0,-14 0 0,-1 0 0,8 0 0,-3 0 0,-14 0 0,-6 0 0,5 0 0,29 0 0,-45 8 0,-5-6 0,-16 15 0,0 10 0,-8 50 0,-3 17 0,-6-21 0,-4 4 0,-3-3 0,-2-2 0,-1-2 0,0-2 0,1-10 0,-1-5 0,-5 7 0,13-25 0,-8-24 0,6-3 0,-7-8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1:23.77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24575,'57'30'0,"25"5"0,9-22 0,-4-4 0,5-1 0,-13-1 0,-1-2 0,4-5 0,-5 3 0,11 18 0,-60-19 0,-20 6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4:49.8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0 592 24575,'48'-14'0,"19"-10"0,-15 1 0,6-4 0,16-10 0,3-5 0,-19 9 0,2 0 0,-1-2 0,0 0 0,-1-1 0,-1 1 0,17-12 0,-5 3 0,-17 11 0,-3 4 0,16-6 0,-27 16 0,-22 13 0,-8 3 0,-7 1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4:51.18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24575,'77'0'0,"14"0"0,-36 0 0,1 0 0,-3 0 0,-2 0 0,35 0 0,-29 0 0,-20 0 0,-6 0 0,2 0 0,7 0 0,7 0 0,2 0 0,-3 0 0,-9 0 0,-12 0 0,-12 0 0,-6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4:52.88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24575,'51'0'0,"1"0"0,10 0 0,32 0 0,12 0-745,-35 0 0,4 0 0,4 0 0,2 0 745,11 0 0,5 0 0,1 0 0,1 0-422,-13 0 0,1 0 0,0 0 0,1 0 0,-1 0 422,-1 0 0,-1 0 0,0 0 0,0 0 0,-2 0 0,15 0 0,-2 0 0,-1 0 0,-3 0 103,-10 0 1,-2 0 0,-2 0 0,-3 0-104,8 0 0,-4 0 0,-4 0 0,15 0 0,-8 0 0,-28 0 0,-6 0 1292,4 0-1292,-27 0 0,-15 0 0,-6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4:54.51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735 1 24575,'0'42'0,"0"22"0,0 36 0,0-35 0,0 3 0,-3 9 0,-2 1 0,-2 5 0,-4 2 0,-4 2 0,-5 0 0,-4-1 0,-3-2 0,-2-2 0,-1-2 0,-2-3 0,-1-2 0,1-7 0,-1-1 0,-2 1 0,-1-1 0,1-2 0,-1-2 0,3-5 0,0-1 0,2-6 0,3-2 0,-18 29 0,10-19 0,9-16 0,10-12 0,4-9 0,6-8 0,3-5 0,0-3 0,1-2 0,0 2 0,0-2 0,0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4:55.68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24575,'0'36'0,"0"4"0,0-5 0,0-1 0,0-7 0,0-5 0,0 3 0,0-2 0,0 7 0,0 5 0,0 7 0,0 3 0,0-10 0,0-7 0,0-10 0,0-9 0,0-8 0,0-5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4:58.00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38 24575,'50'0'0,"4"0"0,-3 0 0,-1 0 0,-4 0 0,-9 0 0,-6 0 0,-9 0 0,-2 0 0,-3-1 0,2-1 0,0 0 0,0 1 0,0-1 0,-3 0 0,0 0 0,-3 1 0,-2 1 0,-3 0 0,-2 0 0,-1 0 0,1-1 0,6-1 0,14-2 0,16 0 0,12 0 0,1-1 0,-7 2 0,-13 1 0,-10 2 0,-10 0 0,-7 1 0,-4 2 0,-5 8 0,-1 10 0,-1 9 0,-2 14 0,2 11 0,0 19 0,1 19 0,1-41 0,2 2 0,-1 6 0,0 0 0,-1-1 0,2 0 0,0-1 0,2-1 0,0-4 0,1-2 0,7 43 0,1-12 0,-4-15 0,-1-13 0,-5-18 0,1-8 0,-1-10 0,-1-8 0,1-6 0,-2-4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4:59.58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24575,'31'0'0,"3"0"0,5 0 0,-1 0 0,-6 0 0,-3 0 0,-5 0 0,-4 0 0,-4 0 0,-1 0 0,-2 0 0,0 0 0,0 0 0,-1 0 0,-2 0 0,-2 0 0,-5 0 0,0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5:01.35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8 24575,'32'0'0,"-2"0"0,-8 0 0,1 0 0,1 0 0,0 0 0,-2 0 0,-3-2 0,-3 1 0,-2-1 0,-1 0 0,-2 2 0,-2 0 0,-4 0 0,-3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5:03.30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24575,'65'0'0,"0"0"0,11 0 0,0 0 0,3 0 0,-2 0 0,-10 0 0,-6 0 0,-11 0 0,-1 0 0,1 0 0,-1 0 0,-2 0 0,-6 0 0,-10 0 0,-8 0 0,-7 0 0,-8 0 0,-3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5:06.26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24575,'0'91'0,"0"-40"0,0 5 0,0 23 0,0 7 0,0-18 0,0 3 0,0 0 0,0-1 0,0 1 0,0 0 0,1 6 0,0 1 0,1-1 0,3 24 0,2-3 0,1-12 0,1-3 0,1-11 0,0-4 0,-1-9 0,-1-3 0,2 39 0,-4-10 0,-1-6 0,-2-6 0,3-5 0,-2-5 0,-1-4 0,0-8 0,-3-8 0,0-6 0,0-4 0,0-1 0,2 1 0,0 0 0,1 5 0,-1 7 0,0 5 0,2 7 0,-1 1 0,0 0 0,-1-1 0,1-9 0,0 0 0,-1-4 0,-2-3 0,0-1 0,0-4 0,0 3 0,0 2 0,0 0 0,0 0 0,0-5 0,0-5 0,0-3 0,0-5 0,0-4 0,0-3 0,0-3 0,0 1 0,1-1 0,0 0 0,1 0 0,0 1 0,-1-1 0,-1 0 0,0 1 0,0-1 0,0 0 0,0 1 0,0-1 0,0 0 0,1 2 0,1 4 0,0 2 0,-1 1 0,-1-2 0,0-4 0,0-3 0,0-5 0,0-39 0,0 22 0,0-27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5:11.0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1 796 24575,'21'-24'0,"5"-2"0,9-3 0,1 0 0,5 2 0,5 1 0,6-1 0,7-2 0,-2-1 0,-2 0 0,-5 2 0,-7 5 0,-5 4 0,-9 4 0,-7 5 0,-5 2 0,-3 0 0,2-5 0,6-6 0,5-5 0,2-1 0,-4 6 0,-5 5 0,-4 5 0,-5 2 0,0 1 0,1-1 0,-1 1 0,2 0 0,1-1 0,-1-1 0,0-2 0,1 0 0,-1 0 0,0 3 0,-2 1 0,-2 4 0,-3 1 0,1 0 0,1-2 0,2-1 0,3-1 0,0-3 0,3-2 0,3-3 0,4-3 0,0 1 0,-3 3 0,-6 5 0,-4 2 0,-3 1 0,1 0 0,0 1 0,2-2 0,1 0 0,0-1 0,3-1 0,-1-1 0,3 0 0,2-1 0,1 0 0,0 1 0,-3 2 0,-4 1 0,-3 2 0,-3 1 0,-1 2 0,1 0 0,-1 0 0,0 0 0,1 0 0,2 0 0,2 0 0,2 0 0,1 1 0,3 3 0,5 0 0,6 2 0,4 0 0,2-1 0,-2 2 0,-5-3 0,-5-1 0,-5-1 0,-2-1 0,-1 1 0,0 0 0,1 1 0,-3-2 0,-1 1 0,-3 1 0,-1-1 0,-2 2 0,0 1 0,-2 2 0,-2-1 0,0 4 0,0 0 0,0 6 0,0 9 0,0 18 0,0 22 0,0 25 0,0-32 0,0 3 0,0 3 0,0 3 0,0 6 0,0 0 0,0-2 0,0-2 0,0-2 0,0-2 0,0-5 0,0-2 0,0-5 0,0-1 0,0 47 0,0-1 0,0-1 0,0-1 0,0 0 0,0-3 0,0-5 0,3-7 0,0-6 0,3-5 0,-1-4 0,1-4 0,0-5 0,-2-11 0,1-5 0,-2-6 0,0-5 0,0 1 0,0-2 0,-1 0 0,2 0 0,-1 2 0,0 2 0,-1 1 0,-1 0 0,0-4 0,1 1 0,0-1 0,-1-2 0,-1 0 0,0-3 0,0-2 0,2-4 0,-1-3 0,1 0 0,0 1 0,-2 2 0,0 3 0,2 1 0,1 9 0,-1 7 0,2 10 0,-1 10 0,2 1 0,0-1 0,-2-4 0,-1-6 0,-2-5 0,2-5 0,0-7 0,1-7 0,-1-6 0,-2-5 0,0-2 0,0-1 0,0-3 0,0-1 0,0-1 0,0-2 0,0 2 0,2 0 0,-1 0 0,0 0 0,-1-1 0,0 0 0,0 1 0,0 1 0,0-1 0,0 0 0,-7-20 0,5 12 0,-6-15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5:12.40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24575,'0'58'0,"0"5"0,0 1 0,0-1 0,2-12 0,-1-14 0,1-14 0,1-10 0,-3-7 0,1-3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5:14.60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1 109 24575,'45'0'0,"16"0"0,18-2 0,-1-2 0,-11-1 0,-20-2 0,-12 0 0,-9 1 0,-4 1 0,-2 0 0,5-1 0,4-3 0,5-1 0,2-2 0,-1 2 0,-6 2 0,-6 2 0,-7 3 0,-5 1 0,-2 0 0,-2 2 0,-3 0 0,0 8 0,-2 4 0,-1 12 0,-1 6 0,0 11 0,0 12 0,0 6 0,0 3 0,0-6 0,0-7 0,0-8 0,0-10 0,0-10 0,0-6 0,0-7 0,-2-7 0,0-5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5:16.05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24575,'35'0'0,"16"0"0,16 0 0,0 0 0,-15 0 0,-18 0 0,-15 0 0,-5 0 0,-5 0 0,-3 0 0,0 0 0,0 0 0,2 0 0,2 0 0,1 0 0,1 0 0,0 0 0,-1 0 0,0 0 0,1 0 0,4 0 0,2 0 0,2 0 0,-1 0 0,-4 0 0,-5 0 0,-4 0 0,-3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5:17.51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24575,'0'0'0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5:19.31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24575,'51'0'0,"28"0"0,-24 0 0,5 0 0,12 0 0,3 0 0,9 0 0,-1 0 0,-8 0 0,-4 0 0,-7 0 0,-5 0 0,32 0 0,-34 0 0,-16 0 0,-17 0 0,-8 0 0,-3 0 0,-3 0 0,-3 0 0,-1 0 0,-1 0 0,1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5:21.68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24575,'0'68'0,"0"12"0,0 12 0,0-7 0,0-28 0,0-11 0,0-13 0,0-10 0,0-9 0,0-5 0,0-2 0,0-2 0,0 1 0,0 0 0,0 2 0,0 0 0,0 0 0,0 0 0,0 0 0,0 1 0,0 0 0,0-1 0,0-3 0,0-2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5:24.0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24575,'50'0'0,"14"0"0,24 0 0,11 0 0,-4 0 0,-12 0 0,-21 0 0,-17 0 0,-14 0 0,-10 0 0,-6 0 0,-2 0 0,1 0 0,1 0 0,2 0 0,-1 0 0,0 0 0,-5 0 0,-3 0 0,-1 0 0,-2 0 0,1 2 0,-1 2 0,-2 3 0,-2 0 0,-1 2 0,0 1 0,0 1 0,0 4 0,0 3 0,0 3 0,0 6 0,0 1 0,0 3 0,0 3 0,-2 0 0,-1 6 0,1 1 0,0 8 0,2 7 0,0 3 0,0 7 0,0 0 0,0-3 0,0-2 0,0-6 0,2-8 0,0-7 0,1-5 0,0-9 0,-1-2 0,0-4 0,-1-3 0,-1-3 0,1-6 0,0-2 0,1-2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5:26.61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1 137 24575,'0'25'0,"0"1"0,0 2 0,0 0 0,0-3 0,0-2 0,0-2 0,0-3 0,0-3 0,0-5 0,0-7 0,0-26 0,0 0 0,2-21 0,2 8 0,2-2 0,1 0 0,-2 2 0,-1 7 0,0 5 0,1 6 0,-2 4 0,1 1 0,0 4 0,0 1 0,1 4 0,1 3 0,1 0 0,2 1 0,2 0 0,0 0 0,0 0 0,0 0 0,-2 0 0,0 0 0,-1 1 0,0 0 0,0 2 0,-1 2 0,-2 1 0,-2 1 0,0 3 0,0 0 0,1 3 0,-1 0 0,-2 3 0,1 1 0,-2 2 0,0 2 0,0 1 0,0 2 0,0-1 0,0-1 0,0-3 0,1-2 0,1-3 0,0 0 0,-1-2 0,-1-2 0,0-1 0,0-3 0,0 1 0,0-1 0,-1-2 0,0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5:27.81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6 24575,'48'-3'0,"8"1"0,16 2 0,5 0 0,-8 0 0,-16 0 0,-19 0 0,-13 0 0,-7 0 0,-4 0 0,-2 0 0,-4 0 0,-2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5:30.21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24575,'57'0'0,"16"0"0,26 0 0,-37 1 0,3 1 0,8 2 0,2 1 0,5 1 0,0 2 0,0 0 0,-1 0 0,-7 0 0,-2-1 0,-10 0 0,-2-1 0,37 5 0,-19-3 0,-12-2 0,-5-3 0,-7-1 0,-5 0 0,-5 3 0,-7 0 0,-2-2 0,-2 0 0,-5-1 0,-1 0 0,-6-1 0,-3-1 0,-5 0 0,-3 2 0,-2-1 0,0 1 0,1-1 0,0 0 0,-1 1 0,-2-1 0,-1 1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6:14.98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44 24575,'88'0'0,"2"0"0,-14 0 0,-15 0 0,-20 0 0,-18 0 0,-8 0 0,-2 0 0,20 0 0,32-3 0,-13 0 0,4 0 0,13-1 0,1-2 0,-4 1 0,-2 0 0,-10 1 0,-5 0 0,13-1 0,-39 3 0,-13 2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6:17.90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12 0 24575,'0'60'0,"0"24"0,0-31 0,0 1 0,0 1 0,0-1 0,0 37 0,0-22 0,0-6 0,0 8 0,0 18 0,0-39 0,0 2 0,1 0 0,-2 0 0,-1 45 0,-1-14 0,-1-15 0,2-16 0,2-14 0,0-13 0,0-7 0,0-2 0,0 1 0,0 17 0,0 23 0,0 17 0,0 5 0,0-16 0,0-23 0,0-15 0,0-14 0,0-4 0,0-1 0,0 1 0,0 7 0,0 12 0,2 10 0,2-1 0,2-6 0,2-14 0,-2-7 0,1-4 0,-1-3 0,1 0 0,2-3 0,2-2 0,2-3 0,0-2 0,-1 1 0,0-1 0,-2 0 0,-1 0 0,0 0 0,0 2 0,-3 0 0,0 1 0,0-1 0,-1 0 0,2 1 0,-1 2 0,-2 3 0,2 1 0,0 0 0,-1 0 0,1 0 0,-1 0 0,1 0 0,0-2 0,-1 1 0,0-2 0,2 2 0,2-1 0,5 0 0,6 0 0,9-1 0,8-2 0,0 1 0,-8 2 0,-9 1 0,-11 1 0,-3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6:21.83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198 587 24575,'47'0'0,"-6"0"0,-14 0 0,-7 0 0,-9 0 0,1 0 0,8-4 0,16-2 0,13-2 0,8-1 0,-11 1 0,-14 1 0,-11 3 0,-12 1 0,-3 1 0,-3-1 0,-3-3 0,0 0 0,0-2 0,0 3 0,-1-1 0,-1-1 0,1-5 0,0-5 0,1-3 0,0-1 0,0 1 0,-1 0 0,-2-3 0,-2 0 0,-1 2 0,-1 4 0,0 2 0,-1 0 0,-3-6 0,-3-3 0,-1-4 0,-4-1 0,1 6 0,0 0 0,-2 3 0,3 3 0,-3 0 0,-2 1 0,-3 2 0,-4 1 0,1 1 0,3 5 0,1 2 0,-5 3 0,-3 2 0,-4 0 0,5 0 0,7 0 0,6 0 0,6 0 0,1 1 0,2 0 0,0 3 0,2 4 0,2 3 0,0 2 0,1 0 0,-1 1 0,2-1 0,1 0 0,-1 0 0,1 3 0,1 2 0,-1 1 0,2 3 0,0-2 0,0 2 0,0 0 0,0 0 0,0 0 0,0-1 0,0 0 0,0-2 0,0 0 0,0 3 0,0 3 0,-2 5 0,-2 4 0,-3 0 0,1-6 0,2-4 0,3-5 0,1-4 0,0-3 0,0-4 0,0 0 0,0 1 0,-2 2 0,0 1 0,1 2 0,-1-1 0,2 3 0,-1 0 0,-1 3 0,0 0 0,1-1 0,1 4 0,0 1 0,0-1 0,0-3 0,0-4 0,0-3 0,0-2 0,0-3 0,0 1 0,0 0 0,0 1 0,0 1 0,1 1 0,2 1 0,0 2 0,2-1 0,0 0 0,0 1 0,0-3 0,0-1 0,-1-4 0,1-2 0,1-1 0,0 0 0,2 4 0,2 1 0,2 0 0,2 0 0,0-2 0,3-1 0,3 1 0,2-1 0,-1 0 0,-3-1 0,-3-1 0,-2-1 0,0-1 0,1 0 0,-1-1 0,0 0 0,0 0 0,1 0 0,-1 0 0,0 0 0,3 2 0,4 1 0,4-1 0,4 0 0,-3-2 0,-3 0 0,-7 0 0,-3 0 0,-2 0 0,-2 0 0,-3 0 0,1 0 0,-1-2 0,2-1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6:23.73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24575,'2'89'0,"0"-36"0,-1 4 0,-1 8 0,0 2 0,0-1 0,0-3 0,0 29 0,0-24 0,0-20 0,0-2 0,0 6 0,0 15 0,0 7 0,0 2 0,0-5 0,0-12 0,0-15 0,0-12 0,0-9 0,0-6 0,0-3 0,0-3 0,0-2 0,0 1 0,0 1 0,0 1 0,0 4 0,0 9 0,0 14 0,0 19 0,0 12 0,0 6 0,0-8 0,0-15 0,0-15 0,0-14 0,0-9 0,0-5 0,0-2 0,0-1 0,0 1 0,0 0 0,0-1 0,-1-2 0,-1-3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6:25.93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 0 24575,'0'68'0,"0"26"0,0-35 0,0 2 0,0 5 0,0-1 0,0-5 0,0-1 0,0-7 0,0-2 0,0 38 0,0-9 0,0-7 0,0-13 0,0-9 0,0-11 0,0-8 0,0-3 0,0-3 0,0 2 0,0 4 0,0 1 0,0-2 0,0-5 0,0-6 0,0-4 0,0-1 0,0-1 0,0 3 0,0 13 0,0 16 0,0 20 0,0 8 0,0-4 0,0-12 0,0-18 0,0-13 0,0-9 0,0-5 0,0-2 0,0-3 0,0-2 0,0-1 0,0 2 0,0 1 0,0-2 0,-4-24 0,3 13 0,-3-17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6:41.48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612 171 24575,'-4'-26'0,"-7"0"0,-7 2 0,-4 2 0,-3 1 0,2 4 0,-1 3 0,-3 4 0,-2 4 0,-3 2 0,0 3 0,2 1 0,-1 0 0,-4 1 0,1 5 0,1 3 0,3 5 0,7 2 0,4-2 0,5 3 0,2-1 0,0 3 0,0 5 0,2 0 0,2 1 0,0 2 0,1-2 0,1 2 0,2 1 0,1-2 0,1 3 0,1 2 0,-1 7 0,-1 5 0,1 5 0,-1 7 0,-1 2 0,-1 5 0,-1 0 0,3-6 0,0-6 0,3-12 0,0-12 0,2-9 0,3-7 0,3-4 0,4-1 0,2-2 0,-1-1 0,0-1 0,3-1 0,0 1 0,3 0 0,2 1 0,-2 0 0,0-1 0,-3-1 0,1 0 0,0-2 0,-1-1 0,0-2 0,-5-1 0,1-1 0,-1 1 0,0 0 0,3-2 0,-1-1 0,0 1 0,3-1 0,4 0 0,5-2 0,4 0 0,-1 0 0,-2 0 0,-4 0 0,-4-1 0,-2 0 0,-3 2 0,1 1 0,-3 0 0,0 1 0,-2-2 0,0 0 0,-1 0 0,1-1 0,-1 1 0,1 0 0,-3 0 0,-1 2 0,-1 0 0,0 0 0,0 0 0,2-3 0,0-2 0,0 0 0,0 0 0,-2 1 0,0 3 0,-2-1 0,2-2 0,1-3 0,-1-4 0,1 0 0,-2 0 0,1-3 0,2 0 0,-2-3 0,2 3 0,-3 3 0,-1 3 0,-1 5 0,-1 2 0,0 33 0,-2-2 0,0 24 0,-1-13 0,-2 5 0,1-3 0,0 0 0,-1-5 0,3-7 0,0-2 0,0-2 0,2 0 0,0-1 0,0-1 0,0-2 0,0-2 0,0 0 0,2 0 0,4 1 0,5 1 0,2 4 0,2 0 0,2 1 0,2-1 0,6-1 0,5 2 0,2-1 0,1-1 0,-5-4 0,-3-2 0,-4-5 0,-5-4 0,0-1 0,-5-2 0,-1 0 0,-3 0 0,-1 0 0,-1 0 0,0 0 0,2 0 0,-2 0 0,2 0 0,-1 0 0,-1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6:48.81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664 93 24575,'-53'-14'0,"4"0"0,5-6 0,9 5 0,7 3 0,5 6 0,1 2 0,1 1 0,0 0 0,2 1 0,3 2 0,2 0 0,-2 0 0,0 0 0,-1 0 0,3 2 0,2 1 0,2 3 0,1 1 0,-1 2 0,1 0 0,0 1 0,3 0 0,-1 1 0,2-1 0,-2 0 0,0 0 0,2-1 0,-1 1 0,2 1 0,2 0 0,-1 2 0,1 1 0,0-1 0,1 0 0,1 1 0,0-1 0,0 0 0,0-1 0,0-1 0,0-2 0,0-1 0,0 0 0,0-2 0,0-1 0,0 1 0,0-1 0,1 2 0,1 1 0,1 1 0,3 1 0,1 0 0,0 2 0,1 3 0,0 1 0,-1 0 0,0 0 0,0-2 0,-1-1 0,1-1 0,-1-2 0,1-2 0,0-2 0,0-2 0,0 1 0,1-2 0,0 0 0,1 0 0,-1 1 0,1 0 0,1 0 0,0 0 0,1 0 0,1 0 0,1 0 0,3 0 0,3 2 0,3-1 0,0-1 0,-3-2 0,-3-2 0,-3 0 0,1 0 0,-1 0 0,-2 0 0,0 0 0,-2 0 0,-2 0 0,1 0 0,-2 0 0,1 0 0,-1 0 0,0 1 0,-1 2 0,3 0 0,0 2 0,1-1 0,0 2 0,-1-1 0,2 0 0,0 1 0,-2 0 0,1 2 0,0 0 0,-1-1 0,0 0 0,-2 0 0,1 1 0,1 2 0,0 0 0,0 1 0,0 0 0,-1 1 0,-2-1 0,-2 1 0,1-1 0,-1 1 0,-1 1 0,0-2 0,-1 1 0,1-1 0,0 0 0,1 3 0,-1-1 0,-1 0 0,1 1 0,-2-1 0,0 3 0,0 0 0,0 1 0,0-1 0,0-3 0,0 0 0,0 0 0,0-2 0,0-1 0,-1-2 0,-1-1 0,-2 1 0,-2-1 0,-1 1 0,-2-1 0,0 0 0,-1-1 0,0 1 0,1-2 0,1 1 0,-1-1 0,1 0 0,0 0 0,0-2 0,0 1 0,0 0 0,0-1 0,1 0 0,0-1 0,1 0 0,0 0 0,1-1 0,0 1 0,0 0 0,0 0 0,-1 0 0,-2 0 0,-1-1 0,-2 0 0,1-1 0,-1 0 0,0 0 0,0 1 0,-5 0 0,-5 3 0,-6 4 0,-4-1 0,1 2 0,4-2 0,7-4 0,6-1 0,4-2 0,3 0 0,0 0 0,2-2 0,0-2 0,-1-3 0,-1-2 0,-1 1 0,-1-2 0,1 2 0,-1 0 0,-1 0 0,0 2 0,0-1 0,0 0 0,-2-2 0,-1 1 0,0-2 0,1 2 0,-1-1 0,0-1 0,1 3 0,-1 0 0,3 0 0,-2 0 0,-3-2 0,-4-1 0,-1 0 0,0 0 0,4 1 0,4 2 0,4 0 0,3 1 0,2 1 0,2 0 0,0-1 0,0 1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6:50.55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23 24575,'53'0'0,"5"0"0,2 0 0,13 0 0,2-3 0,-5-3 0,-10-1 0,-22 2 0,-15 3 0,-9 2 0,-4 0 0,-3 0 0,-2 0 0,1 0 0,0 0 0,3 0 0,3 0 0,1 0 0,1 0 0,2 0 0,2 0 0,1 0 0,-2 0 0,-4 0 0,-6 0 0,-4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6:56.40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75 1 24575,'0'74'0,"0"5"0,0 6 0,0-6 0,0-9 0,0-15 0,0-9 0,0-3 0,0-4 0,0 5 0,0-1 0,0-2 0,0-1 0,0-3 0,0 5 0,0 9 0,0 14 0,0 12 0,0 0 0,0-8 0,-1-14 0,-1-12 0,-1-5 0,1-1 0,1 3 0,1 8 0,-2 5 0,-3 3 0,0 0 0,-2-6 0,0-1 0,1 0 0,0-3 0,1-1 0,1-8 0,-1-7 0,3-3 0,-1-1 0,1 2 0,-1 5 0,1 6 0,1 2 0,1-1 0,0-5 0,0-7 0,0-5 0,0-6 0,0-1 0,0-2 0,0 0 0,0-3 0,0 0 0,0 0 0,0 4 0,0 10 0,0 11 0,0 11 0,0 6 0,0-4 0,0-5 0,0-7 0,2-8 0,0-5 0,1-2 0,2-2 0,-1 1 0,2 5 0,2 4 0,3 4 0,1 2 0,0-1 0,0-7 0,-2-5 0,-2-8 0,-2-6 0,-1-1 0,1-3 0,1-2 0,1 1 0,-1-3 0,1 1 0,-1-1 0,2 1 0,0-1 0,1 0 0,1 0 0,0-1 0,1 0 0,-2 0 0,0 0 0,-2 0 0,0 0 0,-2 0 0,0 0 0,1 0 0,0 0 0,1 0 0,1-2 0,-1 0 0,0-2 0,-2 0 0,-2-1 0,2 0 0,-1-1 0,2 0 0,1 0 0,0-1 0,1-1 0,0-1 0,1-1 0,0 1 0,1 0 0,0-1 0,0 3 0,-1 0 0,-3-3 0,-2-12 0,-4 10 0,-1-7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7:08.05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1 403 24575,'0'-17'0,"0"1"0,0 3 0,0-3 0,0-3 0,0-2 0,0-4 0,1 2 0,2 4 0,4 3 0,1 3 0,1 1 0,-1 3 0,0 3 0,0 1 0,1-1 0,-2 0 0,-1 0 0,-1 0 0,0 1 0,2 1 0,0-1 0,2-3 0,1-3 0,2-2 0,1-2 0,3-2 0,2-1 0,1 1 0,0 4 0,-2 2 0,-2 4 0,-1 4 0,-1 1 0,0 2 0,-1 0 0,-1 0 0,0 0 0,1 0 0,1 0 0,1 0 0,-2 0 0,0 0 0,-3 0 0,-1 0 0,-2 0 0,0 0 0,-1 0 0,1 0 0,1 3 0,2 4 0,5 4 0,6 6 0,3 4 0,1 3 0,-4-1 0,-5-2 0,-4-2 0,-5-3 0,-2 1 0,-3 0 0,-1-1 0,0 2 0,0-2 0,0 0 0,0 0 0,0-2 0,0 0 0,0-1 0,0 0 0,0 1 0,0-1 0,0 0 0,0 0 0,0 3 0,1 1 0,1 2 0,1 0 0,0 2 0,0 0 0,1 1 0,0 3 0,0 1 0,0 0 0,-1 1 0,1-2 0,-2 1 0,0 0 0,1 0 0,-2-1 0,1-3 0,0-3 0,-2-3 0,0-2 0,0-1 0,0 0 0,0 0 0,0 1 0,0-1 0,0 0 0,0 2 0,0 2 0,-1 3 0,-2 2 0,-2-1 0,-2-3 0,0-3 0,0-2 0,-1 0 0,1-1 0,-1-2 0,0 0 0,-1-2 0,1 1 0,1-1 0,0-1 0,1 0 0,0 0 0,-1 0 0,0 1 0,-1 0 0,-2 1 0,0 0 0,-1 0 0,0-1 0,1 0 0,-1-1 0,1-2 0,2-2 0,0-2 0,1-1 0,-1 1 0,1-1 0,-1-1 0,0 1 0,0 0 0,-1 0 0,0 0 0,1 0 0,0 0 0,2-3 0,-1 0 0,-1-3 0,-1-1 0,0-1 0,0 0 0,1-1 0,0-1 0,0 0 0,0 1 0,-1-1 0,2 1 0,-2-1 0,-1 1 0,-1-1 0,0 0 0,0 2 0,1-2 0,0 2 0,0-2 0,2-1 0,0 1 0,1-1 0,2 1 0,1-2 0,1 3 0,-1-1 0,0-2 0,0-3 0,-1-1 0,1-2 0,1 0 0,1-1 0,0-5 0,-1 1 0,1-2 0,0 1 0,2 4 0,-2 1 0,0 3 0,1 4 0,-1 2 0,2 1 0,0 1 0,0-1 0,0 0 0,0-1 0,0 1 0,0 2 0,0-1 0,0 1 0,0 0 0,0 0 0,0 2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7:11.91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1 107 24575,'0'54'0,"0"1"0,0 0 0,0 3 0,2 0 0,2 1 0,3 8 0,0-1 0,-1-8 0,-4-12 0,-1-15 0,-1-3 0,2 1 0,1-2 0,0-2 0,1-3 0,-2-3 0,1-3 0,-2-3 0,1-1 0,0-2 0,0-1 0,-1-3 0,0 1 0,0-1 0,-1 0 0,1-1 0,0 0 0,1 0 0,-1 3 0,0 0 0,0 2 0,1 1 0,-1-1 0,0 1 0,0-2 0,1 1 0,1 1 0,0 2 0,-1-2 0,-1-1 0,-1-4 0,-1-40 0,-1 2 0,-3-33 0,-1 15 0,2 5 0,1 6 0,3 2 0,0-2 0,0-2 0,0-1 0,0 4 0,0 6 0,0 1 0,0 0 0,0-6 0,0-8 0,0-5 0,0 4 0,0 7 0,0 8 0,0 7 0,2 3 0,1 2 0,1 5 0,0 5 0,0 3 0,-2 1 0,2 1 0,-1-1 0,1-1 0,1-2 0,0-1 0,1 1 0,1 0 0,0 1 0,2 2 0,0-1 0,1 3 0,0-1 0,0 1 0,0 0 0,-1 0 0,2 1 0,1-1 0,1 0 0,1-2 0,-1-1 0,4-1 0,7-2 0,6-4 0,5-2 0,-1-1 0,-5 3 0,-7 4 0,-7 5 0,-5 2 0,-3 2 0,-2 0 0,-1 0 0,3 0 0,-1 0 0,2 0 0,-3 0 0,1 0 0,-1 0 0,1 0 0,0 0 0,1 0 0,0 0 0,-1 0 0,0 0 0,1 0 0,-1 3 0,-1 0 0,1 1 0,0 1 0,-1 0 0,0 1 0,-1 0 0,-2 0 0,-1-1 0,0-1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7:14.33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24575,'0'38'0,"0"4"0,0 9 0,0 4 0,3 7 0,2 1 0,1-6 0,2-5 0,-1-9 0,0-4 0,-2-6 0,-1-6 0,-2-2 0,2-5 0,0-1 0,-2-3 0,0-3 0,-1-2 0,1-1 0,0-1 0,0 0 0,2-1 0,0 0 0,1 0 0,0 2 0,0 2 0,1 1 0,1 0 0,0 0 0,3 1 0,-2-1 0,2 0 0,1 1 0,1-1 0,1 0 0,0 3 0,-1 1 0,-1-3 0,-3-1 0,0-6 0,-2-2 0,0 1 0,0 0 0,2 1 0,1-1 0,-1 1 0,1 1 0,-1 0 0,1 0 0,-1-1 0,0 0 0,-1-1 0,-2 0 0,0-1 0,-1-1 0,-1-1 0,3 0 0,-3 0 0,1 1 0,-3 1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7:17.85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1340 1 24575,'0'35'0,"0"0"0,0 0 0,0-1 0,0-2 0,0-3 0,0-1 0,0-5 0,0-4 0,0-3 0,0-3 0,0 1 0,0-1 0,0 0 0,0 1 0,-1 1 0,-1 2 0,0 2 0,1 3 0,-1 3 0,-1 6 0,-1 0 0,0 2 0,0-3 0,-1-3 0,1 0 0,-1-3 0,-1 0 0,1-2 0,-1-1 0,1 0 0,0 0 0,0 1 0,0-1 0,0 2 0,0 2 0,-1 0 0,-1-1 0,-1 1 0,2 0 0,1-3 0,-1 0 0,1 0 0,-2-2 0,-1 2 0,1 1 0,-2 2 0,-1 1 0,-1 3 0,0-1 0,-2-2 0,0 1 0,-1 1 0,-2 0 0,0 1 0,-1-1 0,1-1 0,-1 2 0,-2-1 0,0 0 0,-3-2 0,-1 0 0,-1 2 0,-4 1 0,-1 0 0,-1 0 0,1-2 0,3-4 0,0-2 0,2-1 0,-1-2 0,1 0 0,1 0 0,-1-3 0,0 1 0,-2 0 0,-2 2 0,-3 1 0,-7 4 0,0 0 0,0-2 0,6-2 0,7-3 0,6-4 0,4-4 0,4-2 0,1-4 0,-2 2 0,1 0 0,-2 1 0,-2 1 0,-1 0 0,-1 0 0,-1 0 0,-1 1 0,-5 1 0,-4 2 0,0-1 0,-1-3 0,6-1 0,4-1 0,5-1 0,7-1 0,3-1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7:49.68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24575,'0'97'0,"0"-41"0,0 3 0,0 11 0,0 2 0,0 6 0,0-1 0,0 0 0,0-2 0,0-5 0,0-1 0,0-6 0,0 0 0,0-7 0,0 0 0,0-4 0,0-1 0,0 3 0,0-1 0,0-2 0,0-1 0,3 39 0,0-11 0,2-17 0,1-15 0,-2-15 0,0-12 0,-1-7 0,0-7 0,-1-4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7:51.90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0 125 24575,'84'0'0,"-32"0"0,5 0 0,14-1 0,5 0 0,8-3 0,1-2 0,3-2 0,0 0 0,-6-3 0,-3 0 0,-6 1 0,-4 0 0,-10 3 0,-5 1 0,33-2 0,-21 4 0,-17 0 0,-8 1 0,-5 1 0,-3 2 0,-5 0 0,-5-2 0,-6 0 0,-3 0 0,1-1 0,-1 1 0,-2 0 0,0 0 0,-1 1 0,-1 0 0,-1-1 0,-1 1 0,-2 1 0,0 0 0,0 0 0,-2 0 0,1-1 0,0 8 0,-2 8 0,-1 16 0,-2 16 0,0 24 0,0 22 0,0-37 0,0 4 0,0 9 0,0 2 0,1 6 0,2 1 0,2 6 0,2 2 0,2 0 0,2 0 0,3-2 0,1-2 0,-1-6 0,0-4 0,-2-9 0,0-4 0,5 37 0,-4-28 0,-2-15 0,-1-13 0,-4-7 0,0-6 0,-2-7 0,-1-5 0,0-8 0,-1-42 0,0 25 0,-2-30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7:53.30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221 0 24575,'0'29'0,"0"6"0,-7 13 0,-10 10 0,-7 5 0,-5-5 0,2-7 0,7-13 0,1-10 0,3-7 0,2-8 0,0-2 0,2-4 0,2-3 0,3-7 0,3 1 0,3-2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7:55.18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24575,'0'34'0,"0"0"0,0 1 0,0 3 0,0 6 0,0 0 0,0-1 0,0 0 0,0-6 0,2-3 0,0-8 0,1-6 0,2-7 0,-1-7 0,2-3 0,-1-3 0,2 0 0,0-1 0,2-2 0,0-5 0,2-5 0,2-2 0,3-1 0,7 4 0,6 1 0,7 2 0,7 1 0,1 1 0,-3 1 0,-1 0 0,-8 0 0,-2-1 0,-4 3 0,-3-1 0,-2 1 0,-4 2 0,0-2 0,-3 1 0,0 1 0,-3 1 0,-4 0 0,-4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7:56.66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24575,'48'0'0,"19"0"0,-17 0 0,4 0 0,12 0 0,4 0 0,6 0 0,0 0 0,0 0 0,-2 0 0,-8 0 0,-4 0 0,30 0 0,-28 0 0,-19 0 0,-9 0 0,-3 0 0,-1 0 0,-1 0 0,-3 0 0,0 0 0,-5 0 0,-6 0 0,-7 0 0,-5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7:58.28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690 1 24575,'-12'57'0,"-15"25"0,7-25 0,-3 5 0,-9 15 0,-4 3 0,-4 7 0,-2 0 0,0-5 0,-1-4 0,3-11 0,1-5 0,7-14 0,2-4 0,-15 15 0,10-13 0,5-12 0,2-5 0,0-4 0,5-6 0,5-7 0,5-5 0,7-4 0,1-3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7:59.55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24575,'0'65'0,"0"-2"0,0 6 0,0 1 0,0-1 0,0 3 0,0-5 0,0-10 0,0-10 0,0-16 0,0-9 0,2-6 0,-1-5 0,1-1 0,0-6 0,-2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8:01.25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24575,'0'38'0,"0"9"0,0 19 0,0 10 0,0 7 0,0-3 0,0 3 0,0-8 0,0-6 0,0-5 0,2-15 0,0 3 0,3-3 0,0-1 0,0 0 0,-1-1 0,-1-2 0,-1-9 0,-2-5 0,2-7 0,-1-5 0,1-3 0,0-3 0,-2-2 0,1-1 0,1 1 0,-1 1 0,2 1 0,0 1 0,3 1 0,1-1 0,0 0 0,-2 0 0,0 1 0,-1-1 0,-1 0 0,1 0 0,0 1 0,-1-1 0,-1-2 0,-1-2 0,-1-1 0,0-3 0,1-1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8:03.63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0 178 24575,'28'0'0,"3"0"0,4-5 0,1-2 0,-6-2 0,-4 1 0,-5 2 0,0 0 0,0 0 0,0 1 0,2 0 0,-2-1 0,5 0 0,2-3 0,6-1 0,11 0 0,5-1 0,6 0 0,-4 0 0,-8 1 0,-12 3 0,-9 4 0,-6 1 0,-3 1 0,0 0 0,3-1 0,3-2 0,1 0 0,2 0 0,0 0 0,1 1 0,0 2 0,-1 0 0,-3 1 0,-3 0 0,-3 0 0,-5 0 0,-4 1 0,-2 6 0,-2 7 0,-1 10 0,-2 8 0,-1 8 0,0 4 0,1 8 0,2 1 0,0 1 0,0 6 0,0 3 0,0 9 0,0 10 0,1 12 0,3-44 0,0 1 0,2 2 0,1 1 0,1-1 0,1-1 0,11 43 0,-4-6 0,3-8 0,1-7 0,-2-7 0,-1-9 0,-3-11 0,-5-12 0,-2-12 0,-1-5 0,-3-6 0,0-1 0,0-10 0,-2-24 0,1 13 0,-2-15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8:04.81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27 24575,'40'0'0,"5"0"0,15 0 0,3 0 0,-5-4 0,-4-1 0,-12-2 0,-11 1 0,-9 4 0,-5 1 0,-9 0 0,-2 1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8:06.16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24575,'0'52'0,"0"-3"0,0-1 0,0-4 0,0 0 0,0-6 0,0-7 0,0-5 0,0-4 0,0-4 0,0 1 0,0-1 0,0 0 0,0-2 0,0-4 0,0-4 0,0-4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8:07.28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24575,'0'38'0,"0"-3"0,0 4 0,0-4 0,0-5 0,0-5 0,0-13 0,0-5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8:09.41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24575,'65'0'0,"5"0"0,12 0 0,-7 0 0,-12 0 0,-17 0 0,-15 0 0,-10 0 0,-7 0 0,-4 0 0,-3 0 0,-2 0 0,1 0 0,-1 0 0,0 1 0,-1 4 0,-2 3 0,-2 6 0,-2 4 0,-5 4 0,-5 5 0,-5 3 0,0 1 0,1 0 0,2-2 0,2-4 0,1-5 0,2-3 0,0-2 0,3-1 0,1 0 0,0 1 0,1-1 0,0-2 0,3-1 0,0-1 0,0 0 0,-1 2 0,0 2 0,1 0 0,1 1 0,0-1 0,0 0 0,0 0 0,0-1 0,0-6 0,0-2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8:10.41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6 24575,'22'-3'0,"-3"1"0,-4 2 0,-3 0 0,-1 0 0,-5 0 0,-2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8:12.48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24575,'35'0'0,"-1"0"0,-7 0 0,1 0 0,-1 0 0,0 0 0,0 0 0,0 0 0,2 0 0,3 0 0,4 1 0,3 3 0,4 4 0,1 1 0,-2-1 0,-3-3 0,-3-3 0,0-1 0,0-1 0,0 0 0,4 0 0,2 0 0,5 0 0,4 0 0,0 0 0,2 0 0,-3 0 0,-6 0 0,-10 0 0,-4 0 0,-7 0 0,-6 0 0,-3 0 0,-8 0 0,-2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8:14.11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24575,'22'5'0,"-2"0"0,-10 2 0,1 0 0,1 0 0,-1 0 0,1 0 0,-1 2 0,0 0 0,1 1 0,0 0 0,0 0 0,-1-1 0,-3-1 0,0-3 0,-2 0 0,-1-1 0,-2 0 0,0-1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8:15.55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 0 24575,'-3'28'0,"2"0"0,6-5 0,1-3 0,4-3 0,-1-2 0,2-2 0,2-2 0,-1-3 0,2-2 0,1 0 0,-1 0 0,0 1 0,0-1 0,0-1 0,1 0 0,-2-1 0,-3-1 0,-2 0 0,-5-2 0,-1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8:17.71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1 106 24575,'23'-4'0,"0"0"0,0 4 0,10 0 0,11 0 0,9 0 0,13-5 0,4-5 0,6-1 0,-3 0 0,-7 5 0,-10 0 0,-5 1 0,-3 0 0,-3 0 0,2 2 0,1-2 0,0 1 0,-1 0 0,-4-3 0,-6 2 0,-3 2 0,-3 0 0,-7 3 0,-3 0 0,-4 0 0,-3 0 0,0 0 0,0 0 0,1 0 0,-1 0 0,0 0 0,1 0 0,-1 0 0,0 2 0,0 1 0,0 3 0,1 1 0,-1 0 0,-1 0 0,0 1 0,-3 1 0,-1-1 0,-1 0 0,1 3 0,-2-1 0,1 2 0,-2-2 0,0-1 0,-1 1 0,-1-2 0,-2 1 0,0 1 0,1 0 0,0 2 0,-1 2 0,-1 1 0,-1-1 0,0 0 0,0 0 0,0 1 0,0-1 0,0 0 0,-1 0 0,-4 1 0,-3-1 0,-7 1 0,-2-1 0,-4 2 0,1-2 0,2-4 0,1-4 0,0-4 0,-9-3 0,13 0 0,-3 1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8:27.80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20 24575,'59'0'0,"4"0"0,4-5 0,-6 0 0,-11 0 0,-11 0 0,-9 5 0,-8 0 0,-7 0 0,-5 0 0,-3 0 0,-2 0 0,0 0 0,0 0 0,1 0 0,0 0 0,0 0 0,-1 0 0,0 4 0,-1 1 0,-2 3 0,0-1 0,0-1 0,0-1 0,-1 1 0,0-1 0,0 1 0,-1-1 0,0 0 0,0 2 0,0 1 0,0 2 0,0 0 0,0 2 0,0 1 0,0 1 0,-3 1 0,-6-1 0,-7 2 0,-8 2 0,-3 3 0,-1 1 0,1 0 0,1-2 0,2-1 0,4-5 0,3-3 0,4-3 0,2-1 0,3-1 0,2-1 0,2-2 0,18-5 0,-6 2 0,17-4 0,-14 4 0,0 0 0,1 0 0,1 0 0,0 0 0,-1 0 0,-2 0 0,-1 0 0,0 0 0,-2 0 0,-1 2 0,1 3 0,1 4 0,1 3 0,1 2 0,-1 1 0,0-1 0,0 0 0,-1 0 0,-1 1 0,0-1 0,-1 0 0,0 0 0,-2 1 0,0-1 0,-1 0 0,0 0 0,0 1 0,1-1 0,-2 0 0,-1 3 0,-1 3 0,0 4 0,2 2 0,0 0 0,-1-1 0,1-2 0,-2-2 0,0-1 0,0 0 0,0-2 0,0 1 0,0-1 0,0 2 0,0 2 0,0 0 0,0 3 0,0-1 0,0 1 0,0-2 0,0-1 0,0 1 0,0 0 0,0 1 0,0 0 0,0-1 0,0-2 0,0-3 0,0-1 0,0 0 0,0 0 0,0 1 0,-1-1 0,0-3 0,-1 3 0,-2 1 0,1 0 0,0-2 0,-1-1 0,1-3 0,-1 0 0,1-2 0,-2-1 0,2 0 0,-1 0 0,-1-1 0,-1 1 0,-2-2 0,-1-1 0,1 1 0,0-3 0,-1 1 0,-1-2 0,-2-1 0,1-1 0,-1-1 0,2 0 0,0 0 0,-1 0 0,1 0 0,0 0 0,0 0 0,2 0 0,0 0 0,0 0 0,2 0 0,-1 0 0,2 0 0,0 0 0,-1 0 0,1 0 0,-1-7 0,0-3 0,-1-13 0,-4-12-820,-7-16 1,7 21 0,-2-2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8:32.16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71 24575,'12'6'0,"-2"1"0,-8-1 0,1 0 0,2 0 0,1 1 0,-1-3 0,1 2 0,1-2 0,0-1 0,1 1 0,-2-1 0,1-1 0,-2 1 0,1 0 0,-1-1 0,1 1 0,0-1 0,0 1 0,-1 0 0,2-1 0,-1 1 0,1 0 0,0-2 0,1 0 0,-1-1 0,1 0 0,1 0 0,0 0 0,0 0 0,1 0 0,0 0 0,2 0 0,0 0 0,2 0 0,3 0 0,5 0 0,4-2 0,5 0 0,2-3 0,0-1 0,1 0 0,-3-1 0,-2-1 0,-2 0 0,-3-1 0,-1 3 0,0-1 0,1 2 0,2-2 0,1 0 0,-1 1 0,1 0 0,-1-1 0,1 0 0,-1 0 0,2 2 0,0 1 0,3-1 0,3 0 0,0 0 0,0 0 0,-4 1 0,-2 2 0,-1 1 0,-3 1 0,-4 0 0,0 0 0,-2 0 0,0 0 0,1 0 0,-1 0 0,0 0 0,-1 0 0,0 0 0,2 0 0,2 0 0,4 0 0,3 0 0,2 0 0,3 0 0,7 0 0,5 0 0,10 0 0,10 0 0,0 0 0,3 0 0,3 0 0,-4 0 0,-1 0 0,-8 0 0,-6-2 0,-4-1 0,-4 1 0,-1-1 0,-4 3 0,-2 0 0,-4 0 0,-4 0 0,-7 0 0,-2 0 0,-5 0 0,-4 0 0,-1 0 0,-2 0 0,-2 0 0,0 0 0,1 0 0,0 0 0,3 1 0,2 0 0,0 3 0,2 0 0,-1 0 0,-2-1 0,-1-2 0,-7 0 0,0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3:00.90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5167 24575,'19'20'0,"-9"-11"0,28-54 0,17-45 0,-22 33 0,5-12 0,3-10 0,4-6 0,1-4 0,2 1 0,-1 3 0,0 5-141,4 0 1,1 3-1,1 2 1,1 0-1,1-2 1,0-3-1,2-5 51,-12 13 1,0-4-1,2-4 1,0-1 0,0-2-1,1-1 1,0 1 0,1 0-1,-1 3 1,0 3-1,0 3-33,9-9 0,0 4 0,0 3 0,0 2 0,0 0 0,1 0 0,2-3 0,1-3 24,-4 5 1,2-2 0,1-2-1,1-1 1,0 0 0,1-1-1,-1 1 1,-1 2 0,-1 1-1,-2 2-24,3-5 0,-2 2 0,-1 1 0,0 1 0,-1 1 0,0 1 0,1 0 0,2-1 0,2-1 0,4-1 0,1-2 0,0 2 0,-1 1 0,-4 5 0,-6 4 0,-5 7-205,17-29 0,-10 11 0,-8 18-656,18 3 0,-32 4 0,-14 21 1967,7 3 0,-9 12 0,-1 17-656,16 32 1,10 30 0,0 18-219,-17-18 0,1 13 0,0 9 0,0 8 1,0 5-1,-1 4 0,1 2 0,-1-1 1,0-2-192,-4-15 0,0 2 0,-1 1 0,0 1 0,1 1 0,-1 2 0,0 0 0,-1 2 0,1 1 0,-1 1 0,0 1 0,0 1 23,-2-8 1,1 2 0,-1 2-1,0 1 1,0 2 0,0 0-1,-1 1 1,1 0 0,-1 1-1,0-1 1,-1 1 0,0-1-1,-1-1 1,0-1 0,-1 0-13,0 2 1,-1 1 0,0 2 0,0-1-1,-1 1 1,0 0 0,0-2 0,-1 0 0,-1-2-1,0-2 1,-1-2 0,0-2 0,-1-4-1,-1-3-52,2 19 0,-2-3 0,-1-5 0,-2-2 0,1-3 0,0-2 0,0-2 0,2 0-41,2 15 0,2 1 0,0-2 0,-1-5 0,-1-11 0,-3-12-270,-2 18 0,-2-22 434,6-14 0,-7-8 983,-2-23 0,-11 2 0,-25-33-738,-37-53 1,32 38 0,-17-36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3:02.10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24575,'69'40'0,"1"-1"0,0 1 0,8 16 0,3 2 0,-17-18 0,8 1 0,2 2 0,2 2-197,-6-1 0,4 5 1,1-1-1,-4-1 0,-6-6-131,1 0 0,-6-5 0,8 5 131,11 5 0,14 9 1,3 1-1,-10-5 0,-20-12-512,17 10 709,-22-12 0,7 4 0,-17-12 0,-24-19 0,-19-1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3:03.10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12 24575,'29'-11'0,"-1"11"0,-9 2 0,-1 6 0,-7-8 0,-3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3:03.36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24575,'56'17'0,"-8"4"0,-10 9 0,-11-3 0,-16-17 0,-3-1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3:05.00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24575,'38'8'0,"29"6"0,-23 15 0,23 4 0,-21 5 0,-32-26 0,1-6 0,-34-33 0,8 5 0,3-5 0,16 8 0,3 8 0,-1-6 0,-1 15 0,-9-7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3:06.31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24575,'38'38'0,"-9"-9"0,-2-10 0,-16-2 0,31 2 0,-9 10 0,12-2 0,4 0 0,23 15 0,16 4 0,2-11 0,-44-22 0,40 21 0,-36-30 0,9 21 0,-21-23 0,-22 6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3:07.32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318 0 24575,'46'17'0,"6"17"0,12 14 0,-2 5 0,-9 3 0,-3 5 0,7 4-197,-1-11 0,7 3 1,3 3-1,-2-1 0,-8 1-49,-7 4 0,-6 1 0,-3-1 0,3-7-82,12 0 0,0-6 0,-10-3 532,-14 6 0,-11-11-204,-11-24 605,-37 0-605,-28-7 0,-18-1 0,-3 6 0,-9 3 0,-4-2-246,12-8 0,-3-1 0,-1-2 0,1 2 114,2 3 0,-1 0 0,2 0 0,4-1 132,-7-1 0,5-2 0,11-2 0,-20-3 0,39 10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4:09.09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1 235 24575,'29'0'0,"24"-9"0,17-14 0,-12 11 0,5-2 0,19-13 0,4 2 0,1 15 0,-3 0 0,-16-9 0,-5 2 0,-8 16 0,-7 0 0,0-16 0,9 6 0,-17 0 0,4-6 0,-32 15 0,5-6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4:10.05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24575,'9'31'0,"-7"3"0,14 32 0,10 25 0,-2-7-492,-5-17 0,1 8 351,-3-9 1,3 13-1,2 11 1,1 6-1,0 3 1,-1-1-1,-3-4 0,-1-3 1,-2 0-1,-1 0 1,-1 1-1,0 1 1,0 1-1,1 2 18,1-4 0,0 2 0,0 1 0,0 1 0,0 1 0,-1 0 0,-1 0 0,-1 0 0,-2 2 0,0 4 0,-2 1 0,-1 0 0,0-2 0,-1-3 0,0-5 0,-1-7-74,0 6 0,0-7 1,-1-5-1,-1 1 0,-1 3 0,-1 14 0,-1 5 1,0-1-1,-3-4 0,0-8-131,-5 8 0,-3-10 0,3 5 82,5 1 0,2 5 0,0 0 0,-4-10-82,-7-12 0,-3-7 0,2-1 172,5 0 0,1 0 1,-1-11 155,-9 21 983,-10-8-187,24-72-796,-6-10 0,8-9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4:10.82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24575,'19'58'0,"1"0"0,-2 8 0,2 4 0,-2-7 0,3 4 0,-2-4 0,3 5 0,-5-6 0,-2 24 0,-7-67 0,-8-10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4:11.84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86 24575,'56'-30'0,"-16"11"0,-4 10 0,-9 9 0,-6 0 0,6 0 0,9 0 0,24-12 0,2 9 0,-2-9 0,-25 12 0,-16 0 0,0 0 0,0 0 0,0 0 0,16 25 0,5 15 0,12 39 0,-14-5 0,-1 12 0,-12-20 0,-2 3 0,1 2 0,4 9 0,0 2 0,-2-1 0,-4-2 0,-3 0 0,0-7 0,2 6 0,-3-9 0,-4 22 0,-5-47 0,-9-25 0,0-8 0,0-3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4:12.54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24575,'0'0'0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4:13.19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24575,'29'0'0,"-10"17"0,-2-13 0,10 13 0,13-17 0,25 0 0,-23 0 0,-6 0 0,-28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4:17.89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116 0 24575,'-9'38'0,"-2"8"0,1-14 0,-16 37 0,22-25 0,-21 13 0,14-13 0,0-32 0,3 5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4:18.82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24575,'29'46'0,"11"31"0,-15 15 0,-6-23 0,-2 0 0,-1 28 0,-9-37 0,-2 2 0,-4-6 0,-2-2 0,1 44 0,1-39 0,-2-2 0,-8 10 0,7-19 0,-6-12 0,-1-9 0,7-6 0,-15-2 0,7-11 0,-1-8 0,2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4:19.65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24575,'38'0'0,"8"8"0,-15 3 0,5 8 0,-9 0 0,-6 0 0,15-1 0,-7 10 0,1 1 0,-3 0 0,-8-1 0,0-1 0,-1 2 0,1-8 0,-8 5 0,-3-24 0,-8 6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4:43.33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14036,'8'55'0,"6"-5"0,2 12 327,-3 18 1,-2 13 0,0 4-196,-2-17 1,0 3 0,-1 3 0,-1 3-133,-2 0 0,0 3 0,-1 3 0,-1 0 0,-1-3 0,0-9 0,-1 1 0,-2-2 0,1-3 0,-2-3 0,-1 19 0,-1-5 0,-1 7 0,0-12 0,0 8 0,-1 2 0,1-4 0,-1-10 0,0-1 0,0-8 0,0 5 0,-1 10 0,0 8 0,1-1 0,2-11 491,3 17 1,2-17 491,-1 1-738,0-1 1,0-60 0,0 2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4:47.39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1 190 24575,'85'-32'0,"7"6"0,1-6 0,-8 17 0,-37-2 0,15 15 0,-13-15 0,16 6 0,-10 1 0,-16 1 0,-4 1 0,-9 6 0,56-7 0,5 9 0,-33 0 0,-1 0 0,23 0 0,-31 0 0,1 9 0,-8-7 0,16 6 0,22-8 0,-13 0 0,12 0 0,-29 0 0,-10 0 0,38 0 0,-11 0 0,32 0 0,-38 0 0,-12 0 0,-18 0 0,-9 8 0,-1 3 0,-7 8 0,6-9 0,-15 7 0,31 10 0,-26-4 0,18 13 0,-25-17 0,12 28 0,-9-21 0,18 30 0,-19-35 0,-2 43 0,-2-27 0,-7 38 0,9-27 0,0 25 0,0-3 0,12 25 0,-9-25 0,10-10 0,-13-7 0,0-5 0,0 2 0,0 8 0,0 10 0,0 2 0,0-5 0,0 0 0,0 1 0,0-4 0,0 14 0,0-9 0,0 15 0,0-21 0,0-12 0,0 4 0,0 39 0,0-42 0,0 1 0,0 44 0,0-36 0,0-4 0,0-18 0,0 1 0,0 29 0,0-6 0,0 18 0,0-14 0,0 0 0,0-14 0,0 3 0,0-8 0,0 11 0,0 10 0,0 0 0,0-2 0,0-17 0,8 24 0,-6 9 0,7-1 0,-9-3 0,8-14 0,-6-29 0,6 18 0,-16-39 0,-3 20 0,1 5 0,1 21 0,9-9 0,9-6 0,-7-8 0,6 4 0,-8 16 0,0-8 0,9-1 0,-7-1 0,6-6 0,-8 14 0,0-23 0,0 30 0,0-27 0,0 12 0,0-19 0,0-8 0,0 0 0,0 0 0,0 0 0,0 0 0,0 0 0,0-1 0,-9 1 0,-1-8 0,-18 6 0,7-15 0,-6 6 0,-1-8 0,-2-8 0,-16 5 0,-3-5 0,-3 7 0,-2 2 0,-7-1 0,-17 0 0,61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4:49.69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24575,'29'0'0,"7"0"0,47 0 0,5 0 0,-20 0 0,2 0 0,-18 0 0,-4 0 0,31 0 0,-28 4 0,-2 0 0,9-2 0,35 7 0,-36-9 0,-9 8 0,-2-6 0,-16 7 0,-3-9 0,17 0 0,-2 0 0,6 0 0,-12 0 0,-9 0 0,19 0 0,-4 0 0,4 0 0,-18 0 0,-9 0 0,45 0 0,-26 0 0,29 0 0,-40 0 0,-8 0 0,0 0 0,-9 8 0,7-6 0,-15 6 0,7-8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4:50.86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24575,'0'29'0,"0"-2"0,0 0 0,0 3 0,9 8 0,-7-9 0,6-2 0,-8-8 0,0-8 0,0-3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4:53.74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24575,'30'0'0,"5"0"0,-14 9 0,7-7 0,16 6 0,-2-8 0,23 9 0,-17-7 0,-10 6 0,-11-8 0,-8 9 0,33 1 0,-8 1 0,21 5 0,-27-14 0,-11 7 0,17-1 0,-10 3 0,37-1 0,-29 7 0,4-15 0,-10 15 0,2-7 0,1 1 0,8 6 0,-18-15 0,-2 6 0,-8-8 0,8 0 0,-14 8 0,12 3 0,-14 16 0,-1 3 0,7 24 0,-15-12 0,6 13 0,-8-26 0,0-2 0,0-8 0,0 0 0,0 0 0,-8-9 0,-3-1 0,-25-9 0,4 0 0,-14 8 0,8-6 0,-26 15 0,11-15 0,-4 6 0,21-8 0,17 9 0,0-7 0,-29 6 0,-4 1 0,-2-7 0,10 6 0,25-8 0,8 9 0,-23-7 0,11 6 0,-15-8 0,10 0 0,9 0 0,-17 0 0,13 0 0,-22 0 0,16 0 0,-10 0 0,10 0 0,1 0 0,-8 0 0,13 0 0,-13 0 0,25 0 0,3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4:54.58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24575,'30'10'0,"5"7"0,-14-7 0,7 1 0,-18 6 0,7-7 0,-7 1 0,9 14 0,0-13 0,-8 16 0,-3-10 0,-8 1 0,0-8 0,0-3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4:56.56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24575,'38'0'0,"17"0"0,-5 8 0,15-6 0,0 6 0,-6 1 0,6-7 0,-17 15 0,7-15 0,-7 6 0,17 1 0,-15-7 0,13 15 0,-15-15 0,9 6 0,8 0 0,-23-6 0,10 7 0,-14-1 0,2 3 0,-2-1 0,-11-1 0,-8-9 0,0 8 0,0-6 0,25 15 0,-11-7 0,22 1 0,-18-3 0,10 1 0,1 1 0,-8 1 0,-5-3 0,-24 0 0,-3-6 0,-8 7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4:57.72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105 0 24575,'-19'55'0,"-13"24"0,18-7 0,-15 13 0,27-45 0,-7-4 0,9-17 0,0 8 0,0-14 0,0 3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4:59.72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20 24575,'30'-11'0,"5"3"0,20 8 0,-11 0 0,27 0 0,-39 0 0,28 8 0,-18 3 0,23-1 0,-16 7 0,-3-15 0,-25 15 0,12-15 0,-20 6 0,31-8 0,-13 9 0,32-7 0,-29 6 0,10 0 0,-25-6 0,8 7 0,11-1 0,2 3 0,-3-1 0,-9 7 0,-10-15 0,1 15 0,0-7 0,-8 9 0,14 0 0,-13 8 0,7 11 0,-2-6 0,-15 20 0,15-12 0,-15 0 0,15 12 0,-15-12 0,15 8 0,-15-10 0,6-2 0,-8 1 0,0-5 0,0 4 0,0-18 0,0 1 0,0 0 0,0 8 0,0 3 0,0-1 0,0-2 0,9 1 0,-7 1 0,6-8 0,-8-4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5:00.99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24575,'69'11'0,"3"6"0,-24 1 0,17 3 0,-6-2 0,6-2 0,-17-15 0,-10 15 0,6-7 0,4 9 0,39 0 0,-23-8 0,28 5 0,-59-13 0,11 5 0,-25 0 0,0-6 0,-9 15 0,-1-15 0,-9 7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5:02.10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24575,'0'0'0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5:09.24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10 1 24575,'11'48'0,"6"15"0,-7-21 0,1 41 0,-3-9 0,-7-10 0,-1 12 0,-1-3 0,1 5 0,0-1 0,0 18 0,0-7 0,0-7 0,0-79 0,-9 4 0,-1-31 0,-13-17 0,11 16 0,0-11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5:10.25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24575,'48'0'0,"-2"0"0,-8 0 0,8 0 0,-6 0 0,23 0 0,16 0 0,-15 0 0,27 0 0,-49 0 0,21 0 0,-23 0 0,14 0 0,-22 0 0,4 0 0,-9 0 0,2 8 0,9-6 0,-9 15 0,7-6 0,-15 8 0,15 8 0,-15-6 0,6 23 0,-8 24 0,-2 3 0,1 12 0,-2 5 0,-1 8 0,0-4 0,-3-20 0,-2-4 0,1 2 0,1 10 0,0 2 0,-4-14 0,-8 8 0,0-36 0,0-12 0,0-20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5:11.02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1 116 24575,'37'-28'0,"-7"15"0,14-4 0,-13 9 0,15-3 0,0-8 0,-22 8 0,1 3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5:11.66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24575,'85'12'0,"-21"-9"0,30 10 0,-44-13 0,5 0 0,-34 0 0,-5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5:12.40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24575,'53'12'0,"0"-1"0,5-6 0,8-2 0,10 0 0,1 3 0,12 2 0,8 0 0,3 0 0,-1 0 0,-6-3-197,0-2 0,-4-1 1,0-2-1,4 1 0,8 1 87,-15 0 1,7 2 0,5-1 0,4 2-1,0-1 1,-1 0 0,-3-1 0,-7 0-1,-7-1-87,9-1 0,-10-1 1,-4 0-1,2-1 0,8 1 56,1 0 1,7-1-1,3 0 1,2 1-1,-1 0 1,-5 0-1,-8 2-56,0 2 0,-6 1 1,-3 1-1,-2-1 0,1-1-49,17-2 0,0-1 0,-2-1 0,-5 3-82,9 5 0,-6 2 0,-16-4-656,9-6 99,-7 0 1130,-48 8 1,-12-6 0,-17 7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5:13.20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24575,'0'56'0,"8"30"0,-6-23 0,7 23 0,-9-30 0,0-7 0,0-3 0,0-17 0,-9-10 0,7-11 0,-6-8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5:14.11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19 0 24575,'0'30'0,"-8"14"0,6-5 0,-7 10 0,9-12 0,0-1 0,0 2 0,0-7 0,0 5 0,0-17 0,0-9 0,0-1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5:14.78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1 115 24575,'46'-27'0,"2"5"0,-8 3 0,-4 11 0,45-1 0,-22 7 0,-7-2 0,0 0 0,13-5 0,-16 7 0,14-7 0,-38 9 0,8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5:15.94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307 1 24575,'21'16'0,"-5"5"0,-16 34 0,1 3 0,-2 4 0,-7 20 0,8-20 0,-2-5 0,-15-20 0,6 7 0,-8-21 0,-9 21 0,7-14 0,-15 8 0,6 8 0,-8-15 0,8 5 0,3-17 0,8 8 0,-1-6 0,1 6 0,9-25 0,1 4 0,9-14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5:17.21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24575,'38'8'0,"8"2"0,3 18 0,-10 1 0,-3 0 0,0 7 0,12 2 0,19 2 0,9 6 0,-1-8 0,-8-1 0,23 1 0,-18-9 0,3-1 0,-12-18 0,2 7 0,25-7 0,-10 1 0,5 6 0,-45-15 0,13 15 0,-22-15 0,15 14 0,49-13 0,-23 6 0,3 2 0,-11-5 0,-2 0 0,6 1 0,-10 0 0,-22 1 0,-17-8 0,25 0 0,6 0 0,17 9 0,-10-7 0,-19 6 0,-3-8 0,-14 0 0,6 9 0,1-7 0,1 6 0,0 1 0,-1-7 0,-9 6 0,-1-8 0,1 0 0,0 8 0,0-6 0,17 7 0,-22-1 0,20-6 0,-32 15 0,6-15 0,-8 7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5:27.16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59 24575,'38'-20'0,"0"10"0,-9 1 0,-2 9 0,34-8 0,34 6 0,-24-3 0,1 1 0,-16 3 0,-3 2 0,34 8 0,-60-7 0,9 6 0,-5 0 0,24 3 0,-24-1 0,5-1 0,0-9 0,3 17 0,10-5 0,5 24 0,-22-15 0,20 14 0,-20 3 0,22 10 0,-22 1 0,12-3 0,-23-8 0,-3 8 0,8 10 0,-22-5 0,13 3 0,-17-24 0,0-3 0,0-8 0,-17 42 0,4-32 0,-6 32 0,-15-22 0,0-1 0,11 13 0,-17-10 0,2-1 0,25-4 0,-12-25 0,14 5 0,-16 3 0,6 19 0,-7 10 0,17 9 0,-6 8 0,7 2 0,-1 0 0,3-2 0,8-8 0,0 28 0,0-12 0,0 4 0,-1-10 0,2 1 0,3 6 0,0-7 0,-2-1 0,6-13 0,-8-11 0,0 14 0,0-18 0,0-2 0,0-15 0,0 23 0,0-13 0,0 15 0,0-16 0,0-3 0,0-8 0,0 0 0,0-9 0,0-1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5:27.90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8191,'8'46'0,"3"-14"983,-1 12 0,15 10 0,-20-18 0,11 42-492,-6-26 1,0-1 491,3 21-492,7 6 1,3-3 491,-1-17 0,0 18 0,-22-48 0,-10-20-738,-18-25 1,15 13 0,-4-13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5:49.42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1112 4162 24575,'-8'-21'0,"-3"-21"0,-17 27 0,-10-13 0,-2 20 0,-14 7 0,-4 2 0,-14-1 0,9 2 0,2 4 0,1 13 0,-3 36 0,22-3 0,-1 12 0,-9 17 0,4-4-492,0 3 0,1 4 457,9-15 0,-3 7 0,0 1 0,6-6 35,-9 23 0,10-7 0,14-17 0,5-4 0,1-13 0,5-4 0,8 9 0,0-1 0,8-28 0,11-3 983,2-16-913,27 5 1,10 0-71,-10-4 0,4 0 0,35 7 0,4-2 0,-19-7 0,-1-7 0,22-13 0,-3-5 0,-33 9 0,-3-4 0,17-16 0,-5-5 0,9-14 0,-33 10 0,0-7 0,3-12 0,3-12-246,0-1 0,7-12 0,-1-3 0,-7 8-10,-12 12 1,-5 4 0,4-5 255,9-7 0,6-6 0,-2-1 0,-12 3 0,-14 3 0,-10 1 0,-2-10 0,-2 5 0,-2-10 0,-1-6 0,0-3 0,-1 0 0,1 4-164,0 7 0,1 2 0,0 0 0,0-1 0,-2-3 0,-1-4 41,-3-1 0,0-5 0,-2-3 0,-1-3 0,0 0 0,0 1 0,0 3 0,1 4-41,-1-10 0,2 4 0,-1 2 0,0 1 0,0 1 0,-1 0 0,0 3 0,-1 1 0,0 0 0,0 0 0,1 2 0,0 0 0,1 3 0,1 0 0,-1 0 0,1 2 0,1 4 0,0 4-82,0-8 0,1 5 0,1 3 0,-1 3 171,0-14 1,0 3 0,0 12 74,0 10 0,0 12 983,0 8-886,0 109 0,0 57-97,0-42 0,0 10 0,0 8 0,0 3 0,0 0 92,0-9 1,0 1 0,0 1-1,0 4 1,0 4 0,0 6-93,0-19 0,-1 6 0,1 5 0,-1 3 0,1 1 0,0 1 0,0-1 0,0-3 0,1-4 0,0-6-141,1 8 1,0-5-1,2-4 1,-1-2-1,0 1 1,0 1-1,-1 4 18,0 0 0,-2 4 0,1 1 0,-1 1 0,0-1 0,0-1 0,1-3 0,0-3 75,2 7 1,0-2 0,1-2 0,-1-3 0,1-1 0,-1-2-150,-1 6 0,0-2 1,0-2-1,1-2 0,0 0 91,2-6 0,0-1 0,1-1 0,0-3 0,0-4 54,-1 21 1,0-6-1,3-10 52,8-6 0,1-7 491,-6-2 1,1 0-1,4-4 1,2 1-1,0 3 1,-2-1-1,-5-8 1,1 1-1,10 12 1,1 1-1,-9-14 1,2-3-1,8 1 1,2-6 491,6 2 0,-22-42 0,-2-19-749,-8-16-234,0-40 0,12-2 0,4-4 0,-5 19 0,2 0 0,9-26 0,5 8 0,11 21 0,-17 13 0,-4 21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5:51.02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0 676 24575,'9'-38'0,"1"-9"0,17 7 0,-6-7 0,23 9 0,-4-8 0,8 14 0,19-20 0,1 11 0,8 0 0,11 0-323,4 15 1,4 1 322,-29-2 0,1-2 0,-2 5 0,21 10 0,-10 1 0,-6-22 0,-26 24 0,-25 3 0,0 16 0,17 11 0,-4 18 0,0 9 0,-2-5 0,-1 7 0,-1 24 0,-2 14 0,-6-4 0,-4-1 0,-6 5 0,-6-7 0,-3 10 0,-3 2 0,-6-10-138,-6-10 1,-5-7 0,-1 3 137,-6 28 0,-2 5 0,-2-13 0,-8-15 0,-1-8-225,3 4 1,3-10 224,3-18 0,-6-4 0,15-26 0,-15-1 0,-39-9 983,25 0-959,-1 1 1,2-2 449,6-8-474,-20-10 0,6-11 0,6 0 0,-4 11 0,25 11 0,2 8 0,9 0 0,0 0 0,0 0 0,0 0 0,0 0 0,0-17 0,-9-13 0,15-10 0,-12-15 0,10-22 0,-9-16 0,12 33 0,1-1 0,3 9 0,1 2 0,-10-29 0,15 24 0,-7 0 0,9-4 0,0-1 0,0 14 0,9 27 0,-7 2 0,23 6 0,21-25 0,-10 21 0,8-10 0,-36 25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5:55.03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1302 287 24575,'-9'-30'0,"-27"-23"0,-14 2 0,8 17 0,-1 1 0,-27-16 0,-4 21 0,17 20 0,-8 25 0,-3 4 0,-8 25 0,8 2 0,20 0 0,12-2 0,17-8 0,-9 17 0,-6 24 0,19-26 0,0 3 0,-4 2 0,2-2 0,6 35 0,-2-25 0,13-20 0,0 11 0,9-15 0,-7 2 0,15-17 0,1 11 0,3 2 0,15 14 0,-15-22 0,6 3 0,9-7 0,-5-7 0,16 6 0,-1-17 0,2 7 0,9-15 0,-9 7 0,-2-9 0,-17 0 0,15-9 0,-21-1 0,21-18 0,-23 7 0,23-24 0,-20 5 0,11-9 0,-16 11 0,0 2 0,0 15 0,0-24 0,12-15 0,-18 6 0,8-4 0,-13 39 0,11 18 0,11 37 0,15 26 0,-22-15 0,-2 5 0,-1 4 0,-2 1 0,-1-2 0,-3 2 0,-4 11 0,-1 0 0,3-11 0,-1 3 0,-4 37 0,-3 5 0,3-25 0,-1 3 0,-5 2 0,-2 8 0,1-5 0,0 5 0,0-1 0,-3-17 0,-2 3 0,0-6 0,0 2 0,-5-4 0,-14 12 0,-5 1 0,1-2 0,-3-1 0,-8-2 0,-1 1 0,6 5 0,1-4 0,6-34 0,-1-2 0,-2 10 0,1-3 0,-13 5 0,-5 3 0,19-20 0,1-9 0,-3 3 0,9-1 0,-5-10 0,16-2 0,-9-7 0,-9 9 0,15 0 0,-12-8 0,14-3 0,-8-8 0,-9 0 0,-1 0 0,-10 0 0,1 0 0,0 0 0,-9 0 0,-10 0 0,6 0 0,5 0 0,18 0 0,1 0 0,-3-9 0,0 7 0,-6-23 0,-10-5 0,-5-19 0,11 9 0,6 12 0,32 3 0,-15 4 0,-3-26 0,1-3 0,1-6 0,6 7 0,1-2 0,-8-16 0,5 4 0,11 1 0,-5 28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5:56.58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24575,'0'29'0,"0"7"0,6 11 0,0 9 0,-4 16 0,0 11 0,4-11 0,3 8 0,1 4 0,-4-3-246,-3-7 0,-2-1 0,-1 1 0,1 7 91,2-2 0,1 8 0,0 3 1,-1 0-1,1-4 0,-2-10 155,-1 16 0,-2-10 0,1 4 0,0-5 0,0 5 0,0-4 0,0-17 461,0 21-461,0-38 0,8 6 0,-6-22 0,7 4 0,-9-18 245,0 1 1,0-8 0,0-3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5:57.08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34 0 24575,'8'21'0,"-6"4"0,15-6 0,-7 19 0,22 39 0,-13-23 0,0 4 0,1 2 0,-1-2 0,0 27 0,-18-39 0,-42-92 0,-9-21 0,22 39 0,-13-29 0,1 1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5:57.97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24575,'40'48'0,"-5"27"0,-4 7 0,-20-8 0,-5 23 0,-2 8 0,1-5-246,2-8 0,-1-2 0,0 3 0,-1 5 82,-2-14 0,0 4 0,-1 3 0,0 1 0,-1-1 0,0-3-33,0 11 0,-1-1 1,0-1-1,-1-3 0,1-5-49,0-5 0,0-5 0,0-2 0,0 1 0,2 5 0,0 2 0,1-4 0,-1-9 240,-2 9 0,2-10 6,1-11 0,2-12 983,3-21-857,-5-8-126,13 8 0,-5-6 245,-1 6 1,-1-16 0,-9-3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5:58.53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24575,'8'54'0,"3"-12"0,-1 13 0,-1-18 0,-1 18 0,11 32 0,-6-4 0,3 4 0,-24-49 0,-3-21 0,1-17 0,1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6:00.17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24575,'19'46'0,"-1"2"0,0 1 0,0 8 0,-4 18 0,-2 9 0,-2-11 0,-1 6 0,0 3 0,-1-8 0,1 4 0,0 0 0,-3-3-328,-3 14 0,-3-2 0,2 4 82,2-10 0,2 4 0,-1 1 0,-1-1 168,-2-2 1,-3-1 0,1 0-1,-1-2 78,1 16 0,0-3 0,0-3 181,0-2 1,0-3 0,0-12-182,0 26 0,0-44 0,0-1 0,0 5 0,0 8 983,0 7-233,0-7-750,0-17 0,0-6 0,0-25 0,0 25 0,0-2 0,0 15 0,0-20 0,0-9 0,9-1 0,1 11 0,1 1 0,5 16 0,-14-7 0,7-8 0,-9 4 0,0-15 0,0 1 0,0-3 0,0-8 0,0 0 0,0 0 0,0-9 0,0-1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6:01.37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24575,'11'37'0,"14"10"0,-13 1 0,7 0 0,-10 7 0,-9-7 0,8 8 0,-6-7 0,7-3 0,-9-17 0,0-2 0,-9-16 0,7 6 0,-15-15 0,6 23 0,1-4 0,1 0 0,9-4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6:15.32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24575,'0'0'0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6:16.49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24575,'0'0'0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6:17.33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24575,'0'0'0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6:17.90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24575,'21'8'0,"-4"-6"0,-17 6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6:18.46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24575,'29'0'0,"-10"0"0,-11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6:18.90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24575,'29'0'0,"-10"0"0,-11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6:20.75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0 339 24575,'53'-37'0,"0"0"0,12 1 0,0-1 0,-13-2 0,2 2 0,16 2 0,-4 6 0,-11-2 0,18 10 0,-44 21 0,17 0 0,3 0 0,-10 8 0,6 11 0,1 11 0,4 24 0,7-3 0,-20 14 0,-18 0 0,-10 22 0,2-1 0,-3 7 0,-16-13 0,-4 1 0,9 18 0,-5-2 0,-11-25 0,-5-5 0,0-11 0,-1 1 0,-7 20 0,-1-1 0,8-21 0,0-1 0,-13 17 0,3-1 0,18-21 0,3-3 0,-9 37 0,23 7 0,11-31 0,16 15 0,2 1 0,13 15 0,-27-40 0,0-2 0,25 26 0,-19 9 0,-11-58 0,-4 9 0,-14-34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6:21.30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24575,'30'59'0,"14"3"0,-21-22 0,13 15 0,-18 1 0,10 12 0,9 7 0,-5-25 0,-5-6 0,-18-25 0,-9-8 0,0-3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7:03.70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19 24575,'21'-10'0,"-5"1"0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7:04.05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24575,'0'0'0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7:04.39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24575,'21'0'0,"-5"0"0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7:04.75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24575,'0'0'0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7:05.11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24575,'21'0'0,"-5"0"0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7:05.46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24575,'0'0'0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7:06.36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24575,'0'0'0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7:06.78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24575,'20'0'0,"-3"0"0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7:07.13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24575,'0'0'0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7:07.48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57 24575,'29'0'0,"-2"0"0,-9 0 0,25-8 0,6-11 0,-8 7 0,-8-5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7:07.81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56 24575,'28'0'0,"-1"0"0,-1 0 0,11-8 0,19-11 0,-24 7 0,1-5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7:08.11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24575,'29'0'0,"-10"0"0,-11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7:09.50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24575,'0'0'0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7:09.86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24575,'0'0'0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7:10.18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1 102 24575,'45'-16'0,"10"-5"0,14-12 0,-27 13 0,-6 8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7:10.61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38 24575,'29'-19'0,"-3"9"0,-7 2 0,-1 8 0,-8 0 0,-1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7:11.03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19 24575,'20'-9'0,"-3"7"0,-17-6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7:11.43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24575,'0'0'0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7:14.13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1 734 24575,'45'25'0,"2"14"0,-16 2 0,1 3 0,25 27 0,-21-20 0,-1-3 0,14 3 0,4 11 0,-24-25 0,-2-17 0,-9-12 0,37-50 0,4-30 0,-9 22 0,10-8 0,-1-2-307,-3-3 1,0-2 0,-1 1 306,0 4 0,1 2 0,-3 1 0,18-20 0,-14 11 0,-26 18 0,2 21 0,-23 19 0,8 8 0,25 25 0,14 45 0,7 16 0,1-20 0,2 4 0,-19-4 0,-2 6 0,-2-9 0,8-10 0,-9-8 0,-15 8 0,-1-32 919,-9-5-919,-7-24 0,28-32 0,11-16 0,-3-6 0,5-9-246,-8 14 0,5-7 0,3-1 0,-2 2-44,12-14 0,0 0 1,-3 3 289,-5 5 0,-1 1 0,-5 7 0,1 4 0,-6 9 0,-3 4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7:15.38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137 0 24575,'82'0'0,"-23"0"0,3 8 0,-33 3 0,-3-1 0,9 6 0,-4-6 0,5 1 0,-1 5 0,19 19 0,-11-11 0,18 28 0,-24-15 0,-17-7 0,13 21 0,-21-12 0,7 0 0,-11-4 0,-8-8 0,-17 1 0,-3 9 0,-18 8 0,1-14 0,-33 12 0,8-23 0,-21-1 0,28-3 0,18-14 0,10 6 0,8-8 0,0 0 0,-16-8 0,12 6 0,-3-15 0,-8-1 0,4-28 0,-34-20 0,22 15 0,-1-9 0,33 31 0,-7-25 0,15 13 0,-6-13 0,8 25 0,8 10 0,2 3 0,8-3 0,9-2 0,-6-6 0,-3 17 0,-10 2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7:17.12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1 491 24575,'47'9'0,"-2"1"0,0 17 0,19 26 0,-5 6 0,-23-22 0,0 0 0,11 18 0,-10-18 0,-11-19 0,-7-18 0,15-27 0,18-39 0,5-12 0,-13 28 0,0-2 0,3-8 0,2-6 0,-8 10 0,8-7 0,-8 20 0,-39 26 0,14 15 0,-5-6 0,15 8 0,3 8 0,16 19 0,2 20 0,-16-6 0,1 3 0,25 26 0,-2 14 0,-18-54 0,-2-5 0,-15-25 0,7 0 0,-9-8 0,9-11 0,10-18 0,18-19 0,-18 14 0,-1-1 0,23-28 0,-26 20 0,-5 1 0,1-9 0,-2-14 0,-9 34 0,-8-4 0,-2 30 0,-8-3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7:18.05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24575,'28'0'0,"27"61"0,-17-2 0,-12 7 0,1 15 0,-3-3 0,-3 0 0,-1-1 0,-4-9 0,0 3 0,-2-6 0,-2-4 0,-2-9 0,1-3 0,5-6 0,-14-25 0,6-7 0,-8-3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7:18.71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24575,'28'19'0,"-1"-1"0,-9 1 0,1-1 0,-1 9 0,9 1 0,-7 9 0,7-16 0,-17 3 0,7-22 0,-15 15 0,22-7 0,-12 8 0,15-8 0,-17 7 0,-2-7 0,1 17 0,-7-15 0,6 4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8:49.06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24575,'0'0'0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8:51.38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24575,'0'0'0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7:32.88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1 455 24575,'46'-26'0,"0"1"0,40-20 0,-44 17 0,1-3 0,2 3 0,2-1 0,8-3 0,-1 1 0,-3 2 0,-4 1 0,20-10 0,5 2 0,-30 23 0,-5-12 0,-12 23 0,-14-7 0,8 26 0,0-13 0,8 55 0,-2-10 0,2 7 0,-5 16 0,2 9-174,9 4 1,5 9 0,-6 0 173,-15-7 0,-6 0 0,3-3 0,7-10 0,2-2 0,-6-3 0,-10 16 0,-6-15 0,-1-32 0,0-11 0,9 0 0,-7-6 0,6 6 520,-16-16-520,-3-3 0,-16-16 0,14 6 0,-4-7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7:33.97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284 0 24575,'-5'84'0,"0"0"0,-5-3 0,-2 8 0,1 10 0,5-22 0,1 8 0,0 5 0,1 2 0,-1-1 0,0-3-197,0 10 0,-1-3 1,0 1-1,0 1 0,-1 3 56,1-16 1,0 4-1,-1 1 1,0 1-1,0-2 1,1-2-1,2-4-56,0 8 0,2-2 1,0-4-1,0-2 0,-2-1-49,-2 6 0,-2-4 0,-1-1 0,2 4 0,1 13 0,1 6 0,-1-4 0,0-11-246,-6 12 0,0-7 491,6-14 0,2 2 0,-1-15 1,-8 1 245,5-42 1,6-19 0,-7-8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7:34.87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9 0 24575,'-8'75'0,"14"-11"0,-10-13 0,1 2 0,20 16 0,-6-4 0,-1-27 0,15 22 0,-12-24 0,14 27 0,-16-34 0,-3-10 0,-8-10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7:35.97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0 389 24575,'64'-41'0,"-1"1"0,10 6 0,1 2 0,-11-1 0,3 1 0,4 3 0,5 0 0,-9 5 0,21-6 0,-13-4 0,-9 6 0,-36 25 0,-4 14 0,-14 55 0,11 1 0,3 7 0,-10 3 0,0 2 0,9 14 0,0-3 0,-11-31 0,-3-5 0,0 31 0,7-28 0,-6-17 0,-1-13 0,-1-19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7:36.82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0 115 24575,'46'-19'0,"-6"8"0,6-6 0,-8 7 0,0-1 0,-9 3 0,-1-1 0,-10-2 0,-7 1 0,-3 1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7:37.82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57 0 24575,'8'65'0,"3"11"0,-1 21 0,-5-43 0,-1 2 0,-4 19 0,0 4 0,0-7 0,0 2 0,-6 5 0,-1 0 0,1-8 0,-3-5 0,-15 18 0,9-9 0,-2-45 0,15-12 0,-6-9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7:39.05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24575,'46'17'0,"-6"-4"0,6 22 0,-8-14 0,8 23 0,2-4 0,9 17 0,-9-9 0,6-2 0,-5-8 0,-1-9 0,-10-10 0,-11-2 0,-8-6 0,25 7 0,-11 1 0,14-8 0,-20 6 0,-8-15 0,0 6 0,-9-8 0,-2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7:41.25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1 250 24575,'38'-20'0,"-1"1"0,1-8 0,-9 14 0,15-21 0,-4 21 0,0-14 0,4 16 0,-6-6 0,30 3 0,2-7 0,-7-2 0,-19 13 0,-34 10 0,24 27 0,-20 4 0,22 16 0,-9-1 0,3 2 0,7 34 0,-7-28 0,5 26 0,-22-49 0,12 22 0,-14-22 0,-1 15 0,-1 1 0,-9-8 0,0 24 0,0-4 0,0 0 0,0 12 0,0-21 0,0-1 0,0-14 0,-9-24 0,7 6 0,-15-15 0,6 6 0,-53-29 0,25-1 0,-19-3 0,41 8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7:42.55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154 0 24575,'0'66'0,"-9"-4"0,7 26 0,-15-21 0,11-8 0,1 4 0,-4-14 0,-1 1 0,1 16 0,-1-2 0,-9 23 0,8-30 0,-6-3 0,7-22 0,-1 3 0,3-16 0,8-8 0,0-3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9:12.55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24575,'69'0'0,"0"0"0,0 0 0,13 0 0,7 0 0,7 0 0,6 0 0,-18 0 0,4 0 0,4 0 0,3 0 0,4 0 0,2 0 0,3 0-328,-14 0 0,2 0 0,2 0 1,3 0-1,1 0 0,2 0 1,2 0-1,2 0 0,2 0 1,2 0 108,-20 0 1,3 0-1,1 0 1,2 0-1,1 0 1,1 0-1,2 0 1,0 0-1,1 0 1,1 0 0,0 0-1,0 0 1,1 0-1,-1 0 1,0 0 25,-7 0 0,1 0 0,0 0 1,0 0-1,0 0 0,1 0 0,-1 0 1,2 0-1,0 0 0,0 0 0,1 0 1,0 0-1,2 0 0,0 0 0,1 0 1,0 0-1,2 0 36,-8 0 1,0 0 0,2 0 0,0 0 0,1 0 0,1 0 0,0 0 0,1 0 0,1 0 0,-1 0 0,2 0 0,-1 0 0,1 0 0,0 0 0,0 0 0,0 0 0,1 0 0,-1 0 0,0 0 0,0 0 0,-1 0 108,-5 0 0,0 0 1,0 0-1,0 0 1,0 0-1,1 0 0,0 0 1,-1 0-1,1 0 1,1 0-1,-1 0 1,0 0-1,0 0 0,0 0 1,1 0-1,-1 0 1,0 0-1,0 0 0,0 0 1,0 0-1,0 0 1,0 0-1,-1 0 48,5 0 0,-1 0 0,0 0 0,0 0 0,0 0 0,1 0 0,-1 0 0,0 0 0,0 0 0,0 0 0,0 0 0,0 0 0,0 0 0,0 0 0,-1 0 0,1 0 0,0 0 0,0 0 0,0 0 0,0 0 0,-1 0 0,1 0-95,0 0 1,0 0-1,1 0 1,0 0-1,0 0 1,1 0-1,-1 0 1,1 0-1,0 0 1,-1 0-1,0 0 1,0 0-1,-1 0 1,0 0-1,-1 0 1,0 0-1,-1 0 1,-1 0-1,-1 0 1,-1 0-1,-2 0 1,0 0 94,9 0 0,-1 0 0,-1 0 0,0 0 0,-2 0 0,-1 0 0,0 0 0,-1 0 0,-1 0 0,-1 0 0,0 0 0,-1 0 0,0 0 0,-1 0 0,0 0 0,-1 0 0,-1 0 0,16 0 0,-1 0 0,0 0 0,-1 0 0,0 0 0,-2 0 0,0-1 0,-2 1 0,-2 0 0,0 0 0,-3 1 0,-1-1 0,-2 0 0,14 1 0,-1-1 0,-2 1 0,-3 0 0,-2 0 0,-2 0 0,-2 0 0,-2 1 0,-3 0 193,15 1 1,-4 1 0,-2-1 0,-4 2 0,-3 0-1,-2 0-193,-2 1 0,-2 1 0,-3 0 0,-4 1 0,-6 0 885,13 4 0,-8 1 1,-8 0-886,-4 1 0,-10-1 3276,3 1-2582,-31-8 2582,-10-2-615,-6 2-104,-11-5-2557,-17-10 0,9 4 0,-13-8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9:14.28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4 24575,'76'0'0,"-1"0"0,1 0 0,3 0 0,8 0 0,7 0 0,7 0 0,7 0 0,5 0-253,-33 0 1,4 0 0,3 0 0,4 0 0,2 0 0,3 0 0,2 0 0,3 0 0,2 0 0,2 0 0,3 0 0,0 0 0,3 0 109,-27 0 1,2 0-1,1 0 1,2 0-1,1 0 1,2 0-1,1 0 1,1 0-1,2 0 1,0 0-1,2 0 1,0 0-1,2 0 1,0 0 0,1 0-1,1 0 1,1 0-1,0 0 1,1 0-1,1 0 1,0 0-1,0 0 1,1 0 39,-15 0 1,2 0-1,-1 0 1,2 0 0,0 0-1,1-1 1,1 1-1,0 0 1,1 0 0,0-1-1,1 1 1,1 0-1,0-1 1,1 1 0,0 0-1,0 0 1,1 0-1,1-1 1,0 1 0,0 0-1,1 0 1,0 0-1,0 0 1,1 0 0,0 0-1,0 1 1,0-1-1,1 1 1,0-1 0,0 1-1,1-1 1,-1 1 22,-12 0 0,0 0 0,1-1 0,0 1 0,0 0 0,1 0 0,0 0 0,1 0 0,0 0 0,0 0 0,1 0 0,0 0 1,0 0-1,0 1 0,1-1 0,0 0 0,0 0 0,1 1 0,0-1 0,-1 1 0,1-1 0,1 1 0,-1-1 0,0 1 1,1 0-1,0-1 0,-1 1 0,1 0 0,0 0 0,0 0 0,0 0 0,0 0 0,0 0 0,-1 0 0,1 0 0,0 1 0,0-1 1,-1 0-1,1 1 0,-1-1 0,0 1 51,-2 0 0,0-1 0,0 1 0,1 0 0,-1 0 0,1-1 0,0 1 0,0 0 0,1 0 0,-1 0 0,0 1 0,1-1 0,0 0 0,-1 0 0,1 1 0,0-1 0,0 1 0,0-1 0,0 1 0,-1-1 0,1 1 0,0 0 0,0-1 0,0 1 0,-1 0 0,1 0 0,-1 0 0,1-1 0,-1 1 0,0 0 0,0 0 0,0 0 0,0 1 0,-1-1 0,1 0 0,-1 0 0,0 0 0,-1 0 0,1 1 0,-1-1 0,0 0 0,0 1 0,-1-1 29,7 1 0,0-1 0,0 1 0,1 0 0,-1 0 0,0 0 0,0 0 0,0 0 0,1 0 0,-1 1 0,-1-1 0,1 0 0,0 0 0,-1 1 0,1-1 0,-1 0 0,0 1 0,0-1 0,-1 1 0,0 0 0,0-1 0,0 1 0,-1-1 0,0 1 0,0 0 0,0 0 0,-1-1 0,-1 1 0,1 0 0,-1 0 0,-1-1 0,0 1 0,-1 0 0,0 0 0,0 0 0,-1 0 0,-1 0 0,0-1-70,13 2 0,0 0 0,0 0 0,-1 0 0,0 0 0,-1 1 0,1-1 0,-2 0 0,1 0 0,-1 1 0,-1-1 0,0 1 0,-1-1 0,0 1 0,0-1 0,-2 0 1,0 1-1,0-1 0,-2 1 0,0-1 0,0 0 0,-2 0 0,0 1 0,-1-1 0,-1 0 0,-1 0 0,0-1 0,-2 1 0,-1 0 70,16 0 0,-2 1 0,0 0 0,-1 0 0,-1-1 0,-1 1 0,-1 0 0,-1-1 0,-1 1 0,-1-1 0,-2 0 0,0 0 0,-1 0 0,-2 0 0,-1 0 0,-2 0 0,0-1 0,-2 0 0,-2 0 0,-1 0 59,22 1 0,-2 0 0,-2-1 0,-2 0 0,-2 0 1,-2 0-1,-2-1 0,-3 1 0,-2-1 0,-2 0 1,-4 0-1,-2 0-59,31 2 0,-6-1 0,-5 0 0,-5 0 0,-5 0 0,-5 0 595,2 1 0,-5-1 0,-9 1 0,-10-1-595,0-2 0,-23 1 0,-37-3 0,-32-2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9:20.21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58 24575,'53'-2'0,"1"0"0,11-3 0,4-1 0,14-1 0,2 1 0,-4-2 0,-5 1 0,-14 2 0,-7 1 0,13 1 0,-43 1 0,-13 2 0,-4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9:21.35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24575,'54'0'0,"1"0"0,18 0 0,6 0 0,18 0 0,4 0 0,-30 0 0,2 0 0,-2 0 0,23 0 0,-5 0 0,-21 0 0,-7 0 0,12 0 0,-43 0 0,-21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9:22.60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24575,'0'76'0,"0"-25"0,0 5 0,0 14 0,0 4 0,0 6 0,0 0 0,0-4 0,0-2 0,0-13 0,0-2 0,0-5 0,0-2 0,0 41 0,0-6 0,0 0 0,0-21 0,0-16 0,0-29 0,0-11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9:24.50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12 0 24575,'0'90'0,"0"-3"0,0-36 0,0 0 0,0 41 0,0-18 0,0-10 0,0-18 0,0-8 0,0-4 0,0-2 0,0-1 0,0 0 0,0-3 0,0-2 0,0-2 0,0-1 0,0 1 0,0 0 0,0 0 0,0 0 0,0-1 0,0 1 0,0 0 0,0 0 0,-2-3 0,-1-1 0,-1-4 0,2-2 0,2-1 0,0 0 0,0-6 0,0-1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9:25.83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355 0 24575,'-19'48'0,"-22"24"0,9-26 0,-2 0 0,-4 3 0,1-1 0,-26 24 0,22-24 0,15-17 0,13-14 0,7-11 0,2-3 0,4-8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9:26.75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24575,'0'0'0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9:39.40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1 241 24575,'0'38'0,"0"5"0,0 3 0,0-5 0,0-9 0,2-7 0,5-3 0,7-6 0,6-4 0,4-5 0,1-2 0,3 1 0,1-3 0,6 0 0,3-3 0,-2 0 0,2 0 0,-4 0 0,-4 0 0,-2 0 0,-4-4 0,0-11 0,-2-7 0,-3-4 0,-2 1 0,-3 7 0,-3 2 0,-2 0 0,-4 1 0,-1 0 0,0 0 0,-1-2 0,-1-3 0,-1-7 0,-1-12 0,-4-6 0,-6-1 0,-6 7 0,-4 13 0,-1 8 0,0 3 0,-1 4 0,1 3 0,1 1 0,0 2 0,-5 2 0,-5-3 0,4 3 0,1-3 0,6 0 0,9 3 0,39 0 0,5 3 0,32 0 0,-19 0 0,-7 2 0,-3 2 0,-5 3 0,-5 3 0,-8 0 0,-5 0 0,-5-1 0,0 1 0,-1 1 0,1 0 0,1 1 0,-2 0 0,0 1 0,-1 4 0,1-1 0,0 0 0,0 0 0,-2-2 0,1 2 0,0 1 0,-1 1 0,0 3 0,1 1 0,-1 2 0,1-3 0,1 0 0,3-3 0,2 0 0,3 1 0,1-3 0,-1-2 0,2-3 0,0 0 0,4 1 0,-1-1 0,0-2 0,-1 0 0,3-4 0,5-1 0,7 2 0,-1-3 0,-1 0 0,-4-1 0,-5-2 0,0 0 0,0 0 0,-1 0 0,-9 0 0,-4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9:42.51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0 200 24575,'0'29'0,"0"-1"0,0-8 0,1-1 0,3-7 0,2-6 0,3-2 0,2-4 0,2 1 0,4-1 0,1 0 0,1 0 0,2 0 0,1 0 0,6 0 0,1 2 0,1 1 0,-2 1 0,-4-2 0,0-2 0,0 0 0,0 0 0,0 0 0,-3 0 0,-3-1 0,-4-3 0,-5-2 0,-4-3 0,-2 1 0,0 0 0,0-3 0,0 3 0,-5 30 0,-1-6 0,0 25 0,1-17 0,2-5 0,0 0 0,0-3 0,1-2 0,5-1 0,4-5 0,6-1 0,3-1 0,3 2 0,2-1 0,0-1 0,0-1 0,0-1 0,-1-1 0,-2-1 0,-1-2 0,-1 0 0,-1 0 0,1 0 0,-3 0 0,-3 0 0,-2-1 0,-1-2 0,-1-3 0,1-3 0,-2-2 0,0 0 0,1 2 0,-2-1 0,-1-5 0,-4-5 0,-2-8 0,0-6 0,0-2 0,0-2 0,0 4 0,0-1 0,0 2 0,0 6 0,0 3 0,0 9 0,0 2 0,0 1 0,-1 3 0,-3-1 0,-2 2 0,-1 1 0,-3 2 0,0 2 0,2 1 0,-1-2 0,2 2 0,-1-1 0,-1 3 0,0 0 0,1-2 0,-1 0 0,-1-3 0,-3 0 0,-4-1 0,-3-3 0,8 5 0,1-1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9:43.88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24575,'0'22'0,"0"1"0,0 0 0,0 1 0,0-2 0,0-10 0,0-3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9:47.64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243 1 24575,'26'5'0,"0"6"0,-2 5 0,5 2 0,9-4 0,8-5 0,10 2 0,6-4 0,7 0 0,0-3 0,-3-4 0,-9 0 0,-13 0 0,-7 0 0,-9 0 0,-9 0 0,-5 0 0,-17 2 0,-23 13 0,-28 26 0,12-10 0,-2 4 0,-7 7 0,0 3 0,-4 2 0,0-1 0,3-4 0,0-1 0,6-3 0,0-2 0,2-6 0,1-3 0,-35 19 0,12-14 0,13-13 0,16-7 0,13-7 0,9-7 0,6-10 0,5-14 0,2-16 0,2-7 0,7-6 0,9-4 0,9-3 0,11 1 0,3 6 0,-1 12 0,-3 14 0,-16 15 0,-8 9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09:49.38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24575,'0'45'0,"0"24"0,0 19 0,0 9 0,0-6 0,0-13 0,0 2 0,0-9 0,0-12 0,0-13 0,0-14 0,0-9 0,0-7 0,0-3 0,0-5 0,0 2 0,0 3 0,0 5 0,0 3 0,0 3 0,0 5 0,0 5 0,0 3 0,0 2 0,0-5 0,0-5 0,0-3 0,0-6 0,0-3 0,0-4 0,0-4 0,0 1 0,0 0 0,0-3 0,0-2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9:49.86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24575,'40'9'0,"21"1"0,30 13 0,-41-7 0,5 0 0,30 3 0,13-1 0,-19-6 0,9-1 0,5 0 0,1 0-197,-10 0 0,1 0 1,3 0-1,3-1 0,6 0 74,-16-2 0,4-1 0,4 0 0,2 0 0,1 0 0,0-1 0,-1 0 0,-2 0-18,4 0 1,-2 0-1,-1-1 1,0 0-1,2 0 1,4-1-1,4 0 42,-8 0 1,5-1 0,5 0-1,1 0 1,2-1 0,0 1-1,-1-1 1,-3 0 0,-3 1-1,-6-1-42,10 1 1,-5 0-1,-4 0 1,-1 0-1,-1-1 1,2 1-1,1 0 0,7-1 1,4 0-1,2 0 1,-2-1-1,-4 2 1,-6 0-1,-10 1 62,6 3 0,-7 1 1,-10 0-1,-11 0 79,-6 0 0,-10-2 0,28 3 0,-37-9 0,16 8 0,-3 3 983,42 7 0,-12 1 0,8 0 0,-7 0 0,-15 0 0,9 0-662,-26 0-321,2-9 0,-5 7 0,-5-15 0,49 23 0,-36-21 0,22 30 0,-39-30 0,14 30 0,-18-22 0,21 7 0,-9-2 0,-6 2 0,31 10 0,-27 9 0,27 0 0,-31-9 0,15 7 0,-16-15 0,8 14 0,-10-14 0,1 15 0,8-7 0,11 18 0,-7-8 0,13 8 0,-6-10 0,-15-7 0,2-3 0,-9 0 0,-3-6 0,22 23 0,-14-21 0,6 13 0,-8-9 0,8 3 0,2 7 0,-8-7 0,-4-11 0,0 14 0,-13-18 0,21 20 0,-23-16 0,6-8 0,-8 6 0,-9-7 0,7 1 0,-6 5 0,8-14 0,-1 15 0,1-6 0,9 8 0,-8-1 0,25 10 0,-22-7 0,21 6 0,-15-8 0,0 0 0,7-9 0,-7 7 0,9-15 0,-8 15 0,-3-15 0,-8 15 0,0-7 0,-1 1 0,-7-3 0,-3-8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19:59:51.57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941 1 24575,'37'17'0,"1"3"0,-9 35 0,7 4 0,-19-8 0,-1 2 0,15 21 0,0 20 0,-21-29 0,-1 10 0,-1-14 0,-6 10 0,7-39 0,-9 4 0,0-9 0,8 2 0,-6 0 0,6 7 0,-8-15 0,0 6 0,0 1 0,0 9 0,0-5 0,0 4 0,0-18 0,0 1 0,0 0 0,0 0 0,0 0 0,-8 0 0,6 0 0,-24 0 0,-12 16 0,-7-4 0,-9 2 0,-19 9 0,-2 1 0,11 0 0,-4 0 0,-7-3 0,-7 1 0,12-4 0,23-7 0,3-2 0,-35 12 0,3-4 0,18-8 0,18-10 0,4 1 0,17-8 0,0 6 0,0-15 0,0 6 0,-9-8 0,-2-8 0,9 5 0,4-5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0:04.85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24575,'29'10'0,"15"15"0,-12-12 0,6 14 0,-11-16 0,-17-3 0,-1-8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0:05.52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175 1 24575,'-21'76'0,"-1"1"0,1-1 0,3-10 0,0 0 0,2 5 0,4 9 0,2 7 0,2 1 0,0-9 0,-3 19 0,3-4 0,6-17 0,3 1 0,0-13 0,-1 6 0,8-36 0,-6-26 0,7-9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0:10.50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0 369 24575,'47'0'0,"9"0"0,11 0 0,29-9 0,-32 5 0,6-2 0,19-14 0,12-3-246,-11 12 0,12 2 0,2 0 0,-8-3-82,-3-6 0,-6-3 0,4 3 82,-4 8 0,6 4 0,-4 1 0,-14-3 539,-9-8-1,-9 4-292,37 10 0,-5-19 0,-35 13 0,1 0 0,38-7 0,-8-6 983,-20 10 0,22-8-582,6-4-401,-20 12 0,-17-2 0,-37 13 0,0 0 0,8 17 0,2-4 0,1 22 0,-3-14 0,-8-2 0,-9-2 0,7-15 0,-6 6 0,-1 1 0,7 1 0,-7 1 0,18 5 0,1-5 0,9 8 0,-9-9 0,-2 7 0,-8-15 0,-8 15 0,5-15 0,3 23 0,2-21 0,7 13 0,-1-8 0,2 1 0,9 1 0,-17 5 0,12-5 0,-20-1 0,6 7 0,-11-6 0,1 33 0,-27 18 0,-11 16 0,4 5 0,-3 9 0,-2-4 0,3-20 0,-1-3 0,-2 0 0,-3 10 0,-1 0 0,1-21 0,-13-20 0,22-32 0,-1 6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0:11.62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844 0 24575,'-8'38'0,"6"-8"0,-15 5 0,-15 40 0,-13-14 0,-9 6 0,14-14 0,-2 2 0,-2-1 0,-24 18 0,0-5 0,11-13 0,4-9 0,-21 1 0,32-17 0,-11-1 0,23-9 0,-17-1 0,16-7 0,3-3 0,20-8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0:12.82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24575,'30'16'0,"-3"5"0,0 42 0,19 18 0,-13 0 0,-10-34 0,-2-1 0,-2 13 0,0-2 0,-9-11 0,15-8 0,-12-17 0,6 4 0,6-6 0,-4 2 0,17 14 0,8-5 0,2 7 0,9 1 0,8 0 0,2-9 0,0-10 0,-11-2 0,-26-15 0,-13 6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0:14.25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394 107 24575,'67'-23'0,"-6"-6"0,18 4 0,-5-2 0,-41 24 0,1 5 0,-55 63 0,-8-3 0,-9 9 0,1-14 0,-5 3 0,1 0-182,3 0 1,0 0 0,-2 0 181,-7 1 0,-2 0 0,4-2-56,-7 20 1,4-3 55,7-10 0,2-2 0,3 2 0,5-8 0,4-9 0,25-22 0,32-19 0,43-16 0,29-8 0,-29 11 0,10 0 0,7 1 0,4-1 0,1-1-141,-14-1 1,3-1-1,3-1 1,1 0-1,2 0 1,0 1-1,0 0 0,7 0 1,2 0-1,2 1 1,0 0-1,-1 0 1,-3 0-1,-3 0-23,-2 0 0,-2 0 0,-2 0 0,-2 0 0,-3 0 0,-4-2-82,18-2 0,-3-2 0,-7 0 0,-11 4-246,1 2 0,-11 0 300,-6-7 1,-14-2 191,-28 6 0,-11-1 0,-16 3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0:15.87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963 0 24575,'-21'38'0,"-8"57"0,18-35 0,2 10 0,0 0 0,-1 12 0,0 1 0,-2-5-328,-4-3 0,-1-4 0,2 6 82,6 7 0,2 8 0,0 0 0,0-12 12,-7 11 1,3-5 428,9-19 1,3 2 0,0 3-196,-1 16 0,0 3 0,0-4 0,0 8 0,0 1-34,0-21 1,0 7 0,0-1 0,0-12 33,0-2 0,0-6 0,0 12 0,0-7 0,0-12 983,9-31-757,-7 11-75,6-24-151,-16 1 621,-3-3-621,-53-29 0,-4 4 0,10-5 0,-3-1 0,4 4 0,1-1 0,-5-3 0,0-1 0,3 6 0,3 2 0,-27-7 0,32 14 0,33 9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0:16.86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5040 1 24575,'-35'58'0,"-22"-5"0,-23 9 0,-11 1 0,23-20 0,-6 0 0,-5 2 0,-5 0 0,-2 0 0,-2 1-123,6-4 0,-2 1 0,-3 0 0,-3 1 0,-1 0 0,-2-1 0,-2-1 0,-2 0 33,16-9 1,-1 0-1,-3 0 1,-1-1 0,-1 0-1,-1 0 1,-1-1 0,1 0-1,0-1 1,0 0-1,2-1-9,-7 2 1,1 0 0,-1-1-1,1 0 1,-1 0 0,1-1-1,0-1 1,0-1 0,0-1-1,1-1-11,-6 0 1,-2-1 0,-1-1 0,1-1-1,1-1 1,1-1 0,4 0 0,3 0-1,5 1 28,-9 3 0,4 1 0,4-1 0,4-1 0,2-2 0,4-3 0,-17-1 0,1-4 0,13-2 0,26-2 0,28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0:19.08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10 0 24575,'0'30'0,"0"5"0,0-14 0,8 15 0,-5-7 0,5 9 0,-8 8 0,0 23 0,8-8 0,-6-1 0,7-41 0,-18-21 0,-5-46 0,2-7 0,0 9 0,12 9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0:20.47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20 24575,'88'0'0,"-6"0"0,-25 0 0,-9 0 0,-10 0 0,-11 0 0,0 0 0,11-9 0,-7 7 0,5-6 0,-17 8 0,0 0 0,8 0 0,-6 8 0,15 3 0,-15-1 0,6 7 0,0 2 0,11 47 0,-25-6 0,-4 5 0,5-1 0,-3 4 0,-8-1 0,-5 5 0,1-8 0,1-11 0,0-3 0,0 21 0,0-7 0,0-22 0,0 2 0,0-17 0,0-6 0,-17-2 0,-13-11 0,-67-8 0,19 0 0,18 0 0,4 0 0,5 0 0,-2 0 0,32 0 0,-7 0 0,9 9 0,0-7 0,0 6 0,0-16 0,8-3 0,3-45 0,8 36 0,0-26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0:21.90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958 0 24575,'-11'48'0,"3"7"0,-1 10 0,7 24 0,-15-8 0,15 16 0,-19-15 0,-7 2 0,9-22 0,-1 0 0,-6 30 0,-5-5 0,3-40 0,0-6 0,-4 24 0,-2-28 0,-4-1 0,-15 25 0,-21-4 0,17-5 0,-8-12 0,5 0 0,-5-5 0,8-16 0,8 0 0,11-8 0,10-3 0,9-8 0,0-9 0,8-1 0,3-43 0,8 34 0,0-23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0:23.51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867 1 24575,'50'0'0,"31"12"0,-36 0 0,22 4 0,9 3 0,-16-1 0,1 2 0,28 6 0,6-1 0,-3-5 0,3-1 0,-26-4 0,2 0 0,2 1 0,18 3 0,4 1 0,-4-1-194,-20-5 0,-4 0 1,2 1 193,7 3 0,1 2 0,-11-3 143,18 6-143,-1-13 0,-51 7 0,-13-15 0,-81 13 0,-40 5 0,33-4 0,-8 3-197,3-1 0,-14 4 1,-6 1-1,1 0 0,9-2-131,-9 1 0,7-1 0,-6 2 250,17-3 0,-5 3 1,-2 1-1,2-1 0,5-3 78,-18 2 0,6-4 0,5 1 0,-15 8 0,4-2 128,25-11 1,-1-2 0,7-3-129,5-1 0,4-4 0,0-3 0,1-2 0,-40 1 0,41 0 0,3 0 983,29 0 0,83 0-762,12-10 1,10-4-222,2 1 0,0 0 0,-4-1 0,-6-2 0,12-13 0,-86 35 0,10 5 0,-31 10 0,-29 19 0,-28 20 0,-9 4 0,10-7-328,9-9 0,4-5 0,-6 5 178,-1 1 1,-10 5 0,-2 2 0,6-3-1,12-9 148,-5 5 1,14-10 1,9-6 0,70-24 0,3-7 0,24 6 0,-4-8 983,15 0-797,-25 0 1,-12 0 0,-20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0:24.72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1 103 24575,'73'0'0,"1"0"0,8 1 0,5-2 0,-16-2 0,3-2 0,-1 1 0,-3 3 0,-1 1 0,0-2 0,-1-6 0,0-1 0,-1 1 0,33 6 0,-3 1 0,-15-5 0,-4 0 0,-4-1 0,-10 1 0,-12 3 0,22-9 0,-23 12 0,-3 0 0,-12 0 0,-18 0 0,1 0 0,-8-9 0,22 7 0,-18-6 0,12 8 0,-18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0:25.50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24575,'18'65'0,"5"22"0,-11-7 0,-5-13 0,-2-1 0,-5 11 0,0-21 0,0 1 0,0 32 0,0-14 0,0 2 0,0-31 0,0-8 0,0 0 0,0-9 0,-9-10 0,7-11 0,-6-8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0:26.37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24575,'0'30'0,"0"-3"0,0-8 0,8-9 0,-6 7 0,24-6 0,-14 8 0,7 8 0,-2-15 0,-7 14 0,9-16 0,-8 1 0,-3-3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0:27.75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19 24575,'29'0'0,"15"0"0,-12 0 0,14 0 0,-8 0 0,16 0 0,5 0 0,8 0 0,-10 0 0,-3 0 0,-22 0 0,12-8 0,-23 6 0,6-7 0,-8 9 0,0 0 0,16 0 0,-3 17 0,22-4 0,3 31 0,-15-30 0,-6 20 0,-28-23 0,-8 7 0,-9 26 0,-1-10 0,-18 21 0,-10-18 0,15-7 0,-11-11 0,23-3 0,1-5 0,-7-1 0,15-1 0,-7-9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0:28.12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115 0 24575,'-38'40'0,"8"-13"0,11-10 0,2-15 0,15 7 0,-7-9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0:28.75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24575,'79'0'0,"9"0"0,6 0 0,-21 0 0,2 0 0,-43 0 0,3 0 0,-16 0 0,0 0 0,0 0 0,-9 0 0,-1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0:31.85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24575,'38'11'0,"-9"6"0,-1-15 0,-10 6 0,10-8 0,1 8 0,17-5 0,-14 5 0,12 0 0,-23-6 0,6 7 0,-8-1 0,8 3 0,2 16 0,18-6 0,-16 6 0,5-8 0,-1 25 0,-3-10 0,14 20 0,-17-24 0,-1 5 0,-1 3 0,-6 10 0,15 9 0,-24-9 0,8 1 0,-2 2 0,-13 9 0,9 3 0,1 4 0,-13 26 0,-2-35 0,-4 5 0,-17 25 0,-11 2 0,-6-15 0,-7-2 0,8-15 0,-3 0 0,-1-4 0,-16 8 0,-4-5 0,-19-2 0,3-5 0,0 13 0,15-20 0,6-5 0,24-15 0,-6 21 0,10-14 0,9-1 0,8 15 0,3-21 0,8 21 0,8-15 0,-6 1 0,7-3 0,-1-16 0,3 22 0,-1-18 0,7 20 0,-15-16 0,15 0 0,-15 0 0,6 0 0,-16-9 0,6-1 0,-7-9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0:33.11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24575,'77'33'0,"-23"3"0,20-2 0,-42-13 0,3 4 0,-7-15 0,-16 9 0,13-8 0,-22 5 0,-4-13 0,-9 5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10:25.14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856 1 24575,'-33'0'0,"4"0"0,-2 0 0,-6 0 0,-5 2 0,-8 8 0,-2 8 0,-4 12 0,-1 11 0,0 5 0,0 7 0,1 1 0,2-2 0,7-3 0,12-7 0,8-3 0,8-6 0,4-3 0,2-4 0,3-4 0,2 0 0,0-1 0,0 1 0,-1 4 0,-3 1 0,0 4 0,1 1 0,4-4 0,3 2 0,4-2 0,0-1 0,0-1 0,0-4 0,3 0 0,6-1 0,6-1 0,5-1 0,3 0 0,-1 2 0,-1 1 0,0-2 0,-2-1 0,0-2 0,-1-4 0,3-3 0,-1-4 0,-1-3 0,0-3 0,-3 0 0,0 0 0,0 0 0,0 0 0,2 0 0,-1 0 0,1 0 0,1 0 0,0 0 0,0-2 0,1-4 0,-2-1 0,-1-3 0,2 3 0,-2-1 0,-1 2 0,0 0 0,-3 1 0,0-1 0,-2 1 0,-1 0 0,0-1 0,0 2 0,0-2 0,2 1 0,-2-1 0,-1 0 0,-1 1 0,0 1 0,0 0 0,-1 0 0,-1 0 0,1 0 0,-1 0 0,-1-2 0,-3 4 0,-1-1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10:26.93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562 1 24575,'7'55'0,"3"1"0,4 9 0,0 2 0,-4 5 0,-4 0 0,-4-2 0,-2-7 0,-2-9 0,-10-9 0,-15-10 0,-13-8 0,-11-9 0,-4-9 0,-2-6 0,-4-3 0,5-1 0,1-7 0,6-7 0,9-6 0,5-2 0,11 5 0,6 1 0,5 3 0,3-2 0,2-1 0,3-6 0,1-7 0,2-10 0,2-10 0,0-13 0,2-1 0,7 6 0,6 10 0,5 16 0,4 8 0,4 5 0,5 2 0,3 2 0,4 4 0,-5 6 0,-5 2 0,-3 3 0,-5-2 0,0-3 0,-3-4 0,-2-2 0,-8 5 0,-4 1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10:38.56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24575,'0'100'0,"0"-46"0,0 1 0,0 8 0,0 3 0,0 4 0,0 1 0,0 3 0,0 0 0,0 3 0,0-1 0,0-1 0,0 0 0,0 0 0,0 0 0,0 1 0,0-1 0,0-1 0,0-1 0,0 2 0,0 0 0,0-6 0,0-2 0,0-6 0,0-1 0,0-4 0,0-2 0,0 34 0,0-7 0,0-6 0,0-7 0,0-2 0,0-6 0,0-6 0,0-4 0,0-10 0,0-5 0,0-3 0,0-5 0,0-8 0,0-24 0,0-11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10:52.09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360 1 24575,'22'0'0,"0"2"0,3 6 0,1 3 0,2 5 0,-2 3 0,-3 6 0,-5 10 0,-2 11 0,-5 9 0,-5 4 0,-2 1 0,-4 0 0,0 1 0,0-1 0,0-5 0,-1-9 0,-6-11 0,-9-8 0,-11-3 0,-7-1 0,0-3 0,-2-3 0,1-6 0,-2-4 0,-4-4 0,-1-3 0,-1 0 0,1 0 0,6-5 0,4-3 0,6-6 0,3-4 0,5 1 0,3 1 0,4 0 0,3 2 0,1-2 0,2 0 0,0 1 0,2 0 0,1-6 0,2-8 0,0-8 0,0-4 0,0 0 0,5 0 0,3 0 0,5 1 0,3 4 0,-2 4 0,0 6 0,0 4 0,-3 3 0,0 3 0,-1 1 0,-1 2 0,-3 6 0,-1 1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10:54.24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24575,'5'42'0,"-1"4"0,-4 11 0,0 7 0,3 4 0,4-5 0,1-9 0,0-9 0,-2-8 0,-3-3 0,2-6 0,-2 3 0,-1-1 0,0-3 0,-2-1 0,0-4 0,2-2 0,1-1 0,0-2 0,-1 0 0,1 0 0,0-1 0,1-2 0,1-1 0,-1-2 0,0-6 0,-1-20 0,-1-5 0,-2-18 0,0-2 0,0-2 0,0-4 0,0 0 0,0 4 0,0-1 0,2 6 0,4 2 0,2-1 0,1 3 0,0-2 0,-1 3 0,4 1 0,-2 3 0,2 4 0,2 2 0,0 5 0,4 0 0,1 4 0,1 3 0,2 2 0,0-1 0,0 3 0,0-2 0,4-1 0,1 0 0,0 1 0,-3 2 0,-8 2 0,-8 4 0,-3-2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10:56.43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24575,'0'0'0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0:52.25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4220 0 24575,'-11'38'0,"-6"-9"0,-14 52 0,0-8 0,-11 15-197,5-17 0,-6 11 1,-6 7-1,-5 4 0,-4 0 74,11-21 0,-2 1 0,-2 2 0,-4 1 0,-2 2 0,-3 2 0,-4 3 0,-3 2 57,14-21 0,-2 3 1,-4 2-1,-2 3 1,-2 0-1,-2 2 1,-1 1-1,-1 0 1,-1 0-1,1-1 1,-1-1-1,1-1 1,2-2-1,1-2 0,2-3-24,-9 8 1,1-2-1,1-2 1,1-2 0,1-1-1,-1-1 1,0 0 0,-1-1-1,-1 2 1,-2 0-1,-2 2 19,7-7 1,-3 3 0,-2 2 0,-2 1-1,-2 1 1,1 0 0,-1-1 0,1-2 0,2-1-1,1-3 1,4-3 0,3-5 0,4-4-1,5-5-126,-25 14 0,8-9 1,5-7-1,3-2 0,1 3-49,-8 10 0,-1 3 0,8-8 0,16-18-738,7-19 0,32-12 738,-10-18 0,10 7 0,1-5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0:52.93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9065,'58'51'0,"0"-1"0,1 1 0,-8 12 0,-4 6 0,7 5 196,1-10 1,8 4-1,3 4 1,0 4 0,-5 4-151,-17-11 0,-1 4 0,-2 3 0,-1 2 0,0 0 0,0-1 0,2-2 95,8 7 1,1-2 0,1 0 0,-1-1 0,-2 1 0,-1 0-142,-4 3 0,-1 3 0,-1 0 0,-2-2 0,-2-5 0,-1-7 0,15 21 0,-3-10 0,-9-11 491,-8-1 1,-13-33 491,-19-49-738,0-55 1,0 35 0,0-23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0:54.06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1 666 24575,'38'-38'0,"13"1"0,9-2 0,0 0 0,7 0-328,3 6 0,9 0 0,-1 1 0,-1 1 0,0 2 0,0 1 300,0 4 1,1 2-1,6 0 28,9-2 0,10-1 0,-2 1 0,-11 3 0,-19 6 0,-7 2 0,4-1 165,6-4 0,9-2 0,-6 2 0,-15 6-165,9 9 338,-5-9-338,-26 12 0,6 0 0,-8 0 983,0 0-913,-9 0-70,-2 0 0,18 0 0,-20 0 0,19 0 0,-9 8 0,-12-6 0,22 15 0,-16 11 0,17 3 0,9 15 0,4 3 0,-18-19 0,-1-1 0,12 12 0,-5-1 0,-5-5 0,-31-24 0,-1 14 0,18 57 0,-21-21 0,-3 17 0,-3 14 0,-1 6 0,-3 0 0,-1-5-164,-3-2 0,-2-1 0,-3 1 0,-1 2 0,1 3 0,2 5 54,4-13 1,1 5 0,1 4 0,1 2-1,-1 1 1,0-1 0,-2-2 0,-1-4-1,-4-4-31,-3 3 1,-4-2-1,-2-2 1,-1-3-1,1-3 1,2-3-1,3-5-105,1 18 0,3-7 0,1-5 0,-1-8-246,-7 28 0,-3-33 281,4-57 0,15-1 0,-6-9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0:55.23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82 24575,'48'19'0,"15"-9"0,16-2 0,-30-6 0,3-4 0,2-2 0,5-4 0,36-9 0,-2-1 0,-41 8 0,-2 0 0,32-13 0,-9 5 0,-33 16 0,-13-7 0,-19 9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0:56.17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1 628 24575,'29'-8'0,"-2"6"0,58-32 0,-20 16 0,20-3 0,9-2 0,2 0 0,-9 1-246,-3-3 0,-4 1 0,0-1 0,7 0 82,-6 4 0,7 0 0,3-1 0,-1 0 0,-4 1 0,-8 2-164,18-6 0,-10 2 0,2 1 0,10-3 0,2 1 0,-7 4 46,3 3 0,-3 1 282,-6-6 0,4-3 0,-19 8 0,-6 14 0,-19-10 0,-39 13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0:58.63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1574 1 8191,'-50'36'0,"0"0"0,-17 6 0,-3-1 491,-4-2 1,-2-1-1,-6 2 1,4-5-1,27-18 1,6-5 491,-11 1 0,47-24 0,1-8 0,-45-9-492,9 9 1,-7 1-1,-18 5 1,-6 3-1,-7-5 1,-3 5-1,1 12 1,5 4-1,22-2 1,5 3 491,-32 20 0,65 11 0,11 2 0,16 14-327,40 2-656,21-11 0,18 0 0,-15-9 0,5-1 0,10 0-197,-9-8 0,7 0 1,4-1-1,2-2 0,-2-3 0,-6-3 0,1-3 1,0-1-1,-1-2 0,1 2 0,2 1 0,0 0 1,1 0-1,-4-2 0,-4-4-6,22-5 1,-7-6 0,-8 3 202,2 4 0,-14 2 0,-3 2 0,-27-7 0,-25 14 0,-9-5 0,7 41 983,-15 1 0,-2 31-492,-33-9 1,-25 4-408,0-29 0,-13-1 0,-7-1 0,-2 3-281,3 2 0,-4 4 1,-2 0-1,-2-2 0,1-5 0,2-7 0,-1-4 1,-1-2-1,0-3 0,1 1 0,1-1 0,-2 0 1,1-1-1,5-5 0,9-7 101,-24-5 1,7-8 95,-14 4 0,9-4 0,13-8 0,5-9 0,54-1 0,-1-26 983,-28-50-492,29 38 1,-1-1-1,-6-3 1,1 2-24,2-25-468,6 37 0,15 8 0,2 11 0,2 2 0,43 15 0,-19-7 0,15 9 0,-24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1:00.20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3 0 24575,'-2'71'0,"41"15"0,8-30 0,9 0 0,-4-3 0,3 5-246,-10-6 0,4 7 0,0 5 0,-1 3 0,-1 8 0,-2 3 0,1 6 0,1 5 105,-11-18 1,3 4-1,0 4 1,1 3-1,-1 0 1,-1 0-1,-2-1-23,2 9 0,-1 0 0,-1 0 0,-2 1 0,0 1 0,-1 3 23,-1-4 1,0 4-1,-1 3 1,0-1-1,-3-2 1,-2-4-1,-4-5-56,-3-2 0,-4-7 1,-2-2-1,-2 2 0,0 4 33,0 7 0,-1 5 0,0 3 0,-2-1 0,-3-5 0,-3-7-82,-3-3 0,-5-7 0,-1-2 0,2 4 0,1 21 0,1 6 0,-1-4 0,-3-14 174,-7-2 1,-3-14 1054,-6 10-359,13-69 359,-7-57-492,12-1 1,7-9-1,17-19 1,10-9-198,1 4 1,5-8-1,6 2-82,-2 21 1,4 0-1,3 1 1,2 0-213,3-2 0,2 1 0,2 0 0,-2 3 0,-5 4 0,-1 1 0,1 2 0,5 3-181,10 2 0,7 3 0,-1 3 0,-4 2 181,-1-4 0,-3 3 0,2 3 0,6 0 0,1 2 0,-5 7 0,-3 4 0,-8 8 0,5 2 0,-13 2 983,-11 15-8,-14-7 8,7 9-737,5 69 1,1 27-247,1-29 0,0 3-291,-7 5 1,-1 9 0,-1-1 290,0-4 0,-1-2 0,-6-9 0,-9-17 0,-2-2 0,7 19 0,-2-9 0,-11-31 0,6-9 0,-8-1 0,8 18 0,3-13 871,-1-4-871,7-30 0,-6-18 0,16-18 0,-14 24 0,3-2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1:02.22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1 801 8546,'27'-47'0,"2"16"983,1-5 0,-3 16 0,9 1 0,4-8 0,16 5 0,9-5 0,23 16 0,-8 3 0,7 8 0,-13 0 0,1 0 0,3 0 0,-11 16 0,-4 5 0,1 54 0,-11-11-833,-20-18 1,-4 4-151,4 37 0,-21-38 0,-4 1 0,-4 1 0,-4-2 0,-11 24 0,-25-12 0,-12-40 0,0 0 0,-1-3 0,-8-4 0,-17 7 0,47-21 0,-3-9 0,-23-41 0,-3-15 0,20 22 0,-1-4 0,-10-23 0,-6-10 0,9 8 0,15 19 0,5 3 0,-9-13 0,7 7 0,16 18 0,10 10 0,64-3 0,-15 9 0,45-1 0,-55 14 0,14 9 0,-13 9 0,0 1 0,-5 1 0,-16-3 0,0-8 0,17 8 0,3 3 0,18 8 0,16 0 0,-20-9 0,13-5 0,9-2 0,0-2 0,6-2 0,-5 1 0,6 0 0,-1 0 0,-4 1 0,-1-1 0,-2-1 0,24-1 0,-7-4 0,-27-2 0,-7-3 0,29-19 0,-30-17 0,1-10 0,-29 15 0,-4-4 0,-3-4 0,-3-1 0,4-33 0,-13 0 0,-9 52 0,0-4 0,0 17 0,-9 8 0,-1-6 0,-18 15 0,-2-6 0,-8 16 0,8 3 0,-6 7 0,7 18 0,-27 12 0,22 3 0,-2 12 0,28-32 0,8 30 0,0-28 0,8 22 0,3-17 0,16-1 0,19 18 0,5-13 0,22 21 0,-6-15 0,-8-8 0,12 4 0,-21-31 0,15 3 0,-8-16 0,37 0 0,-20 0 0,5-8 0,-35 6 0,-34-15 0,-1 6 0,-9-8 0,-9 8 0,-10-31 0,-19 8 0,19-12 0,2-2 0,-11 9 0,16-15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1:03.54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120 0 24575,'2'65'0,"-4"-6"0,-9-2 0,3-11 0,8-17 0,0 7 0,8-15 0,3 6 0,16 1 0,-6-8 0,31 8 0,-18-9 0,19 0 0,2 1 0,-4 4 0,41 16 0,-46-21 0,11 16 0,18 5 0,3 17 0,-3-9 0,-26-10 0,-14-11 0,-24-8 0,6 8 0,-15 31 0,-15 24 0,-12-23 0,-13 13 0,-4 2 0,6-9-329,-2 6 0,-4-2 329,-2-5 0,-8 8 0,-1-2 0,5-15 0,2-12 0,0-9 0,-14 5 0,1-3 0,-24 11 0,11-11 0,26-9 0,14-14 0,-4 3 658,17-16-658,8 9 0,2-7 0,9 6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1:06.60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982 1 24575,'0'29'0,"0"7"0,0-7 0,-9 9 0,7 8 0,-15-14 0,6 12 0,-16-15 0,5 0 0,-5-1 0,8-9 0,-9-1 0,-2 1 0,-8 0 0,8-8 0,3 6 0,-1-15 0,-10 14 0,-11 3 0,9-6 0,4 12 0,17-23 0,0 6 0,-1-8 0,1 9 0,-8-7 0,-3 6 0,0-8 0,3 0 0,8 0 0,-1 0 0,-24-8 0,-15 6 0,-23 6 0,31-1 0,14 9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7:58.88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332 1 24575,'0'29'0,"0"30"0,-9-16 0,-6 3 0,-4 8 0,-2 26 0,-6 2 0,-17-9 0,-1-1 0,14 14 0,1-7 0,-31-4 0,34-41 0,25-23 0,3-3 0,42-17 0,26 7 0,-13-9 0,3-2 0,-8 6 0,1 1 0,9-7 0,-1-1 0,17 4 0,0-7 0,-30 15 0,-21-6 0,-17 8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00.21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444 1 24575,'20'53'0,"-9"3"0,-5 5 0,-10-8 0,-4 3 0,-3 12 0,-3 8 0,-1-6 0,-5-3 0,-1-2 0,-5 20 0,-2-4 0,-12 7 0,8-5 0,-6-33 0,9 3 0,11-25 0,9-1 0,1-17 0,6 7 0,-30 29 0,1-10 0,-8 28 0,4-27 0,16-8 0,17-11 0,4-9 0,77-9 0,-21-9 0,-3 5 0,0-2 0,11-13 0,-19 9 0,-21 2 0,-17 8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00.90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24575,'29'34'0,"9"33"0,-16 4 0,0-8 0,-2 3 0,-12-14 0,-3-1 0,6 8 0,-2 0 0,0 27 0,-7-44 0,6-17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01.59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24575,'0'55'0,"0"9"0,0-15 0,8 4 0,-6-16 0,6-8 0,-8-11 0,0-10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01.93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24575,'55'0'0,"-8"8"0,-2 2 0,-16 9 0,-2-9 0,-9-2 0,1-8 0,-9 0 0,-2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02.29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24575,'29'0'0,"-11"0"0,-10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03.35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0 432 24575,'93'-26'0,"0"0"0,1 0 0,-3-2 0,-1 0 0,2 1 0,-16 8 0,2 0 0,-2 1 0,-4 0-328,-2 1 0,-4 1 0,4-2 59,26-9 1,5-3-1,-12 7 269,-23 15 0,-7 0 0,11-13 0,-8 2 0,-16 17 0,-37-6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04.83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169 1 24575,'0'28'0,"-9"23"0,-1-18 0,-17 20 0,6 1 0,-14 11 0,23-6 0,-22 3 0,30-33 0,-12-3 0,16-7 0,16 7 0,13 3 0,1 8 0,38 0 0,-41-9 0,32-1 0,-30-9 0,-1-7 0,-9 5 0,-11-14 0,-8 6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06.08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24575,'21'47'0,"-5"-10"0,-16-10 0,0-1 0,0 3 0,0 16 0,0-14 0,0 4 0,0-17 0,0 0 0,0 1 0,8-9 0,3 23 0,24-11 0,-5 32 0,15-15 0,-16-3 0,-2-17 0,-17-3 0,14-6 0,-20 1 0,13-3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07.08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24575,'20'18'0,"-4"1"0,-7-1 0,-7 9 0,6 10 0,-8-7 0,0 5 0,0-16 0,24 15 0,-1-11 0,30 28 0,-6-20 0,-2-6 0,2-1 0,17 5 0,-14-13 0,-1-1 0,1 3 0,-5-8 0,-27 7 0,-10-15 0,-8 6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07.86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81 24575,'37'0'0,"46"1"0,16-2 0,-16-8 0,3-1 0,-7 8 0,6 3 0,-7-5 0,2-10 0,-10 1 0,13 11 0,-44-15 0,-12 15 0,-19-6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08.52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65 0 24575,'-10'29'0,"-7"-3"0,15 1 0,-6 21 0,8-6 0,-12 51 0,9-31 0,-9 15 0,12-7 0,0-29 0,0 12 0,0-24 0,0-11 0,0-10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09.11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0 415 24575,'39'0'0,"23"-14"0,27-11 0,9-3 0,-10 5 0,-9 7 0,-5 3 0,12-4-164,-7 0 0,11-3 0,7-2 0,0 0 0,-3 2 0,-10 3-82,1 2 0,-7 3 0,-2 1 0,-1 0-82,26-3 0,-1 0 0,-10 2 68,-8 1 0,-10 0 260,-19-1 0,-7 3 809,10 7-809,7-6 0,-22 8 0,2-8 0,-33 6 0,-1-7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14.95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131 0 24575,'-19'37'0,"1"8"0,-1-6 0,0 31 0,1-27 0,7 18 0,3-24 0,8-8 0,0-3 0,-8-15 0,6-3 0,-7-8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15.49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24575,'47'17'0,"-10"3"0,-10 9 0,-9 6 0,-7-23 0,-3 4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09.96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24575,'29'0'0,"5"9"0,3 1 0,10 25 0,0-5 0,7 7 0,-32-10 0,3-17 0,-25-2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11.08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1054 24575,'45'-27'0,"2"-2"0,36-21 0,-13 3 0,8-7 0,-18 13 0,3-1 0,4-2-328,15-8 0,4-3 0,-4 2 217,-21 10 1,-4 2 0,7-1 110,6 1 0,7 0 0,0 0 0,-8 4 0,17-12 0,-5 2 106,-13 10 1,2 0 0,-9 3-107,21-17 0,-65 41 0,17 2 0,7 16 0,31 10 983,13 15-971,-14-4-12,4 2 0,-30-13 0,-25 1 0,-3-1 0,-17 9 0,0 35 0,0 21 0,-3-12 0,-2 9 0,-2 6 0,-2 1-197,-3-4 0,-3 4 1,-1 2-1,-1 0 0,1-2 0,3 0 0,1 0 1,-1-1-1,0-1 0,-4-4-10,-8 7 0,-4-1 0,1-6 0,4-12 207,2 1 0,1-13 0,-18 16 0,28-49 0,-22-13 0,19-1 0,-13-2 0,19-8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11.90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1 298 24575,'8'-37'0,"2"0"0,17 0 0,-7-1 0,7 18 0,-17-5 0,15 14 0,-5-16 0,17-2 0,-8 9 0,-11 3 0,-10 17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12.66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0 405 24575,'57'-9'0,"0"-1"0,23-6 0,12-5 0,-21 3 0,11-5 0,3-2 0,-1 1 0,-10 4-328,5 1 0,-8 4 0,5-4 189,8-6 0,8-6 0,-5 3 0,-22 8 139,-3 6 500,-3-16-500,-26 19 255,-23 3-255,8 0 0,-7 6 0,-3-7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13.47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24575,'18'28'0,"21"43"0,-19 2 0,0 17 0,-3-2 0,-3-20 0,-2-3 0,1 5 0,2 2 0,1 8 0,-2-3 0,-4-10 0,-8 7 0,-1-11 0,11 14 0,-12-13 0,0-25 0,0-13 0,0-18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14.28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24575,'41'84'0,"-23"-21"0,-1 15 0,0 8 0,-1-2 0,1 0 0,-2 1 0,0 3 0,-2 10-141,-3-11 1,-1 8-1,-1 7 1,0 1-1,-1 0 1,-1-3-1,1-7-56,0 7 0,-1-6 1,0-2-1,-1 1 0,-1 2 33,-2-4 0,-2 3 0,0 2 0,-1-3 0,0-4 0,1-10-164,0 17 0,0-11 0,0-3 0,0-3 0,0-3 0,0-7 439,0 0 1,0-8-112,0 19 0,0-32 0,0-32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16.90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0 656 24575,'37'0'0,"-8"0"0,42-8 0,22-6 0,-18-8 0,14-6 0,-10 5 0,13-3 0,0-1 0,-10 1-492,12-7 0,0 0 374,-8 7 1,13-3 0,-5 3 0,-22 6 470,0-2-353,-4 7 0,-6 1 0,-29 3 0,18-5 0,-6 5 0,4-7 983,6-1-866,-18 9-117,-10 1 0,68-18 0,-41 20 0,-1-7 0,1 0 0,-1 6 0,-6 6 0,22-17 0,5-2 0,23 14 0,-20-14 0,-5 2 0,-14 17 0,-31-6 0,-19 8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18.76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1256 1 24575,'29'8'0,"-11"18"0,-10 21 0,-7 13 0,-5 4 0,-4 5 0,0-1 0,1 13 0,-7 2 0,-11 7 0,-8 6 0,-5-13-492,-7-18 0,-10-4 246,2-2 0,-9 7 0,-3 0 0,5-5-82,1-4 0,2-4 0,-5 0 315,-3-2 0,-9 1 0,3-1 0,11-7 487,3 3 1,6-6-475,-6-4 0,11-10 493,29-16-493,-1 5 0,-39 6 0,21-9 983,-11 16-404,47-27-579,18 6 0,45-5 0,16-6 0,-12 0 0,7-2-246,-5 1 0,9-1 0,3-1 0,-4-1 36,12-4 1,-2-1 0,1-1 209,5 1 0,1 0 0,-6-1 0,11-5 0,-10 1 0,-23 6 0,-10 0 0,-1-8 0,-27 9 0,-11 1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19.46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24575,'47'0'0,"-11"0"0,-9 0 0,0 0 0,10 8 0,18 2 0,-6 9 0,4-9 0,-8 6 0,-6-6 0,23 17 0,6 26 0,-7-19 0,3 17 0,-43-41 0,-5-2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20.40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24575,'37'0'0,"0"8"0,8 2 0,-15 9 0,30 24 0,-27-10 0,12 12 0,-19-19 0,1-7 0,-15-1 0,13-8 0,-23 7 0,22-7 0,-20 0 0,13-2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21.53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1 149 24575,'49'-18'0,"-6"7"0,-8 3 0,-13 0 0,46-11 0,3 7 0,7-13 0,5 23 0,-44-6 0,-4 8 0,-25-9 0,23 7 0,6-6 0,10 0 0,-4 5 0,-18-5 0,-9 8 0,1 8 0,24 19 0,-11-4 0,22 20 0,-26-23 0,7 15 0,-23-15 0,13-1 0,-23-3 0,-2-6 0,-27 33 0,-14 1 0,-6 2 0,9-3 0,-1-2 0,-11 6 0,2-4 0,2 0 0,19-24 0,8-9 0,1-2 0,-1 0 0,0-6 0,9 7 0,2-9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22.02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24575,'18'28'0,"25"-1"0,6-8 0,17-1 0,-10-6 0,-1-2 0,4 1 0,34 1 0,-65-12 0,-9 0 0,-11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23.16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24575,'29'11'0,"-11"5"0,-1-14 0,1 23 0,3-21 0,5 20 0,-7-13 0,-1 7 0,1-8 0,-9 7 0,6-15 0,-14 6 0,6-8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23.99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19 24575,'28'-10'0,"-1"2"0,-17 8 0,-2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24.74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121 86 24575,'-21'18'0,"-4"-7"0,23 5 0,-14-6 0,-3 9 0,6-1 0,-11 0 0,30-7 0,-4-3 0,60-28 0,-12 2 0,10-2 0,23-3 0,12-2 0,-5 2 0,2 0 0,-3 3 0,-16 3 0,1 1 0,-16 6 0,-14 10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25.99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22 11 24575,'47'0'0,"15"-8"0,-21 6 0,-4 2 0,-21 10 0,-16 53 0,-12 30 0,3-19 0,-4 7 0,-7-8 0,-5 4 0,1-4 0,-2 9 0,0-3 0,-5 5 0,5-12 0,14-23 0,14-25 0,14-22 0,-2 51 0,6 7 0,-6 21 0,-6-9 0,-8-27 0,0-8 0,0 8 0,0-6 0,8-11 0,-6-3 0,14-23 0,-5 14 0,7-14 0,-8 7 0,-2-9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27.02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1 150 24575,'36'-10'0,"18"-15"0,19-4 0,-3-3 0,-7-3 0,-28 25 0,-8 2 0,2 24 0,-1 4 0,-1 34 0,-17-5 0,-2 22 0,-8-5 0,0-9 0,0-12 0,0-18 0,-8-17 0,-11 15 0,-10-13 0,-8 15 0,8-17 0,2-2 0,-8-8 0,-4 0 0,-17 8 0,16-6 0,14 7 0,17-9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29.03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0 291 24575,'37'-11'0,"16"3"0,33 8 0,-28 0 0,4 0 0,-3-3 0,5-2 0,30-10 0,8-4 0,-29 5 0,3-3 0,-4 1 0,16-8 0,-2 0 0,5 2 0,-11 3 0,-18 0 0,-13 0 0,-2 1 0,-12 7 0,-17 3 0,-8 0 0,7 6 0,-7-7 0,8 9 0,1 9 0,16 9 0,4 19 0,23 38 0,-32-35 0,-3 10 0,-3 26 0,-2 21 0,-1 8 0,3-7-246,1-17 0,1-3 0,1 2 0,-2 4 49,-5 2 0,-2 4 1,0 3-1,0-1 0,4-2 88,3-5 0,2-1 0,2-2 0,-1-1 0,-3-3 109,-1 2 0,-2-3 0,-1-1 0,1 1-246,4 10 0,0 1 0,0 0 0,0-2 107,-2-10 0,1-1 0,-2-3 0,-2-5 139,5 21 0,-3-8 0,-1-3 0,-4-8 0,-10-1 0,0 7 983,-6-28 0,15-10 0,-15-2 0,6-7-862,-8 29-121,0-15 0,0 23 0,0-18 0,0-8 0,0-5 0,-36-23 0,10-3 0,-46-6 0,-9-4 0,12 2 0,3 0 0,4 0 0,19 0 0,22 0 0,-6 0 0,8 0 0,1 0 0,-1 0 0,1 0 0,-1-8 0,-8-3 0,-2 1 0,-8-7 0,8 15 0,10-6 0,11 8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30.24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1 158 24575,'57'-39'0,"-12"4"0,-18 16 0,-1 9 0,23-10 0,-7 8 0,-2-2 0,-24 6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31.22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24575,'0'29'0,"0"-2"0,8-17 0,-6 6 0,23 3 0,-5 18 0,17 1 0,-8 7 0,-3-16 0,-15-10 0,-3-11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32.61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1 187 24575,'45'-19'0,"-14"1"0,12-1 0,-7 1 0,11-1 0,1 8 0,13-13 0,4 11 0,-5-14 0,-7 17 0,-26 2 0,-1 8 0,3 16 0,8 4 0,0 25 0,0 3 0,-1 7 0,-16-7 0,-3 3 0,12 24 0,-15-19 0,-1-2 0,5-5 0,-8-6 0,-2-25 0,-8 1 0,9-1 0,-7 1 0,6-1 0,-16 0 0,-19 9 0,-41 14 0,-19 7 0,5-6 0,21-15 0,42-19 0,11-8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47.15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24575,'23'92'0,"0"0"0,0-1 0,0 1 0,0 0 0,0 0 0,0-1 0,-1 1 0,1 4 0,1 4 0,-1 1 0,0 0 0,0-1 0,-2-3 0,-1-5 0,-2-6 0,-1 4 0,-2-7 0,-1-4 0,-1-1 0,1 3 0,1 4-141,2 7 1,2 7-1,0 3 1,0-1-1,-1-2 1,-2-7-1,-3-10 18,-1 4 0,-4-9 0,-1-5 0,1-5 0,7 36 0,-4-26 0,-11-53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48.61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1 944 24575,'28'10'0,"15"-1"0,24-9 0,-8-9 0,16-5 0,10-3 0,4 0-164,-8 3 0,5-1 0,5 0 0,4-1 0,4-2 0,4-1 65,-19 2 1,5-1 0,3-1-1,2-1 1,3-1 0,0 0-1,1-1 1,-1 1 0,-2 1-1,-2-1-11,2 0 1,-1 0 0,-1 1 0,-1-1-1,1 0 1,0 0 0,1 0 0,2 1-1,2-1 20,-5 3 1,3-1-1,2 0 1,2 0 0,1 1-1,0-1 1,-2 1 0,-1 0-1,-3 1 1,-3 0-1,-4 1-51,16-3 1,-4 0-1,-4 0 1,-2 1-1,-2 2 1,-2 0-1,-1 1-23,2 2 0,0 0 0,-3 2 0,-2 1 0,-4 0 0,-6 0-164,43-7 0,-10 2 0,-44 13-656,-55 10 492,30 59 0,7 33 164,-17-17 0,-4 9 0,2 17 205,-10-31 0,0 10 0,1 7 0,0 5 0,0 4 0,-1 1 0,1-1 0,-2-2 13,0-10 1,-1 0 0,1 1 0,-1 0-1,0 1 1,0 0 0,-2 2 0,-1 0-1,-1 1 11,-2-1 1,-1 2 0,-2 1-1,-1 1 1,0 1 0,-1-1-1,1 0 1,0-1 0,0-1-1,1-3-11,2 2 1,1 1 0,1-1 0,0 0-1,-1-2 1,0-3 0,-1-3 0,-1-5-1,-3-4 306,-1 13 1,-4-6-1,0-6 1,0-3 0,2-2 130,6 35 1,1-7 0,-3-28 655,-6-33 0,0-25 0,0 25 0,0-10 0,0 12 0,0-18 0,8-9 0,-6 9 0,-2-15 0,-18 4 0,-47-16 0,-10 0-976,-10 0 0,-6 0-7,29 0 0,2 0 0,-14 0 0,6 0 0,6 0 0,27 0 0,-19 0 0,19 0 0,-25 0 0,31 0 0,-8-8 0,17 6 0,3-6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50.03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0 896 24575,'65'-20'0,"1"-10"0,21-12 0,8-4 0,-5 3 0,-13 9 0,-2 2 0,3 0 0,7-6-141,-13 5 1,7-4-1,4-2 1,1-2-1,-1 2 1,-5 2-1,-5 4-105,11-5 0,-6 5 0,-2 1 0,-1 1 123,3-1 0,1 0 0,-5 3 0,-13 3 0,-11 3 0,-7 4 0,37-5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50.88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19 1 24575,'-8'36'0,"6"-7"0,-7-2 0,9 8 0,0-5 0,0 15 0,9 0 0,1 2 0,8 33 0,9-18 0,-15 9 0,5-50 0,-17-23 0,0-27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52.31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1 165 24575,'36'0'0,"9"0"0,22 0 0,2-8 0,-5 2 0,5-2 0,-8-9 0,3-2 0,21 3 0,0 2 0,-25 0 0,-5 1 0,40-8 0,-58 19 0,-11-6 0,29 0 0,-28 6 0,28-7 0,-37 9 0,-7 9 0,5 1 0,-6 0 0,9-2 0,-9 0 0,6 3 0,-5 7 0,15 25 0,3 6 0,0 25 0,-13-19 0,-2 0 0,-3 19 0,-5-19 0,0-2 0,2 13 0,-6-17 0,7-6 0,-9-17 0,0-5 0,0 5 0,0-7 0,-9-1 0,-1 9 0,-34 2 0,-5 16 0,-17-7 0,10-1 0,2-2 0,23-23 0,-4 5 0,16-9 0,-27-6 0,-5 14 0,-1-14 0,-12 3 0,-1-1 0,9-4 0,-6 0 0,0 0 0,6 0 0,-8-9 0,23 7 0,6-6 0,27 8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53.26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24575,'0'57'0,"9"-4"0,9 9 0,11-11 0,-1 12 0,-9-18 0,-11-16 0,-8-2 0,0-17 0,0-2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53.82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1 598 24575,'66'-11'0,"0"1"0,0-1 0,7-1 0,4-1 0,5-1 0,6 0 0,-7 1 0,5 0 0,3-1 0,4 0 0,3-1 0,1 1-123,-9 0 0,4 0 0,1 0 0,3-1 0,0 1 0,2-1 0,-1 1 0,0 0 13,-8 1 1,2 1 0,1 0 0,0 0-1,0-1 1,0 1 0,-2 1 0,-1-1-1,-2 0-31,12-2 1,-1 0-1,-1 0 1,-2 1-1,-2-1 1,-4 1-1,-3 0 31,10-3 1,-1 1 0,-5-1 0,-8 2-1,-12 2 1,12-2 0,-20 2 0,-18 0-1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54.38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24575,'37'18'0,"0"1"0,-9-9 0,-9 6 0,-3-14 0,11-2 0,4-18 0,-3 5 0,-11-3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54.91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670 1 24575,'29'8'0,"-11"27"0,-22 34 0,-10-21 0,-7 2 0,-5 9 0,-9 0 0,-15-7 0,-12 0 0,5-4 0,4 4 0,1-5 0,-27 4 0,6-9 0,28-18 0,18-24 0,8 0 0,-27 0 0,29 0 0,-20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55.53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1 596 24575,'61'0'0,"14"-10"0,8-3 0,-20 6 0,12 0-164,-1-1 0,17-1 0,11-1 0,4 0 0,-1-1 0,-7 2-33,-4 0 0,-5 1 1,0 1-1,7-2 0,11 0 115,-28 2 0,6-1 0,5 0 0,5 0 0,4-1 0,1 0 0,2 0 0,1 0 0,-2 0 0,-2 0 0,-2 1 0,-5 0-17,2 0 1,-2 0 0,-1 1-1,-2 1 1,-1-1 0,1 0-1,0 0 1,1 0 0,2-2-1,3 1 17,-3-2 0,3 0 0,2 0 0,2-1 0,1 0 0,0-1 0,0 0 0,-2 1 0,-1 0 0,-3 0 0,-2 1 0,-5 0-41,15 0 0,-2 0 0,-2 1 0,-4 1 0,-2-1 0,-2 0 0,-4 0 0,-4 0-74,18-4 0,-3-1 1,-5 0-1,-8 2 0,-11 2-295,31-7 0,-45 14-492,-69 22 820,-39 32 0,-8 3 0,17-14 0,-7 7 0,0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56.28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24575,'19'55'0,"-1"8"0,1 3 0,-1 8 0,-8-17 0,7-12 0,-15-35 0,2-59 0,0-21 0,-4 30 0,0-22 0,0-1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57.16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0 104 24575,'37'0'0,"36"0"0,-26-22 0,4-1 0,29 17 0,2 1 0,-13-18 0,-2 1 0,10 19 0,-5 6 0,-1-3 0,-6 0 0,-36 0 0,-3 0 0,-7 0 0,-1 9 0,9 1 0,-7 0 0,15 6 0,22 23 0,3 3 0,1 17 0,-18-30 0,-17 20 0,-5-33 0,2 40 0,-1 8 0,10-11 0,-11 5 0,-3 0 0,1-11 0,-11-2 0,-8 20 0,0-21 0,0 28 0,0-41 0,-25 4 0,-34-25 0,-12 1 0,-8-2 0,1-7 0,2-1 0,8 6 0,5-2 0,-9-5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58.35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1261 160 24575,'43'-37'0,"-2"8"0,11 8 0,4 3 0,19-4 0,10-8 0,-50 27 0,-26 52 0,-10 17 0,-7 17 0,-1 6 0,-5-2 0,-16-16 0,6-6 0,7-28 0,25-16 0,2-5 0,17-16 0,-7 0 0,-1 8 0,-36 2 0,-42 29 0,5-24 0,-11 13 0,-16 5 0,10-12 0,-11 0 0,-1 0 0,6-1-324,6 1 0,4-1 0,-5 2 324,-11 3 0,-10 3 0,4-2 0,14-6 0,11-7 0,9-1 0,-35 18 0,22-19 0,33-3 0,8 0 0,6 2 0,-14 1 972,14-3-972,-6 0 0,9-6 0,-1 14 0,9-14 0,1 7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59.08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24575,'81'20'0,"-31"-6"0,4 1 0,21 4 0,1 0 0,-14-1 0,-1 0 0,4-1 0,3 0 0,13 2 0,4 2 0,-22-2 0,2 2 0,3-3-328,15-5 0,4-3 0,4 2 115,-10 6 0,3 3 0,1-1 0,-1-5 213,-6-9 0,0-5 0,-1-1 0,0 3 0,-1 7 0,1 3 0,-1-1 0,-3-4-76,11-5 1,-3-5-1,-7 1 76,0 1 0,-5 0 0,10 1 0,0-2 0,-2-11 0,-3 0 0,-18 10 0,-4-2 0,41-29 983,-74 23-152,-11-9-582,-8-8-249,-17-2 0,5-8 0,-48 8 0,12 6 0,-8 0 0,-28 4 0,-7 4 0,-2-3 0,1 3 0,7 4 0,6 3 0,21 7 0,10 2 0,9-1 0,14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8:59.64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1 138 24575,'54'-28'0,"1"1"0,0-1 0,-6 3 0,-6 4 0,-26 12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9:00.23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8191,'57'17'0,"0"1"0,29 7 491,-33-9 1,4-2-1,20-8 1,0-1-1,-23 3 1,5 4-247,16-1 1,16 3 0,1 1 0,-15-2 245,-6 3 1,-4 1-443,17 3 1,8 2-1,-17-3 934,-10-1 0,-1 9 0,-25-15 0,-5 5-738,-23-9 1,-3-6 0,-8 6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9:11.01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515 297 24575,'20'-18'0,"33"-5"0,-20 4 0,34-4 0,-4 5 0,3 7 0,27-9 0,-14 8 0,6-2 0,-38 6 0,-12 8 0,8 0 0,-18 8 0,31-4 0,3 2 0,-22 13 0,13-9 0,-2-2 0,-27 3 0,22 5 0,-12-6 0,5 9 0,-9-9 0,0 6 0,9-6 0,3 9 0,6 7 0,0-5 0,-14 6 0,20-1 0,-12 11 0,8-6 0,-10 12 0,-2 2 0,-6-4 0,11 40 0,-2-21 0,3 25 0,-4-3 0,-9-22 0,-9 9 0,1 6 0,-18-13 0,-1 3 0,11 34 0,-11-44 0,-2-7 0,1-13 0,-8-17 0,-19 33 0,-41 8 0,11 10 0,-5 6 0,-2-14 0,-3 0 0,-3 10 0,3-2 0,24-24 0,2-8 0,-38 8 0,33-18 0,-5 0 0,-26 6 0,-6 0 0,-3 3 0,0 0 0,9-3 0,3-4 0,15-15 0,6-2 0,-5 4 0,9-10 0,-2-2 0,-14 7 0,-10-3 0,40-8 0,8 0 0,-18-25 0,-5 2 0,-14-31 0,17 7 0,-3-29 0,4 16 0,22 10 0,1-4 0,-4 1 0,0-4 0,0-22 0,3-2 0,8 11 0,2 1 0,-4 0 0,4 5 0,12-14 0,-7 14 0,9 0 0,0 15 0,0-13 0,9 14 0,9 1 0,27-32 0,12 17 0,-11 33 0,2 1 0,22-22 0,-18 38 0,4 3 0,-3-6 0,3-2 0,20-3 0,8 1 0,-5 1 0,7-1 0,-3 1 0,-8 1 0,-2 0 0,-1 1 0,-3 1 0,0 0 0,-7 2 0,-1 0 0,-11 5 0,-13 8 0,-11 0 0,9 0 0,-4 0 0,30 0 0,-4 9 0,9 9 0,-16 9 0,0 7 0,-12-2 0,-1 5 0,14 18 0,-3 1 0,11 14 0,-26-13 0,-5 3 0,4 24 0,-10-22 0,-2 3 0,-13-7 0,-3 2 0,4 6 0,-4 2 0,-13 3 0,-6 0 0,5-6 0,-6 1 0,-12-7 0,-8 1 0,1-2 0,-5 13 0,-6-2 0,-8-3 0,-9 1 0,2-4 0,-9 4 0,-5-5-246,13-22 0,-7-1 0,-2-1 0,5-4 181,3-2 1,4-4 0,-2-2 64,-12-1 0,-2-3 0,7-3 0,6 3 0,7-8 0,-22-14 0,5-8 0,-14-14 0,33-6 0,-1-7 0,-18-12 0,2-4 0,13 3 0,1-2 0,6 4 0,-1-4 0,4 6 0,9 6 0,2 2 0,-5-5 0,2 2 983,-4-21-789,22 10-194,2-35 0,8 11 0,2-5 0,6 7 0,3 0 0,-3-20 0,2 4 0,0 35 0,4 4 0,10-6 0,2 0 0,-4 5 0,4 1 0,12-2 0,4-1 0,-8-3 0,6 0 0,40-11 0,11 4 0,-15 12 0,3 1 0,-11 6 0,5-2 0,1 3-141,6 5 0,3 3 0,-7 2 141,-4-4 0,3 2 0,17 4 0,11 2 0,-12 2 0,-24 6 0,-3 1 0,28-2 0,-9 4 0,-27 7 0,-2 2 0,32 19 0,13 9 0,-2-2 0,3 3 0,-16-5 0,4 1 0,-6 0 0,8 5 0,-10-1 0,6 1 0,-25 5 0,0 5 423,24 21-423,-26-9 0,-2 1 0,7 13 0,-8 19 0,-23-25 0,0 22 0,-7 11 0,-12-15 0,-11 6-246,-10 5 0,-8 13 0,-6 4 0,-3-6 0,-2-13 0,-4-4 0,-3-2 0,0 1 34,-1 2 1,0 0 0,-2-3-1,-2-6 212,-12 3 0,-3-7 0,9-15 0,-14-10 0,-17-21 0,-8-8 0,30-3 0,-1-3 0,-5-1 0,-6-2 0,2-2 0,-20-10 0,4-4 0,16 4 0,0-7 0,3-13 0,-3-10 0,2-4 0,5-3 0,3-5 0,0-4-163,12 4 1,1-6 0,0 1-1,4 4 163,-3 2 0,2 5 0,7-3 0,-2-25 0,13 4 0,12 3 983,7-2 0,19-21-611,13 45 0,11 1-372,19-8 0,6 3 377,-12 8 0,3 3-377,26-5 0,11 8 0,-12 20 0,6 8 0,5 1-246,-5 0 0,6 0 0,0 2 0,-4-1 141,9-1 1,-3 2 0,-2 1 104,1 4 0,-2 1 0,-24 1 0,-31-1 0,-2 0 0,11 37 0,14 33 0,2 13 0,-7-8-328,-7-3 0,-6-1 0,4 5 250,10 4 1,7 7 0,-3 0 0,-11-5 77,-13-6 0,-8-3 0,-9-9 0,-11-8 0,-8-5 0,-19 41 0,-13-9 0,1-46 983,-37-18-757,-17-23-226,24-17 0,-9-10 0,4 3-395,1 5 1,2-2 394,-16-19 0,13-1 983,33 10-643,30-11-340,1-3 0,2-7 0,24 19 0,73-1 847,-35 25-847,0 1 0,-3 13 0,-14 62 0,-17-7 0,-38 24 0,-18 2 0,-17-2 0,1-21 0,-1-10 0,3-23 0,-10-26 0,18-27 0,-20-30 0,-1-11 0,30 26 0,3-1 0,-24-24 0,8-1 0,28-2 0,10 21 0,16 1 0,2 21 0,25 19 0,20 61 0,-4-8 0,-22-3 0,-6 2 0,-4 11 0,-19-10 0,-11-25 0,-16-3 0,-1-17 0,-29-32 0,-9-15 0,8 7 0,0-5 0,-13-21 0,5-4 0,21 15 0,12 1 0,17-29 0,28-11 0,40 15 0,-8 39 0,8 7 0,15 10 0,6 10 0,9 10 0,-2 6 0,-25 0 0,-3 5 0,3 7 0,-9 9 0,-12 43 0,-6 3 0,-34-4 0,-12 1 0,-3-17 0,-8-5 0,-15 7 0,-11-9 0,-16-12 0,-5-14 0,12-12 0,-1-10 0,-22-9 0,-5-24 0,37-8 0,-2-17 0,0-10 0,2-4 0,2 4-197,4 3 0,2 0 1,1-2-1,1-1 0,-1-1 0,-5-9 0,-2-3 1,2 0-1,2 1 0,8 5-40,4 3 0,2 2 1,9 5-1,12 12 237,26-28 0,36 52 0,20 13 0,-2 10 0,10 10 0,7 10-164,-13 7 0,6 7 0,5 6 0,2 5 0,2 5 0,-1 1 41,-6 0 0,1 3 0,2 4 0,1 3 0,0 2 0,-1 3 0,-1 3 0,-2 1 13,-4 0 1,-1 4 0,-1 3 0,0 2-1,-2 2 1,0 0 0,-1-1 0,-1 0-1,-2-2-13,1-1 0,2 0 0,-1 0 0,-2 0 0,-2-1 0,-4 0 0,-4 0 0,-6-1-74,8 21 0,-6 2 1,-7-2-1,-6-5 0,-7-9-62,13 23 1,-27-10 258,-52-6 0,-15-8 0,26-23 0,-7-5 0,-47 14 0,-9-14 0,-10-23 0,33-33 0,-12-14 0,-5-11 0,4-8 196,9-8 1,1-9-1,1-8 1,0-5 0,-1 0-190,11 13 1,-1-2-1,-1-2 1,1-2-1,-1-2 1,2-3-1,0-2-7,5 5 0,0-4 0,-1-3 0,0-2 0,2 0 0,1-1 0,3 3 0,4 1 0,3 5 0,0-10 0,5 3 0,3 2 0,2 2 0,2 0 0,0 1 196,-6-9 1,-2-2-1,4 4 1,6 5 0,12 10 270,11-16 1,23 17-468,25 22 0,19 13 0,7 13 0,12 9 0,1 6 0,-4 2 0,1 6 0,6 13-164,-17 6 0,7 9 0,3 6 0,0 5 0,-3 3 0,-7 3-33,5 11 0,-6 4 1,-3 6-1,-3 4 0,-1 4 56,-13-12 1,0 3-1,-2 4 1,-1 2-1,-3 2 1,-3 0-1,-5 0 115,2 10 0,-3 2 1,-5 2-1,-4-1 0,-8 0 1,-8-4 25,-10 5 0,-9-1 0,-8-2 0,-4-2 0,-4-3-204,-7 12 1,-5-2 0,-7-7 0,-5-11 203,-12-8 0,-8-12 0,-1-9 327,2-11 1,-1-8 0,7-10 655,-29-18-787,35-32 1,-10-20-1,-5-14 1,-1-7 0,4 1-338,15 10 1,1-5-1,1-3 1,0-2-1,-1-2 1,1 0-1,-2 1 0,-5-5 1,-3 0-1,0-1 1,0-1-1,1 0 1,3 1-1,2 0 5,-2-7 0,0-3 1,3 0-1,3 3 1,7 6-1,7 9 463,2-3 1,8 8 0,12 9 655,18-21-497,43 62 1,23 12-487,-2-1 0,12 2 0,6 5 0,-2 8-96,7 12 1,1 12-1,2 4 1,4 1 95,-15-10 0,6 2 0,2 0 0,-1 2 0,-4 3 0,-8 3 0,-5 5 0,-6 3 0,-3 3 0,-4-1 0,0 0 0,6 3 0,-2 0 0,-5-1 0,-8-2 0,4 17 0,-15-6 0,-5 20 491,-63-16 1,-15 0 491,-2 17-492,-20-22 1,-13-12-1,11-30 1,-5-16-239,-1-10 1,-8-10-1,-2-10-253,15-3 0,-2-7 0,-2-6 0,-2-4 0,0-1-164,-4-3 0,-3-5 0,-2-2 0,1-2 0,3 0 0,6 2-33,3-1 0,4 0 1,4 0-1,0 1 0,0 0 0,-1 1 0,-4-1 1,3 1-1,8 3 0,15 6 688,11-9 1,13 4-291,0 5 1,7-1-202,14-9 0,12 2 0,17 4 0,14 8 0,33 7 0,15 12 0,-20 10 0,5 6 0,3 8-246,-12 9 0,3 6 0,1 6 0,0 6 49,-4 5 0,1 5 1,0 6-1,-1 2 0,-3 2 183,-3 3 1,-2 3-1,-1 2 1,-1 0-1,-2 0 259,11 8 1,0 0 0,-5 0 0,-6-1 81,-5 1 1,-7 0 0,-7 8-231,-9 7 0,-4 9 0,-7 1 1,-4-6-426,-7-8 0,-6-4 0,-3 13 266,0-6 0,0 14 0,-1 9 1,-3 2-1,-3 0 0,-3-6 1,-5-10-185,-15 11 0,-7-9 0,-4-4 0,-1 5 68,7-4 0,-2 5 0,-1-1 0,-1-5 0,-3-13 178,-14 1 0,-3-12 0,3-15 491,4-17 1,1-12-29,3-9 0,-4-12-463,-21-18 0,-9-15 0,1-3-328,5-1 0,2-3 0,-4-9 227,11 3 0,-6-8 0,-1-4 0,3 0 1,8 4 100,7 5 0,5 3 0,4-1 0,2-5 147,0-14 1,2-7-1,5 1 1,3 9-148,-7-6 0,11 1 0,19 7 0,6-3 0,1 11 0,-7-11 0,12-5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9:24.01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362 609 24575,'0'-37'0,"8"-1"0,10 1 0,3 0 0,5 8 0,1-7 0,10 7 0,2 0 0,14 2 0,-14 17 0,-2 2 0,-3 8 0,12 8 0,5 10 0,3 2 0,7-3 0,-4 13 0,-7 1 0,-28-17 0,29 29 0,-20 2 0,6-4 0,-10 4 0,-17-10 0,-10 10 0,-11-4 0,-16 12 0,-10-8 0,-38 6 0,26-24 0,-1-2 0,3-3 0,1-3 0,-38 4 0,47-15 0,10-8 0,8 0 0,1 0 0,-37-34 0,-11-19 0,9-1 0,-3-7 0,-4-3 0,-5-6 0,7 5 0,1-3 0,7 3 0,12 6 0,7 9 0,8 12 0,17-7 0,2-3 0,8 0 0,0 11 0,0 10 0,0 9 0,0-1 0,0 0 0,0 1 0,8 7 0,-6-5 0,22 13 0,-19-5 0,11 8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9:25.29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703 144 24575,'46'-9'0,"-8"-1"0,44-9 0,-20 9 0,15 2 0,-24 8 0,0 8 0,-12 2 0,13 8 0,-9 9 0,2 18 0,0 21 0,-10 1 0,-19 13 0,-2-23 0,-14 15 0,-26 2 0,-18 2 0,3-40 0,-7-3 0,-1-2 0,-3-4 0,-10-7 0,-7-3 0,-5 4 0,-7 1 0,7-4 0,5-7 0,1 0 0,-28 14 0,13-4 0,43-19 0,11 6 0,17-16 0,-15 6 0,-4-14 0,-35-11 0,21 4 0,-9-13 0,6-46 0,22 15 0,-1-5 0,-7-5 0,0 0 0,7 3 0,5 6 0,-2-14 0,22 42 0,18-30 0,11 35 0,8-25 0,16 39 0,32-9 0,-21 18 0,9 0 0,-46 12 0,-17 0 0,-2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9:28.08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0 243 24575,'37'-8'0,"0"5"0,0-13 0,0 14 0,-9-6 0,-1 8 0,68 19 0,-22 6 0,-12-7 0,-1 4 0,15 27 0,-28-18 0,-2 12 0,-8-15 0,-1 26 0,1-5 0,-16-2 0,3-4 0,-13-6 0,-1 2 0,-2 14 0,-8-23 0,0 5 0,-8-8 0,-27 2 0,-15 7 0,-8-15 0,13 3 0,18-22 0,0-2 0,6-10 0,-6-17 0,-8-2 0,21 0 0,-11-14 0,25-24 0,0 4 0,0 12 0,0 2 0,0-3 0,0-2 0,8 19 0,19 6 0,3-8 0,15 8 0,-8 2 0,0 8 0,16 1 0,-12-1 0,29 0 0,-21 9 0,6-7 0,-18 15 0,-10-6 0,16 16 0,17 6 0,-8 1 0,1 2 0,23 8 0,-3 5 0,-47-3 0,9 18 0,-12 4 0,3 14 0,-18-16 0,-8-10 0,-16 23 0,-5-26 0,-11 4 0,-9-2 0,-42-1 0,8-5 0,-4-4 0,14-16 0,2-2 0,-2 5 0,3-3 0,-30-18 0,43-2 0,-21-17 0,28-10 0,0-2 0,-1-6 0,12 0 0,1-2 0,-20-11 0,2 1 0,5-14 0,-10-9 0,50 38 0,-9-45 0,12 10 0,8 14 0,-6 11 0,31 34 0,-27-1 0,27 9 0,-23 1 0,16 9 0,-13 0 0,3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9:29.81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464 19 24575,'66'-10'0,"-11"2"0,-10 16 0,0-6 0,-6 14 0,14 3 0,-14 1 0,-2 7 0,-2-1 0,-15 11 0,7 10 0,-9 17 0,-8-7 0,-1-2 0,-9-1 0,0-7 0,-9 16 0,-1-14 0,-17 4 0,-2-16 0,-17-8 0,-1-2 0,-10-7 0,-2-3 0,-3-2 0,5 0 0,0-3 0,-2-12 0,-8 0 0,-10 0 0,19-8 0,12 6 0,19-15 0,0-1 0,-2-3 0,0-14 0,-6-2 0,14-55 0,3 25 0,9-17 0,9 41 0,17-3 0,3 5 0,33-13 0,16 9 0,-9 14 0,22 5 0,-33 18 0,42 28 0,-47 0 0,2 5 0,31 16 0,1 5 0,-22-3 0,-2 1 0,6-2 0,-6-4 0,-5-1 0,-31-13 0,-10-5 0,-8 18 0,-16-7 0,12 5 0,-29-16 0,20-9 0,-14-2 0,-8-8 0,-12-17 0,-14-9 0,0-4 0,6-9 0,-3 3 0,10 1 0,36 14 0,-15-14 0,8 14 0,9 3 0,1 9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9:32.98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84 19 24575,'37'-8'0,"-9"6"0,-1-6 0,-9 8 0,9 0 0,10 0 0,2 0 0,-3 0 0,-9 0 0,-9 0 0,9 0 0,26 0 0,-10 0 0,11 0 0,-28 8 0,1-6 0,10 31 0,2-19 0,6 29 0,0-6 0,2 18 0,-5 22 0,2-17 0,-29-8 0,-2-3 0,15-3 0,-14 27 0,-6-44 0,-8-2 0,0 7 0,-8-3 0,-11 6 0,-26-2 0,3-15 0,-28 7 0,4-9 0,-2-8 0,-4-1 0,16-9 0,7 0 0,-2 0 0,-16 0 0,-17 0 0,49 0 0,17 0 0,-1 0 0,-16-17 0,4-4 0,-6 1 0,10-14 0,8 5 0,-8-18 0,14-37 0,-11 30 0,22-36 0,1 40 0,12-14 0,15 8 0,11 9 0,-6 10 0,12 18 0,-14 11 0,7 8 0,1 0 0,-8 0 0,6 0 0,10 8 0,28 27 0,-11-3 0,7 13 0,-40-18 0,-2-9 0,-17 1 0,6-9 0,-14 6 0,7-5 0,-18-1 0,-1-2 0,-9-8 0,-16-8 0,4 6 0,-6-15 0,10 15 0,16-6 0,3 8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9:34.86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54 186 24575,'37'-8'0,"-1"-2"0,26-9 0,-27 8 0,16 3 0,-8 8 0,-10 0 0,36 0 0,-36 0 0,10 0 0,-16 8 0,9 3 0,3 15 0,6 3 0,-16 8 0,13 28 0,-19-5 0,11 25 0,-24-36 0,-1-6 0,-9-16 0,-9-7 0,-18 23 0,-4-12 0,-14 6 0,-1-11 0,-10-15 0,-21-3 0,0-8 0,7 0 0,25 0 0,1-8 0,5-11 0,-17-10 0,17-8 0,4 8 0,24 2 0,-5 8 0,14 0 0,-23-32 0,12 16 0,-5-36 0,10 24 0,24-17 0,-4 22 0,23-17 0,-6 27 0,8-5 0,16-6 0,-12 20 0,20-4 0,-30 19 0,28-1 0,-26 7 0,20-6 0,-16 8 0,0 8 0,8 2 0,-6 9 0,-11-1 0,-3-8 0,-15 7 0,17 1 0,2 11 0,-9 0 0,5 5 0,-15 3 0,0 19 0,-2 1 0,-16-2 0,-2-10 0,-9-24 0,0-5 0,9-8 0,2-6 0,8 6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9:38.41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245 52 24575,'29'-11'0,"-2"3"0,-9 8 0,1 0 0,-1 0 0,9 8 0,10 3 0,1 15 0,7 11 0,-16-6 0,6 4 0,-15-9 0,7 3 0,-9 16 0,-7 2 0,-3 16 0,-8-13 0,0 11 0,0-22 0,-8 6 0,-19-8 0,-21 8 0,-1-6 0,-5-2 0,8-11 0,7-16 0,-15-1 0,23-9 0,-21-17 0,13-12 0,-1-11 0,0-4 0,-5-4 0,-15-23 0,50 52 0,2-33 0,16 1 0,10-24 0,11 12 0,16 15 0,2-6 0,8 15 0,-7 2 0,-3 10 0,16 0 0,-26 14 0,24-12 0,-38 23 0,5-6 0,-7 8 0,-1 0 0,-8 8 0,23-6 0,-2 23 0,8-13 0,-13 15 0,-9 16 0,-15-2 0,6 22 0,-16-24 0,-11 4 0,-10-22 0,0 5 0,-6-16 0,14-1 0,-14-18 0,6-9 0,-9-20 0,9-1 0,11 2 0,10 18 0,8 11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9:39.38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511 1 24575,'29'8'0,"-3"11"0,-15 9 0,5 17 0,-14 47 0,6 2 0,-11-31 0,-2 0 0,-6 25 0,-7-21 0,-1-30 0,-8-10 0,-10-1 0,-39-1 0,6 10 0,0-19 0,27 1 0,24-17 0,1 0 0,-9 0 0,-2 0 0,-9 0 0,1 0 0,8 0 0,11 0 0,9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9:40.26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56 0 24575,'-20'27'0,"3"1"0,9 1 0,6 14 0,-7-12 0,9 22 0,0-14 0,9-2 0,1-3 0,0-13 0,7-3 0,-15-1 0,14-15 0,-14 6 0,6-8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9:41.34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24575,'29'0'0,"-3"8"0,1-6 0,-6 15 0,5-15 0,-7 14 0,7-6 0,-5 9 0,14-1 0,-7 9 0,9 1 0,-8 9 0,5 0 0,-5 8 0,8 2 0,-8 0 0,5-2 0,-13-8 0,6 16 0,-9-3 0,-8 13 0,-2-16 0,-8-2 0,0 25 0,-8-33 0,-6 58 0,-6-51 0,6 23 0,6-30 0,8-11 0,-8-15 0,6 5 0,-15-14 0,15 6 0,-6-8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9:42.33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24575,'29'0'0,"-3"0"0,1 0 0,10 17 0,-7-5 0,13 15 0,-22-9 0,22 9 0,-21-7 0,13 7 0,-16-9 0,-1 1 0,0-1 0,-7-8 0,-3-2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9:43.86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1 316 24575,'52'-21'0,"-1"1"0,3-5 0,-1 0 0,-7 3 0,-2-1 0,3-2 0,-2 1 0,12-5 0,-2 2 0,-10 9 0,-16 7 0,14-5 0,-21 13 0,13-13 0,-16 14 0,-1-6 0,1 8 0,7 0 0,11 0 0,2 0 0,6 0 0,0 0 0,-14 0 0,12 0 0,2 0 0,52 23 0,-14-17 0,6 18 0,-46-15 0,-25-7 0,9 22 0,-15-12 0,13 23 0,-23 30 0,-4 9 0,-2 20 0,-6-3 0,-6-17 0,-4-3 0,0 6-210,6 7 1,2 7 0,-1-2 0,-3-10 209,-16 10 0,0-12-38,15-14 0,5-9 38,2-6 0,-7-22 0,15-10 0,-15-13 0,-10 21 833,-12-3-833,-17 15 80,9-7-80,1-2 0,17-9 0,2-8 0,0-1 0,-2-9 0,-8 0 0,16 0 0,5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9:45.14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282 373 24575,'-29'-29'0,"10"2"0,11 9 0,0 7 0,-3-5 0,1 5 0,-7-16 0,15 7 0,-14 1 0,14 2 0,-15 7 0,7-9 0,-9-8 0,0-2 0,9 0 0,-6 2 0,13 9 0,-13 7 0,22 3 0,4 41 0,11 8 0,-3 16 0,-2-12 0,-14-10 0,7 10 0,-9-4 0,-9 12 0,-9-16 0,-11 0 0,8-9 0,-4-9 0,15-11 0,-1-8 0,3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9:46.03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1 399 24575,'47'-40'0,"26"-7"0,-26 20 0,2 0 0,29-20 0,-32 20 0,-3 1 0,2-1 0,-6 8 0,6 9 0,-16-7 0,-3 15 0,1-6 0,10 0 0,-6 6 0,-5-15 0,-9 15 0,-7-6 0,8-1 0,9-1 0,-7 0 0,-1 1 0,-11 9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09:47.30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1 636 24575,'50'-16'0,"1"1"0,10-4 0,7-3 0,0 1 0,6-2 0,0 2 0,-2 1 0,0 2 0,-2-1 0,20-9 0,0 1 0,-19 11 0,3 1 0,-7 0 0,-4-2 0,-2-1 0,18-4 0,-4-1 0,19-6 0,-4 2 0,-29 9 0,25 7 0,-37-5 0,23 5 0,-6-7 0,7-1 0,-15 9 0,-5 1 0,16 1 0,-7-2 0,-8 1 0,2-1 0,22-9 0,8 9 0,-23-7 0,-24 15 0,-12-6 0,-19 8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47:35.53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2746 0 24575,'80'0'0,"0"0"0,0 0 0,-6 0 0,4 0 0,5 0 0,2 0 0,1 0 0,-4 0 0,3 0 0,1 0 0,2 0 0,1 0 0,0 0-547,8 0 1,3 0 0,1 0 0,-1 0 0,0 0 0,-3 0 10,-6 0 1,-1 0 0,-1 0-1,-2 0 1,-1 0 0,-2 0 535,4 0 0,-2 0 0,-2 0 0,-1 0 0,-1 0 69,16 0 1,-2 0 0,-1 0 0,-3 0-70,-11 0 0,-3 0 0,-1 0 0,-1 0 268,14 0 1,-2 0 0,-1 0-269,-5 0 0,-2 0 0,-1 0 0,-7 0 0,-1 0 0,-1 0 0,-2 0 0,0 0 0,0 0 0,0 1 0,1 1 0,-1 1-21,32 4 1,-1 2 20,-8 2 0,-4 2 1577,-16 0 1,-5 1-1578,-12-2 0,-3 1 1524,41 13-1524,-33-9 0,4 2 0,21 5 0,5 1 0,-22-7 0,2 1 0,-1 0 0,-2-1 0,-1 1 0,-3-1 354,12 4 1,-6 0-355,24 15 57,-27-5-57,0 2 0,-5 1 0,-9-2 0,-15-2 0,-15-2 0,-6 8 0,2 19 0,10 38 0,-6-24 0,1 8 0,-5-12 0,1 5 0,-2 0-219,1 7 0,-1 2 0,-1 0 219,-3-2 0,0 0 0,-3-2 0,-1-7 0,-3 0 0,0-5 0,-1 14 0,-1-5 0,-3-9 0,0-2 0,-2-3 0,-2 3 0,-9 14 0,-4 7 0,-2-4 0,-2 6 0,-2 3-467,1-13 0,0 2 0,-2 2 0,0 1 467,-2 8 0,-2 2 0,0-1 0,1 0 0,1-6 0,0 0 0,1-3 0,-1-3 192,-3 6 0,0-5 0,-1-5-192,-6 12 0,-2-13 0,-26 1 0,-3-45 0,-12-18 0,-14-8 964,39-5 1,-3-2-965,-23-3 0,-18-2 0,26 5 0,-11 0 0,-9 0 0,-6 1 0,-4 2 0,-4 3-298,27 0 0,-4 2 0,-3 1 0,-2 1 0,-3 1 0,-2 1 0,-2 0 0,-1 1 1,-1 1-1,-2 0 0,1 1 79,10-1 1,-1 0-1,-1 1 1,-2 1-1,0 0 1,-2 1-1,-1 0 1,-1 0-1,0 1 1,-1 0 0,0 1-1,-1 0 1,1 0-1,0 1 1,-1 0 25,6-1 0,-1 1 0,-1 0 1,-1 0-1,0 1 0,-1 0 0,0 1 1,-1 0-1,1 0 0,0 0 0,1 1 1,-1-1-1,2 1 0,0 0 0,1 0 1,2 0-1,0 0 88,-8 3 0,0 0 0,0 0 0,1 1 0,0 0 0,1 1 0,1-1 0,1 0 0,1 0 0,1 0 0,1 0 0,2-1 0,1 0 0,2-1-78,-13 3 0,0-1 0,2 1 0,2-1 1,2 0-1,1-1 0,3 0 0,3-2 1,2 0-1,3-1 183,-18 4 0,4 0 0,3-2 0,5-1 0,5-3 0,7-1 0,-17 0 0,10-2 0,8-4 0,4-3 0,7-5 1638,9-8 0,4-6-1283,-38-29 1283,46 13 0,5-6-561,2-8 0,5-7-1077,0-13 0,3-6 0,1-16 0,4-6 1010,7 18 0,2-3 0,1-3-1010,1-9 0,0-4 0,3-1 0,1-5 0,1-1 0,2-1-404,1 20 1,1-1-1,1 0 1,0-1 403,0-1 0,1-2 0,0 1 0,1-1 0,0-1 0,1 0 0,1-1 0,0 1 0,2 1 0,1 0 0,0 1 0,2 2-198,3-17 0,1 3 1,4 4 197,0 14 0,3 2 0,1 6 0,8-9 0,2 9 0,-4 21 0,2 5 938,25-16-938,19 6 0,-18 20 0,7-1 0,-4 3 0,5-2 0,5-1-70,-1 3 1,4 0 0,3-1 0,2 0 69,11-4 0,4 1 0,1-1 0,3 1-377,-11 4 0,3 1 0,1-1 0,0 1 0,-1 2 377,-2 0 0,1 1 0,0 1 0,-2 1 0,-2 1 0,10-3 0,-2 0 0,-3 3 0,-4 1 0,7 0 0,-5 2 0,-8 4 0,-2 3 0,-11 3 0,5 3 0,-37 9 1719,-15 0-1719,-3 0 2770,9 0-2770,60 0 0,-2 0 0,3 0 0,-30 0 0,0 0 0,12 0 0,0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47:37.96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2569 1 24575,'65'0'0,"-1"0"0,16 0 0,6 0 0,-8 0 0,4 0 0,3 0-479,6 0 0,2 0 1,-1 0 478,-5 0 0,-2 0 0,-3 0 0,-10 0 0,-4 0 0,-5 0 233,2 0 1,-10 0-234,8 0 238,-27 0-238,6 0 0,33 11 0,-11 7 0,8 7 0,-7 1 0,4 6 0,3 3-316,12 8 0,4 4 1,0 2 315,-15-9 0,0 2 0,1 1 0,-2 0 0,-5-3 0,0 2 0,-2-2 0,-2 0-27,8 4 1,-2-1 0,-5-2 26,11 10 0,-6-3 0,-20-13 0,-2 1 0,1 4 0,1 4 0,14 13 0,4 8 0,-9-6 0,3 5 0,2 4-548,-5-5 0,2 3 0,2 3 1,0 1 547,-6-9 0,0 2 0,1 0 0,1 2 0,-1-1 0,1 3 0,-1 0 0,1 1 0,-1-1 0,0 0 0,-2-3 0,0 1 0,-1-2 0,-1 0 0,-2-2 0,5 7 0,-2-2 0,-2-1 0,-3-2 491,2 4 1,-3-3 0,-5-4-492,1 5 0,-8-8 76,-3 8-76,-23-28 0,-8-8 0,-2 0 2397,-5-1-2397,-9-2 0,-14 0 0,-25-5 0,-25-4 0,29-9 0,-3-1 0,-8-1 0,-2 1 0,4-1 0,-1 0 0,1-1 0,1 2 0,2 0 0,-4 2 0,-4 3 0,-7 2 0,-9 5-656,2 1 1,-7 4-1,-6 2 1,-5 3 0,-4 0 428,15-4 0,-4 1 0,-3 2 0,-3 1 0,-2 0 0,-3 1 0,0 0 0,-2 0-71,14-5 0,-1 1 0,-2 1 0,-2 0 0,-1 0 0,0 0 0,-2 1 0,1-1 1,-1 1-1,1-1 0,0 0 146,6-1 0,-1-1 1,-1 1-1,0 0 0,0 0 1,0 0-1,0 0 0,1 0 1,-1-1-1,2 0 1,0 0-1,1-2-116,-9 4 1,-1-1-1,1-1 1,1 0-1,0 0 1,1 0-1,1-2 1,1 1-1,2-2 1,2 0 267,-6 1 0,1-1 0,1-1 0,2 0 0,2-1 0,2-1 0,2 0 0,2-2-122,-6 1 0,2-1 1,3-1-1,2-1 0,3-1 1,2-2 121,-13 1 0,4-2 0,4-1 0,4-3 759,-4 0 1,5-3-1,5-2-759,-8-1 0,7-2 3276,-27 1-2013,31 0 2013,26 0-1738,11-6 426,2-7-1964,-5-10 0,-8-17 0,-9-11 0,-7-12 0,5-5 0,6-2 0,10-12 0,12-13 0,14 36 0,2-3 0,3-10 0,1-4 0,1-12 0,2-4 0,0 24 0,1-2 0,0 0 0,1 1 0,0 0 0,0 1 0,0-24 0,0 5 0,0 19 0,0 5 0,0-30 0,0 9 0,0-13 0,2 41 0,0-1 0,3-2 0,1 1 0,-1 7 0,2 2 0,12-33 0,7 0 0,8-9 0,-4 23 0,5-7 0,-4 8 0,3-5 0,4-2-374,-3 9 0,3-1 1,3-1-1,0 0 374,3-4 0,2-1 0,0 1 0,1 2 0,9-11 0,0 3 0,1 4-252,-5 12 1,2 4 0,0 3 251,0 4 0,1 3 0,3 1 0,10-2 0,5 3 0,3-1-406,-9 5 0,3 1 0,1-1 1,2 1 405,4-2 0,3 1 0,-1 1 0,0 1 0,-5 3 0,1 2 0,-2 0 0,-2 3 0,10-4 0,-3 2 0,-5 5 0,7 0 0,-9 7 1307,10 7-1307,-41 13 0,-24 2 0,-9 1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47:41.34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6096 983 24575,'0'62'0,"0"-9"0,0 8 0,0 24 0,0 6 0,0-25 0,0 2 0,0-1 0,0 26 0,0-5 0,0-21 0,0-6 0,-5 26 0,-13-13 0,-2-18 0,-3 7 0,-6 22 0,-3 7 0,8-25 0,0 2 0,0 1 0,1-1 0,1 0 0,1-4 0,-2 9 0,2-8 0,-10 20 0,15-36 0,-2-24 0,0-8 0,-3-8 0,-4-7 0,0-3 0,-4 1 0,4-1 0,1 0 0,0 0 0,5 0 0,-1 0 0,1 0 0,1 0 0,-8 0 0,-46 11 0,8 0 0,-8 2 0,-16 5 0,-3 0 0,-2 1 0,3-1 0,18-5 0,6-3 0,-13 2 0,17-12 0,-38 0 0,27 0 0,-7 0 0,-12 0 0,-4 0 0,27 0 0,-1 0 0,0 0-225,-1 0 1,1 0 0,-2 0 224,-4 1 0,-3-1 0,-2-1-585,-15-1 1,-4-1 0,-3-2 584,17-1 0,-3 0 0,-1-1 0,0-1 0,-5-2 0,-1 0 0,-1-1 0,2-1 0,2-1 0,0-1 0,2 0 0,2-1 0,11 1 0,2 0 0,2 0 0,3-1-13,-6-1 0,5 0 0,3 0 13,-14-5 0,2 2 0,3 4 0,-1 2 0,-12 2 0,-3 0 0,27 4 0,0-1 0,0 1 0,-27-3 0,5-1 0,18-1 0,7-1 0,-20-6 613,22-2-613,-8-7 1808,-11-5-1808,4-6 44,15 6-44,25 0 0,15 0 0,7-7 0,4-8 0,4-2 0,3-2 0,1-2 0,3-1 0,0-3 0,0-5 0,0-4 0,3-6 0,5 2 0,9 3 0,9 8 0,4 10 0,8 2 0,9 5 0,8 5 0,12 5 0,13 4 0,-29 11 0,4-2 0,21-8 0,7-4 0,-9-1 0,5-5 0,3-2-658,-7 3 0,3-3 0,2-1 0,2-2 658,-8 4 0,3-2 0,0 0 0,1-1 0,2 0-522,5-3 0,1 0 0,2 0 1,-1 0-1,0 1 522,-1 3 0,-1-1 0,1 2 0,-2 1 0,0 1 0,-5 4 0,-1 0 0,-1 2 0,-1 1 0,-1 2-133,5-1 1,-2 1-1,-2 3 1,-4 2 132,3-1 0,-4 3 0,-5 4 0,7-1 0,-9 5 0,18 1 2169,-14 9-2169,17-3 0,-25 1 0,5-2 0,19-5 0,5-2 0,-21 3 0,2-1 0,1 1 0,0-1 0,1 1 0,-1 1 0,-3 1 0,-1 1 0,-1 1 0,22 0 0,-2 4 1444,-8 1 1,-2 1-1445,0 2 0,-1 0 356,0 0 1,1 2-357,4 3 0,1 4 0,0 3 0,-1 4 0,-3 2 0,-3 4 0,-6 1 0,-5 3 0,-13-4 0,-6 2 0,23 23 0,-23 2 0,-15 0 0,-8 2 0,-3 0 0,3 7 0,9 15 0,2 10 0,-1 5 0,-6-6 0,-11-15 0,-2-13 0,-5-12 0,-3-2 0,-1-4 0,-3-1 0,0-2 0,-2-10 0,-8-7 0,-27-16 0,-17-19 0,-3-3 0,0 4 0,11-2 0,-1-1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47:44.73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0 165 24575,'23'0'0,"-2"1"0,0 2 0,0 1 0,4-1 0,1 0 0,3-3 0,0 0 0,-1 0 0,1 0 0,5 0 0,11 0 0,19 0 0,23 0 0,9 0 0,3 0 0,-7 0 0,-19 0 0,-16 0 0,-18 0 0,-10 0 0,-3 0 0,-3 0 0,-4 0 0,-7-5 0,-4-14-820,-5-47 1,-2 35 0,-1-27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47:45.91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24575,'0'64'0,"0"-1"0,0 14 0,0 11 0,0 5 0,0-18 0,0 4 0,0 3 0,0 2 0,0 1-656,0 11 1,0 2-1,0 2 1,0 0 0,0-1 221,0-2 1,0 1-1,0-1 1,0-2-1,0-2 434,0 8 0,0-2 0,0-2 0,0-5 0,0 10 0,0-4 0,0-5 0,0-17 0,0-3 0,0-4 816,0 14 0,0-6-816,0-15 0,0-4 881,0 30-881,0-26 0,0-28 0,0-34 0,0-19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47:47.91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327 1 24575,'0'70'0,"0"-4"0,0 9 0,0-10 0,1 5 0,-4 4 0,-4 17 0,-4 6 0,-3-1 0,-1 1 0,-3 0 0,-2-1-425,-3-6 1,-2 0 0,0-4 424,0-12 0,0-2 0,2-5 207,0 6 1,3-8-208,-6 18 211,15-43-211,4-22 0,3-11 0,1-8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47:49.53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24575,'0'40'0,"0"-9"0,0-10 0,0-5 0,0 2 0,0 5 0,0 5 0,0 0 0,0 1 0,0-1 0,0-3 0,0-1 0,0-3 0,0-3 0,0 1 0,0-2 0,5 3 0,5 4 0,4 1 0,4 3 0,0 1 0,0 0 0,0-1 0,-1 1 0,-3 0 0,1-4 0,-4-11 0,-4-5 0,-4-11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47:51.08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24575,'0'58'0,"0"4"0,0-1 0,0 13 0,0 3 0,0 1 0,0 5 0,0-13 0,0-8 0,0-16 0,0-12 0,0-12 0,0-15 0,0-33 0,0 11 0,0-16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47:53.54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24575,'49'0'0,"5"0"0,-4 0 0,-9 0 0,-22 0 0,-7 0 0,-2 0 0,11 0 0,10 3 0,8 1 0,2 3 0,-7 0 0,-4-3 0,-2-1 0,1-3 0,2 0 0,3 0 0,2 0 0,-1 0 0,0 0 0,3 0 0,9 0 0,5 3 0,-1 1 0,-7 0 0,-12-1 0,-9-1 0,-9 3 0,-4 1 0,-5 3 0,-2 0 0,0 1 0,-3 5 0,0 3 0,0 6 0,0 6 0,0 10 0,0 8 0,-3 9 0,-2 3 0,-4 4 0,-2 5 0,4 10 0,4-29 0,2 2 0,0 5 0,2 1 0,-1 4 0,0 0 0,0 4 0,0 0 0,0-6 0,0-2 0,0-3 0,0-2 0,0 41 0,0-13 0,0 6 0,0 10 0,0 1 0,0-45 0,0-2 0,0 41 0,0-16 0,0-11 0,0-19 0,0-13 0,0-14 0,-12-34 0,-21-67 0,-12 27 0,-3 0 0,24 6 0,0 3 0,-14 12 0,1 1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47:55.11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24575,'57'0'0,"-2"0"0,-1 0 0,-11 0 0,-11 0 0,-3 0 0,-1 0 0,0 0 0,-4 0 0,-4 0 0,-11 0 0,-3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47:56.59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24575,'56'0'0,"3"0"0,7 0 0,6 0 0,-5 0 0,-7 0 0,-15 0 0,-25 0 0,-7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47:58.16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5 24575,'86'0'0,"-10"0"0,-10 0 0,-13 0 0,-4 0 0,2 0 0,10 0 0,2 0 0,-2 0 0,-10 0 0,-11 0 0,-12 0 0,-9 0 0,-3 0 0,-7-2 0,-2 2 0,-3-2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47:59.81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24575,'0'38'0,"0"-5"0,0 1 0,0-5 0,0-4 0,0-2 0,0-4 0,2-5 0,1 1 0,0-4 0,-1 2 0,0-1 0,1-8 0,-1 1 0,0-7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48:02.29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24575,'0'45'0,"16"21"0,21 9 0,-10-31 0,5 0 0,3-5 0,1-2 0,28 26 0,-14-15 0,-12-15 0,-10-12 0,-5-13 0,-3-5 0,-1-3 0,1 0 0,2 0 0,8 0 0,10 0 0,17 5 0,27 6 0,-33-5 0,2 1 0,8 2 0,2-1 0,4-2 0,-1 0 0,-1-1 0,-2-1 0,-2 1 0,-2-1 0,-7 0 0,-2-1 0,36 3 0,-19-3 0,-17-3 0,-9 0 0,-10 0 0,-2 0 0,-1 0 0,6 0 0,13-4 0,13-2 0,21 0 0,8-2 0,-1 2 0,-8 1 0,-21 1 0,-13 4 0,-13 0 0,-13-2 0,-7-3 0,-8-2 0,-5-4 0,0-2 0,0-2 0,0-1 0,0-2 0,0 0 0,0-3 0,-3-3 0,-3 1 0,-5 2 0,-1 6 0,1 6 0,0 3 0,-3 0 0,-5 1 0,-4 0 0,-8 2 0,-7 3 0,-7-2 0,-9-3 0,-3-1 0,6-2 0,1-2 0,12-2 0,6 0 0,5 1 0,1 5 0,-66 2 0,57 1 0,-45 3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48:03.63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24575,'72'22'0,"0"4"0,-8 6 0,-12-4 0,-14-9 0,-14-7 0,-5-12 0,-8-13 0,-17-19 0,5 10 0,-10-4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48:05.11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24575,'37'0'0,"7"0"0,-5 0 0,2 0 0,-10 0 0,-7 0 0,0 0 0,7 0 0,12 10 0,11 15 0,8 16 0,8 27 0,-32-28 0,0 2 0,1 4 0,-1 1 0,-1 1 0,0 1 0,-4-6 0,-2-1 0,18 27 0,-15-19 0,-14-13 0,-11-12 0,-4-7 0,-2-3 0,-9-14 0,-13-15 0,5 6 0,-5-9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48:08.49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24575,'45'40'0,"-8"-1"0,-2-3 0,-8-6 0,-5-13 0,-7-25 0,-6 6 0,-8-15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48:10.09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0 400 24575,'18'-11'0,"2"-4"0,0-7 0,26-6 0,6 11 0,10 2 0,28-3 0,11 2-713,-13 2 0,5 1 1,4 1 712,-15 3 0,2 1 0,1 1 0,-2 0 0,-2 0 0,0 0 0,-1 0 0,-2 0 0,16-1 0,-1 0 0,-6 0 256,17 0 0,-10 0-256,-32 1 0,-7 0 0,16-1 0,-35 4 0,-16-2 0,-7-3 1626,-7 2-1626,-3-4-820,-23-17 1,15 18 0,-15-13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48:11.58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1068 0 24575,'0'38'0,"-2"32"0,-13 27 0,4-46 0,-1-1 0,-15 34 0,3-34 0,9-22 0,2-8 0,1-8 0,0-4 0,-19 5 0,-34 15 0,20-9 0,-3 2 0,-15 7 0,-4 2 0,-6 3 0,-2 3 0,2-1 0,0 1 0,6-1 0,3-1 0,15-7 0,5-3 0,-8 3 0,29-19 0,13-7 0,7-4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48:13.01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24575,'64'23'0,"13"14"0,-31-14 0,0 3 0,-1 1 0,-2 2 0,32 20 0,-21-9 0,-14-7 0,-9-7 0,-6-1 0,0 1 0,1 3 0,9 5 0,0 2 0,6 5 0,0 0 0,-1-2 0,10 7 0,8 7 0,10 9 0,6-1 0,-5-3 0,-5-9 0,-4-6 0,-5-3 0,-1-6 0,-6-1 0,-7-2 0,-7-4 0,-5-5 0,0-5 0,0-3 0,-2-2 0,-2-2 0,-4-2 0,-4-1 0,-5-11 0,-18-33 0,-44-34 0,24 19 0,-25-1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48:14.41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24575,'18'7'0,"-1"-1"0,-7 2 0,-3-6 0,-4 0 0,-2-3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48:15.66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24575,'0'0'0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48:36.21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507 379 24575,'-47'-25'0,"0"-1"0,-5-3 0,-1-3 0,-5-4 0,1-2 0,6 3 0,5 2 0,-3-3 0,22 8 0,17 11 0,7 3 0,1 2 0,0 2 0,1 5 0,0 3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48:38.26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165 6 24575,'-22'-5'0,"-2"5"0,7 8 0,0 3 0,1 1 0,6 1 0,-1 0 0,1 0 0,3-1 0,1 0 0,0 0 0,2 1 0,0 3 0,1 3 0,3-2 0,-3-3 0,2-6 0,-2-5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48:40.93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24575,'76'0'0,"-2"0"0,9 0 0,7 0 0,2 0 0,6 0 0,-9 0 0,-16 0 0,-15 0 0,-20 0 0,-12 0 0,-9 0 0,-2 0 0,29 0 0,4 0 0,8 0 0,23 0 0,9 0 0,-16 0 0,2 0 0,2 0 0,2 0 0,1 0 0,-2 1 0,-8 0 0,-2 1 0,-3 1 0,12 0 0,-8 0 0,19 5 0,-45 2 0,-25-1 0,-8 3 0,-6 2 0,-3 1 0,0 1 0,0 1 0,-1 2 0,1-2 0,0 3 0,0 0 0,0 0 0,0 3 0,0 0 0,0-2 0,0-3 0,0-2 0,0-3 0,0 2 0,0 0 0,0-3 0,0-1 0,0 0 0,-4-3 0,-6-2 0,-8-3 0,-7-3 0,-2 1 0,-2-1 0,-3-5 0,15 4 0,2-5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48:44.68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24575,'79'0'0,"0"0"0,1 0 0,6 0 0,5 0 0,-7 0 0,4 0 0,2 0 0,2 0-647,-10 0 1,1 0 0,1 0 0,0 0-1,1 0 647,2 0 0,0 0 0,1 0 0,-1 0 0,-3 0 0,11 0 0,-3 0 0,-1 0 0,-2 0 0,-6 0 0,-1 0 0,-2 0 0,-2 0 31,16 0 1,-2 0 0,-3 0-32,-9 0 0,-2 0 0,-1 0 0,-6 0 0,0 0 0,-2 0 368,21 0 0,-5 0-368,-18 0 0,-6 0 0,23 0 0,-37 0 0,-24 0 0,-14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48:46.69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15 1 24575,'0'47'0,"0"12"0,0 4 0,0 6 0,0-12 0,0-7 0,0-7 0,0-7 0,0-2 0,0-6 0,0 2 0,0-2 0,0-1 0,0-2 0,-1-1 0,-2 0 0,0-1 0,-1-1 0,1-4 0,3-4 0,1-3 0,7-4 0,8-5 0,12-2 0,13 4 0,26 7 0,15 5 0,8 5 0,0-1 0,-11 0 0,8 6 0,2 5 0,0 6 0,-6 9 0,-12-2 0,-3 4 0,-3-1 0,-6-7 0,-12-3 0,-10-10 0,-12-7 0,-4-9 0,-9-6 0,-32-35 0,15 23 0,-21-25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48:49.03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1478 1 24575,'-14'27'0,"-5"6"0,-4 3 0,1 5 0,7-5 0,4-2 0,-4-8 0,-27 23 0,9-14 0,-3 3 0,-6 5 0,0 3 0,-1 4 0,2-1 0,-16 24 0,20-21 0,18-17 0,9-15 0,6-5 0,1-5 0,-2 2 0,1-1 0,1 0 0,0 1 0,0 0 0,-4 3 0,-3-2 0,-2 1 0,0 0 0,0-2 0,0 0 0,0-2 0,1-4 0,0-2 0,1-2 0,0-2 0,-7 4 0,-61 23 0,13-1 0,-7 4 0,-15 6 0,-4 1 0,-1 1 0,5-1 0,25-7 0,7-4 0,-11 7 0,38-16 0,18-9 0,8-8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48:50.59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37 24575,'63'0'0,"1"0"0,11 0 0,5 0 0,14 0 0,3 0 0,2 0 0,0 0 0,-6 0 0,-3 0 0,-7 0 0,-3 0 0,-8 0 0,-2 0 0,-10 0 0,-4 0 0,25 0 0,-21 0 0,-22 0 0,-6 0 0,0 0 0,3 0 0,1 0 0,-2 0 0,-8 0 0,-6 0 0,-7-5 0,-8-2 0,-1-5 0,-4 5 0,0 1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48:52.28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89 0 24575,'0'47'0,"0"10"0,0 11 0,0 8 0,0-2 0,0-4 0,0-9 0,0-7 0,-4 9 0,-6 13 0,-5 17 0,-5 1 0,5-18 0,6-23 0,4-18 0,3-14 0,0-10 0,-1-13 0,0-9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48:55.71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723 0 24575,'-86'0'0,"35"0"0,-3 1 0,-4 3 0,-1 2 0,4 3 0,5 2 0,-24 12 0,32 0 0,17-9 0,5-8 0,-7 1 0,-5-2 0,-3 1 0,5-2 0,15-4 0,6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2:48:58.13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34 24575,'44'0'0,"5"0"0,5 0 0,-6 0 0,-9 0 0,-9 0 0,-5 0 0,0 0 0,-1 2 0,0 2 0,-4 2 0,-5 2 0,-9 2 0,-4 1 0,-2 2 0,0 3 0,2 0 0,3 0 0,1-1 0,4 0 0,4 2 0,4 0 0,4 2 0,-1-3 0,1 2 0,2 0 0,2 0 0,0 0 0,-6-5 0,-7-10 0,-44-62 0,1 10 0,-2-2 0,-18-32 0,-5 2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3:15.0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1 557 24575,'18'0'0,"7"0"0,6 0 0,12-10 0,22-4 0,-11-6 0,11-9 0,2 2-320,4 1 1,2 1 0,7-1 319,4-2 0,7-1 0,2 0 0,0 0-351,-16 5 0,2 0 0,0 1 0,-2 0 0,-3 3 351,25-5 0,-5 4 0,-4-1 0,-12 0 0,-3 0 0,-13 4 0,8 2 0,-61 12 0,-5 4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3:15.8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24575,'14'14'0,"10"15"0,33 17 0,-21-9 0,23 7 0,-13 5 0,-18-24 0,19 26 0,-29-34 0,-10-4 0,0-8 0,-3-1 0,0 0 0,-1-3 0,-4 3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3:16.8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0 24575,'10'8'0,"2"16"0,0 53 0,-12 4 0,-3 6 0,6-16 0,-1 0 0,-8 10 0,-2-9 0,-1-20 0,4-36 0,-3-11 0,7 3 0,-7-7 0,7 3 0,-3-4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3:18.4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24575,'18'0'0,"34"0"0,-4 0 0,7 0 0,21 5 0,5 0 0,11-4 0,-3 0 0,-26 4 0,-7-1 0,28-4 0,-74 0 0,-2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3:19.9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 24575,'9'-5'0,"0"1"0,4 4 0,1 0 0,8 0 0,4 4 0,62-3 0,-33 3 0,38-4 0,-60 0 0,-11 0 0,-9 0 0,-4 0 0,11 0 0,29 0 0,32 0 0,-11 0 0,-8 0 0,-45 0 0,-13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3:20.9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1030 24575,'0'-14'0,"4"1"0,-3 4 0,18-61 0,-7 34 0,10-58 0,-2 50 0,18-41 0,-2 9 0,5-4 0,1 11 0,-1 0 0,3-14 0,-4 7 0,5 8 0,-30 33 0,-7 9 0,-7 2 0,3 1 0,-4 2 0,0 15 0,0-2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3:21.8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1 381 24575,'9'-10'0,"7"-6"0,20-15 0,36-28 0,-20 17 0,1-1 0,0 3 0,-2 2 0,-8 6 0,-3 4 0,10-1 0,-36 20 0,-2 5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3:22.6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24575,'13'21'0,"1"2"0,1 15 0,8 23 0,-14-22 0,8 17 0,-16-29 0,3-9 0,-4-1 0,0-8 0,0-4 0,0-1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3:24.9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1 353 24575,'25'-22'0,"40"-32"0,19 1 0,-33 15 0,-1 1 0,21-6 0,-18 9 0,-38 20 0,6 1 0,-12 8 0,4-7 0,-3 6 0,3-7 0,-4 8 0,3 1 0,-2 4 0,7 0 0,13 8 0,-1-2 0,24 13 0,-15-9 0,4 5 0,-12-2 0,-11-7 0,-2 9 0,-12-5 0,10 74 0,-8-26 0,0 4 0,3-1 0,0 0 0,-3-3 0,-1-8 0,-1-19 0,-5-18 0,0-4 0,0 0 0,0 13 0,0 10 0,0 3 0,0-4 0,0-14 0,0-8 0,4 0 0,-3-1 0,3 1 0,-16 0 0,-65 15 0,35-16 0,-16 3 0,4-3 0,33-8 0,-14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3:26.3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107 212 24575,'32'-37'0,"0"6"0,30-30 0,-17 26 0,-8 3 0,-16 16 0,-16 19 0,-5 2 0,-56 72 0,5-2 0,-2 3 0,10-20 0,2-1 0,-10 17 0,13-14 0,30-43 0,12-12 0,1-1 0,26-10 0,4-11 0,13-1 0,2-4 0,-13 9 0,-11 8 0,-11 1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3:29.1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24575,'19'27'0,"0"9"0,-8 16 0,0 12 0,-4 4 0,3-3 0,-9-17 0,9-3 0,-3 8 0,-2-17 0,1 25 0,-6-30 0,0 21 0,5-13 0,-3 6 0,4-8 0,-10-11 0,3 8 0,-3-5 0,4-2 0,0 2 0,-4 2 0,3-2 0,-3 6 0,4-13 0,0-8 0,4 2 0,-3-2 0,3 4 0,-4 4 0,4 4 0,-3-6 0,2 1 0,1-4 0,-3-2 0,3 10 0,0-10 0,-3 6 0,3-7 0,4 11 0,-6-1 0,10 3 0,-7-1 0,4-8 0,-4 4 0,3-4 0,-3 8 0,4 1 0,-5-3 0,0-3 0,-4-12 0,0-1 0,0-3 0,0-1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3:30.1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24575,'19'4'0,"2"1"0,18 19 0,-11-7 0,16 9 0,-30-18 0,-6-4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3:31.5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1 281 24575,'9'-5'0,"21"-9"0,13-3 0,8 3 0,6-3 0,3-7 0,5 1 0,26 4 0,4 1 0,-10-7 0,1 1 0,13 11 0,-4 1 0,-38 0 0,-4 1 0,40-3 0,-71 9 0,-9 1 0,-4 0 0,-4 3 0,-1-3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3:32.9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300 1 24575,'10'4'0,"6"16"0,-14-3 0,10 30 0,-7-17 0,0 25 0,-1-4 0,-4 7 0,0 3 0,-4-4 0,-1-5 0,0-18 0,1-5 0,4-15 0,-4 11 0,3 3 0,-3 0 0,0-11 0,3-1 0,-3-10 0,4 7 0,0-4 0,-4-4 0,3 3 0,-3-3 0,0 0 0,3 3 0,-27 8 0,10 0 0,-21 6 0,16-9 0,-11-8 0,5-1 0,-10-12 0,-7-8 0,24 4 0,-4-1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3:33.6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64 24575,'17'-5'0,"2"-8"0,7 3 0,1-4 0,-8 1 0,-6 8 0,-9 1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3:36.3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93 24575,'14'0'0,"-1"0"0,4 0 0,1 0 0,9 0 0,-4-4 0,3 3 0,8-3 0,19-1 0,5-3 0,8-5 0,-18 2 0,-7 4 0,-11-1 0,-3 7 0,0-7 0,-1 3 0,-7 0 0,-2 1 0,-12 0 0,3 3 0,-3-3 0,0 4 0,-1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3:39.8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24575,'18'12'0,"0"2"0,0 0 0,-1 3 0,5-3 0,-3 4 0,3-1 0,-1 1 0,-2 0 0,3-4 0,-8-1 0,-1-4 0,-1 3 0,2 2 0,4 4 0,0-4 0,-4 3 0,-2-11 0,-3 5 0,0-6 0,4 4 0,-3 0 0,3 0 0,0 0 0,-3 0 0,2 0 0,-3-4 0,0 7 0,0-7 0,0 8 0,0-8 0,-4 3 0,-1-7 0,-4 3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3:44.7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24575,'18'8'0,"12"13"0,-5-5 0,1 6 0,-9-13 0,4-1 0,-9-4 0,12 5 0,-14-4 0,-1 3 0,-5-7 0,-4 3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3:46.4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0 796 24575,'9'5'0,"0"3"0,0-7 0,-4 7 0,11 1 0,-13 1 0,13-1 0,-12-1 0,5-7 0,-4 7 0,3-7 0,-3 7 0,4-7 0,-4 6 0,3-6 0,-3 3 0,4-4 0,12-20 0,18-20 0,-10-16 0,3-10 0,12-8 0,2-5 0,-14 10 0,-1-4 0,-1 5 0,10-8 0,-2 6 0,-9 9 0,-6 9 0,-4 12 0,-15 18 0,-4 12 0,0 2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3:56.9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 24575,'0'23'0,"0"-5"0,0-5 0,0-4 0,0 4 0,0-4 0,0 4 0,0-4 0,4-4 0,-3 3 0,7-7 0,-3 3 0,4-4 0,4 0 0,-3 0 0,7 4 0,8-3 0,0 3 0,6-4 0,-10 0 0,1-8 0,1 6 0,7-14 0,8 4 0,3-6 0,-3-2 0,-8 6 0,-12 5 0,-5 1 0,-4 3 0,-4-4 0,3 4 0,-7-3 0,7 7 0,-7 1 0,7 1 0,-7 10 0,7 3 0,-11 1 0,1 2 0,-7-4 0,-5 22 0,-1-8 0,-1 9 0,-1-11 0,0-1 0,-6 0 0,4 0 0,-2-11 0,7 3 0,-4 3 0,-4 12 0,3-7 0,1-7 0,5-5 0,8-7 0,-3 4 0,7 0 0,-7-4 0,7 7 0,-7-10 0,7 10 0,-7-11 0,3 10 0,-4-1 0,-4 4 0,3 3 0,-7-7 0,11 3 0,-6-8 0,11 3 0,-3-3 0,0-1 0,-1 0 0,0-4 0,1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3:58.9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584 0 24575,'14'4'0,"-1"9"0,-8 19 0,-1-2 0,-4 24 0,0 17 0,0 8 0,-6 19 0,6-46 0,-1 0 0,-9 35 0,9-27 0,1-1 0,-4 18 0,0 0 0,-5-15 0,3-16 0,-6 18 0,11-21 0,-3-1 0,4-8 0,0 7 0,-4-3 0,3-4 0,-3-2 0,-12 5 0,12-2 0,-11 15 0,15 1 0,0-9 0,0 5 0,0-21 0,0-5 0,4 6 0,-3 1 0,3-2 0,-4 0 0,0-7 0,0 10 0,4-9 0,-3 6 0,3-8 0,-4 0 0,0-1 0,0-3 0,0-1 0,0-4 0,0 4 0,0-3 0,0 2 0,0-3 0,0 0 0,0 4 0,0-3 0,0 3 0,0 0 0,0-3 0,-4-2 0,-23-4 0,-18-9 0,-24-9 0,7-8 0,-2-5 0,-26-13 0,31 14 0,5 1 0,14 6 0,19 13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4:01.0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366 6 24575,'9'-5'0,"0"5"0,-4 5 0,3 11 0,-7 7 0,3 28 0,-33 36 0,9-26 0,-4 2 0,-5-5 0,-2-1 0,-3 5 0,1-6 0,-8-1 0,7-17 0,16-22 0,5-11 0,0 4 0,-1 0 0,0 0 0,5-1 0,1-3 0,3-1 0,-4 0 0,0-3 0,0 3 0,4 0 0,9 1 0,2 8 0,7 1 0,10 37 0,12 19 0,-13-24 0,3 3 0,17 24 0,1-1 0,-19-28 0,3-1 0,30 33 0,1 0 0,-31-32 0,-1-3 0,9 2 0,-1-3 0,-3 15 0,-17-38 0,0 5 0,3-3 0,-8-1 0,0-5 0,-1-9 0,-7 4 0,35 29 0,-20-20 0,21 23 0,-16-23 0,-10-2 0,6 3 0,-5-5 0,2-1 0,0-6 0,-5 6 0,-9-11 0,-5 3 0,-4-4 0,0 0 0,4 0 0,1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4:03.3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0 381 24575,'14'0'0,"-1"0"0,-4 0 0,4 0 0,36-10 0,24-8 0,-9 5 0,8-10 0,17-9 0,-3 4 0,7 4 0,2-1 0,-24 4 0,7-3 0,-1-1 0,-8 5 0,20-5 0,-12 6 0,-22 8 0,-8-1 0,-4-13 0,-8 15 0,-17-6 0,-27 20 0,-15 9 0,7-6 0,0 4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4:04.2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24575,'0'14'0,"0"-2"0,0-3 0,0 0 0,4 4 0,-3 1 0,7 4 0,-3-4 0,8 10 0,-3-4 0,2 7 0,1-6 0,-3 1 0,3-7 0,-12-2 0,-2-9 0,-8-8 0,4-1 0,1 0 0,4 1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4:05.3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1 190 24575,'14'-14'0,"6"1"0,-1-4 0,0 6 0,-2-6 0,-4 8 0,-4 4 0,0-3 0,-1 7 0,-3-11 0,4 6 0,0-7 0,0 8 0,0-3 0,0 3 0,4-4 0,-4 4 0,4-3 0,-4 7 0,-4-7 0,3 7 0,-3-7 0,4 7 0,0-3 0,0 4 0,4 0 0,4 8 0,2-6 0,3 9 0,-4-6 0,-1 8 0,5-3 0,-11 7 0,-23 22 0,-15-3 0,-9 2 0,-2 1 0,-11 6 0,-16 11 0,37-30 0,6-12 0,9-2 0,4-11 0,4 7 0,-7-7 0,-6 7 0,2-7 0,-1 3 0,13-4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4:05.8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19 24575,'18'0'0,"8"0"0,1-4 0,9 3 0,-1-3 0,-11 4 0,-3 0 0,-12 0 0,-4-4 0,-1 3 0,-4-3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4:08.2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320 0 24575,'-9'5'0,"0"-1"0,4 0 0,-3-3 0,11 3 0,-6 0 0,15 1 0,-6 4 0,11 0 0,-7 0 0,7-1 0,-8 1 0,0 0 0,-1 4 0,1 5 0,1 5 0,3 7 0,-8-2 0,3 10 0,-7 1 0,3 27 0,-4-13 0,0 28 0,0-35 0,0 0 0,0-20 0,0-12 0,0-1 0,0-4 0,0 0 0,-4-5 0,-1 4 0,-8-7 0,-30 16 0,-12 4 0,4-8 0,-2 1 0,-8 7 0,4 0 0,-19-2 0,68-15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4:09.5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122 398 24575,'-9'9'0,"0"0"0,0 0 0,-8 0 0,-6 3 0,-1-6 0,2 6 0,13-15 0,13 6 0,6-11 0,12 3 0,43-6 0,-14 0 0,11 3 0,8-3 0,-2-8 0,1-3 0,1 3 0,0 0 0,-7-1 0,0 0 0,-2-1 0,0 1 0,-11 5 0,3-2 0,36-11 0,3-2 0,-23 7 0,-5 2 0,-7 3 0,-2 1 0,35-6 0,-64 20 0,23-10 0,-36 12 0,-4-3 0,8 0 0,9-1 0,-1 0 0,1-4 0,-13 8 0,-5-3 0,5 4 0,1-4 0,0 3 0,-1-3 0,-12 8 0,2-3 0,-7 3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4:10.5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24575,'9'8'0,"-4"1"0,3 0 0,-3 0 0,4 4 0,3 5 0,-2-7 0,-1 4 0,-5-10 0,-4 0 0,0-1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4:11.7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81 24575,'17'-5'0,"6"-7"0,1 6 0,1-7 0,-11 8 0,-1-3 0,0 7 0,1-7 0,3 3 0,1 0 0,-8-3 0,2 7 0,-7-3 0,8 8 0,1 1 0,3 8 0,1 1 0,-4-4 0,-1 1 0,-4-6 0,4 4 0,-4-4 0,0 3 0,-1-3 0,-3 0 0,4 7 0,0-10 0,-4 10 0,-5-7 0,-9 11 0,-5 3 0,-4 4 0,-14 2 0,11-6 0,-11-1 0,14-2 0,4-6 0,-3 3 0,3-8 0,4-1 0,2-4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4:12.2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 24575,'26'0'0,"14"4"0,-6-3 0,4 3 0,-13-4 0,-11 0 0,-1 0 0,-8-4 0,3-5 0,-7 3 0,3-2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4:14.8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779 1 24575,'10'4'0,"2"4"0,-3 6 0,5 12 0,4-2 0,-9 6 0,3-7 0,-7 3 0,0-7 0,-1 6 0,-4-10 0,0 6 0,0-7 0,0 15 0,0-8 0,0 13 0,4-16 0,-3 4 0,3-4 0,-4 0 0,0 0 0,0-5 0,0 4 0,0 1 0,0 1 0,0-1 0,0-6 0,0 1 0,0 1 0,0 0 0,0 3 0,4-7 0,-3 6 0,3-6 0,-4 3 0,0-4 0,4 0 0,-3 0 0,3 0 0,-4 0 0,0 0 0,0-1 0,0 1 0,0 0 0,0 0 0,0 0 0,0 0 0,0 0 0,0 0 0,-4-4 0,-13 3 0,-13-7 0,-30 1 0,-14-1 0,1 0 0,-5-2 0,9 1 0,-3 0 0,1 0 0,-20 1 0,8-2 0,27-1 0,7-1 0,-10 1 0,41-4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4:33.2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0 424 24575,'28'0'0,"54"-7"0,10-2 0,14-2 0,-32 0 0,2-1 0,8-2-1208,-8 3 0,6 0 0,4-1 0,1 0 0,-2 0 1208,-4-1 0,-1-1 0,0 0 0,1 1 0,2-1 0,5-1 0,1 0 0,1-1 0,3 2 0,3 0 0,-11 4 0,4 1 0,3 1 0,1 0 0,-2 1 0,-2-1 0,-7-1 0,5-1 0,-5-1 0,-2 0 0,-1 1 0,4 1 0,13 3 0,4 2 0,0 0 0,-6 1 0,-10-1 594,-3-2 1,-10 0 0,-7 2-595,-6 4 0,-10 0 243,1-6 0,-39 5 0,-10-4 1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4:34.0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24575,'12'6'0,"17"15"0,41 34 0,-11-16 0,0 0 0,-17-4 0,0 0 0,23 4 0,-10-6 0,-35-18 0,20 12 0,-35-15 0,-5 48 0,-20-8 0,-9 13 0,-3 2 0,-13 5 0,-6-12 0,3-3 0,21-15 0,-26 7 0,39-32 0,-3-10 0,11-2 0,0-5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4:37.0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0 212 24575,'7'-5'0,"3"-2"0,25-12 0,10-6 0,24-5 0,3 4 0,-20 5 0,1 7 0,-23 8 0,-1-5 0,-1 10 0,46-10 0,12 2 0,-7-3 0,-22 3 0,-51 3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4:38.1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564 0 24575,'-20'53'0,"4"-6"0,-6 5 0,-3 7 0,0 0 0,-3 5 0,-6-1 0,-4 5 0,0 1 0,3 1 0,0 0 0,1-4 0,-14 14 0,4-6 0,15-13 0,7-9 0,6-19 0,9-4 0,-4-4 0,-1 4 0,5-11 0,2-1 0,5 12 0,0 54 0,-8 14 0,7-37 0,0-1 0,-1 39 0,3-28 0,15 15 0,-14-31 0,9-1 0,-11-41 0,0-19 0,0-52 0,0-13 0,0 31 0,0-20 0,0-1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4:38.9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0 159 24575,'7'-5'0,"9"-1"0,7-12 0,21-2 0,30-10 0,-19 8 0,0 6 0,-33 10 0,-10 1 0,23-2 0,-7 1 0,14-5 0,-18 10 0,-7-4 0,-1 5 0,3 15 0,-1-6 0,5 34 0,-5 16 0,-10 12 0,-3 8 0,5-11 0,1 5 0,-2-2 0,-4 28 0,-3-6 0,2-30 0,0-8 0,4 2 0,-2-44 0,-6-2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4:40.4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741 119 24575,'0'-12'0,"10"-5"0,9-7 0,5 4 0,0 3 0,-7 7 0,-6 8 0,12-8 0,-9 8 0,8-3 0,-10 10 0,-6 12 0,-6 8 0,-13 54 0,-11 7 0,3-2 0,-1-9 0,10-56 0,10-2 0,14-17 0,13-6 0,15-6 0,-14 5 0,-4 7 0,-22 12 0,-6 6 0,-6 5 0,0-4 0,0-2 0,0-6 0,-10 6 0,-21 9 0,-7 5 0,-7 5 0,-7 8 0,-9 3 0,-10 2 0,-10 2 0,9-2-262,10 0 0,3-3 1,-18 2-1,16-11 0,50-22 1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4:40.8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1 946 24575,'17'0'0,"38"-19"0,21-12 0,-4-1 0,8-5 0,6-1-1667,0 3 0,6 0 1,4-1-1,3-1 1667,-24 7 0,3 0 0,2-1 0,0 0 0,0 1 0,0 1 0,11-2 0,-2 0 0,1 2 0,2 0 0,2 1 0,-4 4 0,4 0 0,2 1 0,-1 1 0,-4 0 0,-7 0 142,8-3 1,-8-1-1,-2 3 1,1 1-143,2 5 0,3 2 0,-6 1 0,-17 1 1328,19-12-1328,-60 29 0,-25-8 0,-70 57 0,1-13 0,-4 0 0,26-7 0,1-1 0,-14 3 0,-1-1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4:42.0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24386,'12'0'0,"-1"5"94,1 2-94,-5 9 32,-2 8-32,-5 16 15,-5-7-15,3 6 48,-8-16-48,8-4 0,-13-2 0,12-11 0,-8-1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4:42.7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24575,'12'0'0,"-1"0"0,47 8 0,6 1 0,9 6 0,-3-1 0,-29 3 0,-3-4 0,1-1 0,-26-2 0,-2-8 0,-11 3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4:44.0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421 1 24575,'11'5'0,"-4"7"0,-2 18 0,-3 25 0,-4 17 0,-3-1 0,-2 13 0,-2 3 0,-1-4-487,-4 10 0,-2-3 0,0 3 487,4-9 0,-1 3 0,-1-3 0,-1-12 0,-8 3 0,-2-12 177,3-14 1,1-5-178,-5 19 0,-15 18 0,17-49 0,11-4 0,-14 5 1106,13-12-1106,-15 7 0,11-11 0,1-10 0,10-2 0,2-5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4:45.0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24575,'12'0'0,"10"0"0,3 10 0,10-2 0,0 9 0,6 5 0,-10-8 0,3 9 0,-16-17 0,-1 4 0,0 2 0,1 1 0,11 4 0,-9-10 0,-4 3 0,-10-9 0,-6 5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4:45.9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76 24575,'-7'5'0,"-3"-3"0,3 8 0,0-4 0,-3 1 0,14-2 0,-3-5 0,34-8 0,-13 1 0,55-9 0,14-15 0,6 13 0,-10-7 0,-45 20 0,-31 5 0,-6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4:46.9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425 1 24575,'7'5'0,"-2"35"0,-13 47 0,-4-15 0,-5-5 0,-8 14 0,-3-5 0,-17 5 0,-4-1 0,13-7 0,0 4 0,-1-7 0,-8 1 0,3-13 0,3-12 0,27-30 0,7-9 0,5 4 0,5 1 0,-4 0 0,15 20 0,-8 8 0,11 27 0,-6-15 0,-5 19 0,-13-27 0,2 0 0,-7-16 0,5-22 0,3-6 0,-8-22 0,8-4 0,-3 1 0,5 9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4:48.1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1 368 23456,'6'-5'0,"10"-2"552,-8-10-552,9 4 187,-6-10-187,-4 10 94,3-9-94,-3-2 286,4-1-286,-4 1 0,3 13 0,-3-5 0,10 8 0,1-9 0,11-1 0,-5 0 0,5 0 0,-5 0 0,-6 12 0,9-10 0,-12 8 0,7-4 0,-11 2 0,1 8 0,-5-8 0,3 8 0,-3-3 0,4 5 0,1 5 0,7 20 0,8 19 0,-2 21 0,2 10 0,-12 0 0,2 11 0,-10-21 0,0 5 0,-7-29 0,0 0 0,0-16 0,0-3 0,-15-16 0,0 5 0,-3-10 0,7 4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4:50.3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 24 24575,'12'0'0,"0"-5"0,17 4 0,-2-10 0,5 10 0,-10-5 0,-10 6 0,-6 16 0,-6 4 0,-17 15 0,3-5 0,-3-7 0,11-6 0,-9 10 0,-5 5 0,-5 4 0,2-7 0,17-12 0,1-5 0,-8 50 0,-6-21 0,-4 25 0,6-38 0,17-22 0,50-1 0,-4-3 0,10-4 0,17-1 0,12-4 0,2 1-348,4-1 0,3 1 1,-2-2 347,-8-1 0,-1 0 0,-5 1 0,16-2 0,-21 2 0,-42 2 0,-27 6 0,-85 15 0,-8 1 0,28-4 0,-2 2 0,2 1 0,3-1 1043,-33 5-1043,0 11 0,10-14 0,30-2 0,17-9 0,22 1 0,2-5 0,8 9 0,-8-8 0,9 8 0,-10-9 0,4 4 0,1 1 0,-10 11 0,3 2 0,-6 15 0,-3 1 0,-2 7 0,-17 10 0,3-14 0,3 1 0,18-26 0,12-3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4:51.1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24575,'12'0'0,"5"0"0,1 0 0,16 5 0,10 9 0,-1 5 0,5 7 0,-13-3 0,-5-4 0,-12-2 0,-7-11 0,-11-1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4:52.4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0 119 24575,'18'0'0,"10"-6"0,32-10 0,-16 1 0,32-7 0,-34 5 0,12 4 0,-21-4 0,-3 10 0,-25 2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4:53.0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24520,'12'0'0,"0"0"27,-1 5-27,12 2 9,-4-1-9,10 0 5,-6-1-5,6 1 14,1 6-14,0 0 0,-7-6 0,-11 5 0,-7-10 0,-5 4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4:54.2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0 179 24575,'12'-7'0,"5"-9"0,7 3 0,16-16 0,-13 9 0,11-2 0,-20 10 0,6 0 0,-1 6 0,1 0 0,-6 1 0,4-2 0,-4 1 0,1-5 0,-2 10 0,-1-4 0,-3 5 0,4 0 0,-5 0 0,0 0 0,0 0 0,5 5 0,16 7 0,-5 1 0,6-2 0,-17-5 0,-11-1 0,5-4 0,-5 4 0,6 1 0,-6 0 0,5 6 0,-15 10 0,-8 8 0,-36 29 0,-16-3 0,5-1 0,7-21 0,29-17 0,-47 2 0,35-5 0,-25 0 0,50-9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4:54.6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 24575,'17'0'0,"12"0"0,-3 0 0,13 0 0,-4 0 0,-9-5 0,2 3 0,-22-3 0,-1 5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4:56.1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1 118 24575,'11'0'0,"6"-5"0,7-2 0,34-7 0,15-1 0,10 0 0,-9-4 0,-25 5 0,-14-3 0,-11 11 0,-7 0 0,-6 6 0,6 6 0,7 5 0,0 2 0,5 4 0,-11-5 0,-1-5 0,-5 3 0,0-9 0,10 10 0,-3-10 0,5 9 0,-7-8 0,-11 8 0,-1-3 0,-20 33 0,-39 38 0,15-24 0,-1 1 0,3-4 0,0-2 0,-28 26 0,47-41 0,6-21 0,6-2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4:57.0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1 442 24575,'15'-12'0,"10"0"0,29-10 0,22-4 0,11-3 0,-26 7 0,2 0 0,3 0-301,11-4 1,3 0 0,-1 1 300,-6 3 0,-1-1 0,-5 4 0,4 2 0,-6 2 110,-8 0 1,-5 3-111,16-3 0,-17 3 0,-15 1 0,10-1 0,-20 0 170,1 5 0,-20 2 0,-2 5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4:57.6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1 468 24575,'66'-59'0,"13"6"0,-26 20 0,7-5 0,-2 3 0,13-6 0,-2 2 0,0 7 0,-6 0 0,15-20 0,-43 33 0,-12-4 0,-11 17 0,-7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14:59.3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650 1 24575,'24'23'0,"-6"11"0,-1 2 0,7 50 0,-9-17 0,0 8 0,0 8 0,-4-9 0,-1 2 0,1 8 0,-2 6-272,-3-6 1,-2 5 0,0-7 271,-1-7 0,-1 1-103,-2 6 1,-1 8-1,2-10 103,3-15 0,-1-5 0,-2 7 0,0-4 0,7 9 0,-3-7 0,2-12 801,7 18-801,-7-17 321,1-2-321,-3-14 0,-4-15 0,4-3 0,-5 11 0,0-11 0,0 17 0,0-21 0,0-1 0,6 0 0,-5-4 0,4 9 0,-5-9 0,0 9 0,0-3 0,0-1 0,5 4 0,-3-9 0,3 4 0,-5-5 0,5-6 0,-9 5 0,-3-10 0,-75 4 0,13 1 0,-11 0 0,-9 0 0,-9 0 0,5 0-849,-5 5 0,4-1 849,-10-2 0,21 0 0,54 3 0,23-10 0,6 4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20:17.7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120 1 24575,'0'12'0,"0"66"0,0 16 0,0-1 0,0 1 0,0-42 0,0 3 0,-3 16 0,-2 16 0,-1 3 0,0-13-627,-2 6 0,-2-1 627,-2 15 0,-1 9 0,0-13 0,2-25 0,0-12 0,-5-1 0,10-38 0,6-12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20:18.8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1 309 24575,'0'-12'0,"10"-5"0,-2 4 0,9-4 0,0 0 0,1-7 0,5-1 0,11-9 0,3 3 0,4 6 0,0 3 0,-6 5 0,16-2 0,-12 1 0,12 6 0,-27 7 0,-1 5 0,-6 0 0,-4 5 0,4 1 0,-6 6 0,-4 0 0,-2 0 0,0 10 0,-4 13 0,5 20 0,-12-5 0,0-2 0,-11-19 0,-7-6 0,-6 1 0,-11-6 0,15-1 0,-13-11 0,25 0 0,-8-6 0,10 0 0,5 5 0,-14-4 0,1 10 0,-5-10 0,8 4 0,12-5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20:19.8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24575,'11'0'0,"1"0"0,-5 5 0,8 1 0,-2 17 0,11 12 0,7 20 0,-6-5 0,1 3 0,-9-28 0,-11-8 0,0-12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20:20.5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320 1 24575,'6'10'0,"5"14"0,-22 63 0,-8-15 0,-9 3 0,-7-1 0,6-30 0,0-4 0,-3 8 0,1-3 0,-8 8 0,15-28 0,6-3 0,0-10 0,12-1 0,-5-4 0,10-2 0,-4-5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20:25.2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 24575,'6'-2'0,"-5"4"0,4 9 0,-5 24 0,0-2 0,0 27 0,0-23 0,0 8 0,5-20 0,2 8 0,10-3 0,-4 6 0,9-6 0,-9-2 0,20 11 0,-7-6 0,14 12 0,-15-9 0,7 4 0,-12-14 0,9 1 0,-16-15 0,-3-5 0,-10-2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20:28.2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282 13 24575,'5'-7'0,"1"2"0,1 10 0,3-4 0,-3 10 0,4-5 0,1 11 0,5 12 0,-9 7 0,8 1 0,-10 12 0,1-16 0,-7 7 0,-7-6 0,0-14 0,-14 18 0,7-18 0,-15 20 0,10-21 0,-14 14 0,17-14 0,-11-1 0,15-7 0,-5-11 0,-2 10 0,-4 3 0,4 6 0,-3-2 0,3-1 0,1-3 0,1 10 0,5-10 0,0 9 0,5-9 0,-3 4 0,8 0 0,-8-4 0,8 4 0,2-11 0,7-1 0,10-5 0,12 0 0,-3-5 0,7 4 0,-14-4 0,-2 5 0,0 0 0,-4 0 0,9 0 0,-9 0 0,-2 5 0,0-4 0,-5 9 0,6-8 0,-5 8 0,-2-3 0,-5 15 0,0 3 0,-11 5 0,3-2 0,-24 11 0,10-11 0,-6 6 0,16-18 0,12-9 0,6 3 0,22-8 0,-13 8 0,79-9 0,-27 10 0,26-10 0,-47 10 0,-35 0 0,-37 36 0,4-12 0,-20 12 0,-6 1 0,-16 1 0,24-12 0,1-2 0,-7 0 0,27-11 0,2-13 0,11 0 0,5-10 0,24 4 0,20-5 0,2 0 0,8 0 0,-12 0 0,18 0 0,-23 0 0,4 6 0,-35 0 0,-10 6 0,-12 10 0,-8-2 0,-48 24 0,-8 4 0,11-8 0,-6 3 0,7-4 0,42-22 0,15-6 0,5 1 0,7-5 0,7-2 0,4-5 0,1 5 0,0-4 0,5 5 0,-4-6 0,4 0 0,-11 0 0,-1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20:29.9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449 1 24575,'6'5'0,"4"1"0,-8 11 0,8 22 0,-9 0 0,5 44 0,-6 8 0,0-2 0,0 3 0,0-52 0,0-7 0,0-21 0,0 10 0,0-3 0,-6 20 0,5-13 0,-9 19 0,8-14 0,-3 4 0,5-6 0,0-6 0,0 6 0,0-10 0,-5 9 0,-2-5 0,-5 12 0,-13 30 0,3 0 0,4-16 0,-1 0 0,-16 30 0,-1 1 0,-2-19 0,8-19 0,1-14 0,5-6 0,6-9 0,-5 4 0,10-10 0,1 3 0,2-8 0,3 3 0,-5-5 0,0 0 0,0 0 0,0 0 0,1 0 0,-1 0 0,10 0 0,-2 0 0,10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20:31.2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12 24575,'-6'-5'0,"5"3"0,8-3 0,5 5 0,5 10 0,6 9 0,2 11 0,9 10 0,-4-3 0,0-8 0,-2-1 0,-4-15 0,-1 9 0,-5-9 0,-1 4 0,6 0 0,-4 6 0,5-3 0,-2 2 0,-4-10 0,0 0 0,-1-1 0,-5 1 0,0 0 0,5 5 0,-4-10 0,3 9 0,-14-15 0,-4 5 0,-10-22 0,6 12 0,1-12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20:32.2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 24575,'6'-6'0,"0"1"0,6 5 0,0 0 0,5 5 0,-4 1 0,9 1 0,-14 3 0,2-9 0,-10 5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20:34.0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190 0 24575,'-37'30'0,"3"-1"0,5-6 0,-7 6 0,10-4 0,4-2 0,17-6 0,5-5 0,0-1 0,5 1 0,1 5 0,16 7 0,8 18 0,6-9 0,-1 8 0,4-17 0,-18-6 0,7-6 0,-17-7 0,1-10 0,5-7 0,-4 4 0,9-13 0,-4 8 0,6-11 0,-6 5 0,-1 2 0,0-5 0,1 7 0,0-7 0,-1 5 0,-5 4 0,15-10 0,5 5 0,9-6 0,30-5 0,-23 10 0,42-11 0,-39 22 0,26-11 0,-32 18 0,31-4 0,-35 5 0,17 0 0,-28 0 0,-6 0 0,-2 0 0,-9 0 0,4 0 0,-5 0 0,-6 5 0,5 2 0,-5-1 0,1 4 0,3-8 0,-3 3 0,-1 0 0,4-4 0,-3 10 0,5-10 0,-6 10 0,5-10 0,-5 9 0,1-3 0,-2 10 0,-16 6 0,-25 17 0,-4-2 0,-14 2 0,13-11 0,16-16 0,8-3 0,12-10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20:38.6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126 30 24575,'-12'7'0,"5"3"0,2-3 0,0-1 0,3 5 0,-8-10 0,9 9 0,-5-3 0,6-6 0,11-2 0,7-16 0,12-2 0,16-5 0,-19 11 0,5 3 0,-25 4 0,-2 10 0,-5-3 0,0 16 0,-20 19 0,-4 26 0,-12-8 0,5 15 0,7-32 0,6-2 0,1 4 0,10-13 0,2 8 0,10-6 0,1 8 0,6-10 0,5 17 0,-4-23 0,25 43 0,-22-38 0,17 20 0,-27-33 0,-6-6 0,-1-6 0,-4-6 0,5-6 0,-6 5 0,5-3 0,-10 3 0,10-5 0,-4 0 0,5 0 0,0-10 0,0 2 0,5-14 0,1 9 0,11-9 0,-9 14 0,13-13 0,-13 18 0,9-7 0,-5 10 0,-6 0 0,4 6 0,-3 0 0,15 6 0,-8 6 0,9-5 0,-12 9 0,6-3 0,-4 5 0,4-1 0,-5 1 0,-5 0 0,8 5 0,-12 1 0,12 0 0,-13 4 0,3-4 0,-5 29 0,-11-7 0,-14 44 0,-13-31 0,0 14 0,3-26 0,12-17 0,10-2 0,-3-15 0,9-2 0,-5-5 0,0 0 0,0 0 0,1 0 0,4-5 0,-4-2 0,10-15 0,-4 2 0,5-9 0,0 5 0,0-15 0,0 6 0,0-8 0,5 18 0,-4 0 0,5 10 0,-1 1 0,1 7 0,1 0 0,8 3 0,-2-3 0,11 5 0,-6 0 0,-1 0 0,-10 5 0,-2 2 0,0 10 0,-4 1 0,5 28 0,-35 17 0,11-8 0,-24 12 0,24-36 0,6 10 0,-4-1 0,3-9 0,0-2 0,2-12 0,11-5 0,-5 5 0,-2 1 0,-5 0 0,1 9 0,-12 3 0,3 2 0,-9 2 0,16-16 0,3-1 0,10-6 0,-6 1 0,5 0 0,-4 0 0,-1-6 0,5 5 0,-4-5 0,5 6 0,0 0 0,-5-6 0,-2 4 0,0-3 0,7-1 0,7 0 0,45-14 0,-25 6 0,38-6 0,2 4 0,3 1 0,10 1 0,13-6 0,1 0 0,-13 6 0,-26-1 0,1-1 0,35 4 0,-13 0 0,-16 0 0,-44 0 0,-14 0 0,-11 0 0,2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21:00.7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24575,'12'0'0,"0"0"0,0 0 0,-1 0 0,1 0 0,5 5 0,1 7 0,0-4 0,-6 8 0,-1-15 0,-5 15 0,6-3 0,-6 5 0,5-1 0,-10-5 0,4-1 0,-5 1 0,0 5 0,-5-4 0,-2 9 0,-10 2 0,4-5 0,1 8 0,2-14 0,3 4 0,0-5 0,-3 0 0,9 0 0,-5-1 0,6-4 0,0-2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7T20:21:02.8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177 1 24575,'17'5'0,"-4"-3"0,9 3 0,-4 0 0,1 1 0,3 6 0,-9 0 0,9 5 0,-9 1 0,4 0 0,-5 10 0,5-9 0,-4 15 0,-2-9 0,-5-2 0,-6-6 0,-6 0 0,-6 1 0,-11 6 0,-7-6 0,-6 4 0,1-14 0,-19 10 0,2-16 0,-5 11 0,15-12 0,18 4 0,7-5 0,10-5 0,-3 4 0,8-15 0,-3 8 0,5-20 0,5 9 0,-3-10 0,8 5 0,-4 0 0,11-5 0,-4 9 0,4-7 0,-5 13 0,0-3 0,-6 5 0,0 6 0,-6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9EB562-ADEA-774E-B82E-191F8630115B}" type="datetimeFigureOut">
              <a:rPr kumimoji="1" lang="zh-TW" altLang="en-US" smtClean="0"/>
              <a:t>2026/9/8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C8AA57-8FB5-F14B-9822-71CADBF2605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32503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8AA57-8FB5-F14B-9822-71CADBF26058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61544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AD758D-17EE-AE60-26CC-22F3EC6230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125A1E8-71DF-4766-9BBA-533863A7C6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ABADB98-CC10-BB6C-B417-E11FCDBC1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11066-DD40-974E-BB58-9F35E8F25F73}" type="datetimeFigureOut">
              <a:rPr kumimoji="1" lang="zh-TW" altLang="en-US" smtClean="0"/>
              <a:t>2026/9/8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1DE26F4-0D0D-7367-729A-AFED2ED3E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805ACA-3B5F-8E98-BB9B-8DD6590D6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C2857-F437-9446-B4CE-C8ADBD7BF86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78020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9A3769-4B75-6B85-53F2-4FF9DF3BB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A33BAA-721C-F49E-B781-78C00E8CA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75D3A76-42E0-C99A-E946-7564C813B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11066-DD40-974E-BB58-9F35E8F25F73}" type="datetimeFigureOut">
              <a:rPr kumimoji="1" lang="zh-TW" altLang="en-US" smtClean="0"/>
              <a:t>2026/9/8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A1A2A60-65D6-2424-D592-1F7535937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9EC0174-109B-A791-ACA3-36F580834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C2857-F437-9446-B4CE-C8ADBD7BF86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05506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394641-CBA8-C835-9237-B0E4C5346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1E4FD93-B365-A42E-678E-8B02CCF11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CC00CB-4548-6874-4131-82041B589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11066-DD40-974E-BB58-9F35E8F25F73}" type="datetimeFigureOut">
              <a:rPr kumimoji="1" lang="zh-TW" altLang="en-US" smtClean="0"/>
              <a:t>2026/9/8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A22218-3F39-43FA-2611-FA32959E8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1CF78C-443A-C6D3-3937-DB3A686ED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C2857-F437-9446-B4CE-C8ADBD7BF86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83225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4058A5-3848-9843-E790-715D9EE34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BEBB4F-1E7C-12C6-BE47-D2030CABB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AAB5A4A-46EC-3157-6DE4-5E23C606B8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47A6C3E-1742-CFB5-E7D7-8D6B30E99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11066-DD40-974E-BB58-9F35E8F25F73}" type="datetimeFigureOut">
              <a:rPr kumimoji="1" lang="zh-TW" altLang="en-US" smtClean="0"/>
              <a:t>2026/9/8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D833F3C-1D28-C695-E7B5-35C7F6A3A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19C7581-B431-1459-DE62-63EAA84CF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C2857-F437-9446-B4CE-C8ADBD7BF86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09612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AC93CB-1124-46DA-AAC2-5D5BDD5C1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2F252B-E2B0-724D-065B-5F002AAEA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C298E28-1432-8AEE-70AB-EA4149F30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88F0C78-48F7-937C-9028-CC458F2D55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836066D-797E-0401-570F-BB12C9286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D1DC479-F1B1-7DDB-6EB5-5E07FE3B8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11066-DD40-974E-BB58-9F35E8F25F73}" type="datetimeFigureOut">
              <a:rPr kumimoji="1" lang="zh-TW" altLang="en-US" smtClean="0"/>
              <a:t>2026/9/8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EF21251-81B2-EE8C-CDCA-5A715B20F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5DB9264-1DAB-4A2F-9C65-EA9EDC80D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C2857-F437-9446-B4CE-C8ADBD7BF86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63877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78C564-F466-21CA-6EEC-247FD8002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4E2566E-2E81-EF83-B1CE-43317E41E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11066-DD40-974E-BB58-9F35E8F25F73}" type="datetimeFigureOut">
              <a:rPr kumimoji="1" lang="zh-TW" altLang="en-US" smtClean="0"/>
              <a:t>2026/9/8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0C5D9A6-1F1A-12C1-3C70-673E2285D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DF8B663-BC9A-1F63-EFD5-C21EE007F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C2857-F437-9446-B4CE-C8ADBD7BF86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05580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B94B00A-F7ED-B22E-1A8B-D5E6E9697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11066-DD40-974E-BB58-9F35E8F25F73}" type="datetimeFigureOut">
              <a:rPr kumimoji="1" lang="zh-TW" altLang="en-US" smtClean="0"/>
              <a:t>2026/9/8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905D92B-9446-1E9D-BC7C-76C2CFB63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E7355C9-958E-6CE7-FC0D-8332EB994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C2857-F437-9446-B4CE-C8ADBD7BF86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58996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D61A2D-406C-2094-FB0F-ADEAA8EB7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1558904-BBDD-2458-AA19-E5FBCE7AB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0EA69FF-84B0-60C7-A8B1-DAD6CFD2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BDA8461-B4ED-D4E4-BEA1-6C71EFE93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11066-DD40-974E-BB58-9F35E8F25F73}" type="datetimeFigureOut">
              <a:rPr kumimoji="1" lang="zh-TW" altLang="en-US" smtClean="0"/>
              <a:t>2026/9/8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5554728-64D9-9A29-9C3C-51FEEDD68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6956EA2-044E-BEB8-4A34-739287FF4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C2857-F437-9446-B4CE-C8ADBD7BF86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65823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2719B4-0C10-180A-FFAD-CB91724C4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194ED61-E954-B363-DA53-AA77606F63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AEAB817-F075-DAA0-0323-07D136960A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FBAABEE-2D10-52D4-3C01-A46EA8A1B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11066-DD40-974E-BB58-9F35E8F25F73}" type="datetimeFigureOut">
              <a:rPr kumimoji="1" lang="zh-TW" altLang="en-US" smtClean="0"/>
              <a:t>2026/9/8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B813F24-5381-DB41-E1F3-52AD0A144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60A38BF-C2DB-76C7-3716-22B0C93C5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C2857-F437-9446-B4CE-C8ADBD7BF86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215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E4C696-883D-4355-51D3-341995E61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EAA5193-9775-539A-E3CF-547766972E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D37C201-85AC-03A5-C4F7-6931E584A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11066-DD40-974E-BB58-9F35E8F25F73}" type="datetimeFigureOut">
              <a:rPr kumimoji="1" lang="zh-TW" altLang="en-US" smtClean="0"/>
              <a:t>2026/9/8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321721E-9E27-0BEC-6D87-05FA79364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A658AC0-72F0-0986-470E-EDED8CAC6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C2857-F437-9446-B4CE-C8ADBD7BF86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81272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3FAA749-0DD6-780F-CE31-F14C0E5301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E67EA8B-814F-CA55-EE2A-76C7757AF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2A5381-70D7-3E47-ACC9-459C97458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11066-DD40-974E-BB58-9F35E8F25F73}" type="datetimeFigureOut">
              <a:rPr kumimoji="1" lang="zh-TW" altLang="en-US" smtClean="0"/>
              <a:t>2026/9/8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B725E17-1517-D0E1-658E-46E99C21E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F9B7E69-6AC5-6F67-319F-79AE654FF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C2857-F437-9446-B4CE-C8ADBD7BF86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44675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826710F-37FB-574B-2B02-59B022208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1AAAC7-25C5-EB18-C499-DDB9DAF18D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2605DC8-ED1D-4E34-CEE1-BEFDD708DE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211066-DD40-974E-BB58-9F35E8F25F73}" type="datetimeFigureOut">
              <a:rPr kumimoji="1" lang="zh-TW" altLang="en-US" smtClean="0"/>
              <a:t>2026/9/8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B8A3DA3-A716-A95D-A9CB-48CFFD245C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EAD782A-046A-BAE3-5A5C-E438ABCAC9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8C2857-F437-9446-B4CE-C8ADBD7BF86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76530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2.png"/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20.png"/><Relationship Id="rId47" Type="http://schemas.openxmlformats.org/officeDocument/2006/relationships/customXml" Target="../ink/ink23.xml"/><Relationship Id="rId63" Type="http://schemas.openxmlformats.org/officeDocument/2006/relationships/customXml" Target="../ink/ink31.xml"/><Relationship Id="rId68" Type="http://schemas.openxmlformats.org/officeDocument/2006/relationships/image" Target="../media/image33.png"/><Relationship Id="rId84" Type="http://schemas.openxmlformats.org/officeDocument/2006/relationships/image" Target="../media/image41.png"/><Relationship Id="rId89" Type="http://schemas.openxmlformats.org/officeDocument/2006/relationships/customXml" Target="../ink/ink44.xml"/><Relationship Id="rId112" Type="http://schemas.openxmlformats.org/officeDocument/2006/relationships/image" Target="../media/image55.png"/><Relationship Id="rId16" Type="http://schemas.openxmlformats.org/officeDocument/2006/relationships/image" Target="../media/image7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15.png"/><Relationship Id="rId37" Type="http://schemas.openxmlformats.org/officeDocument/2006/relationships/customXml" Target="../ink/ink18.xml"/><Relationship Id="rId53" Type="http://schemas.openxmlformats.org/officeDocument/2006/relationships/customXml" Target="../ink/ink26.xml"/><Relationship Id="rId58" Type="http://schemas.openxmlformats.org/officeDocument/2006/relationships/image" Target="../media/image28.png"/><Relationship Id="rId74" Type="http://schemas.openxmlformats.org/officeDocument/2006/relationships/image" Target="../media/image36.png"/><Relationship Id="rId79" Type="http://schemas.openxmlformats.org/officeDocument/2006/relationships/customXml" Target="../ink/ink39.xml"/><Relationship Id="rId102" Type="http://schemas.openxmlformats.org/officeDocument/2006/relationships/image" Target="../media/image50.png"/><Relationship Id="rId123" Type="http://schemas.openxmlformats.org/officeDocument/2006/relationships/customXml" Target="../ink/ink61.xml"/><Relationship Id="rId128" Type="http://schemas.openxmlformats.org/officeDocument/2006/relationships/image" Target="../media/image63.png"/><Relationship Id="rId5" Type="http://schemas.openxmlformats.org/officeDocument/2006/relationships/customXml" Target="../ink/ink2.xml"/><Relationship Id="rId90" Type="http://schemas.openxmlformats.org/officeDocument/2006/relationships/image" Target="../media/image44.png"/><Relationship Id="rId95" Type="http://schemas.openxmlformats.org/officeDocument/2006/relationships/customXml" Target="../ink/ink47.xml"/><Relationship Id="rId22" Type="http://schemas.openxmlformats.org/officeDocument/2006/relationships/image" Target="../media/image10.png"/><Relationship Id="rId27" Type="http://schemas.openxmlformats.org/officeDocument/2006/relationships/customXml" Target="../ink/ink13.xml"/><Relationship Id="rId43" Type="http://schemas.openxmlformats.org/officeDocument/2006/relationships/customXml" Target="../ink/ink21.xml"/><Relationship Id="rId48" Type="http://schemas.openxmlformats.org/officeDocument/2006/relationships/image" Target="../media/image23.png"/><Relationship Id="rId64" Type="http://schemas.openxmlformats.org/officeDocument/2006/relationships/image" Target="../media/image31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18" Type="http://schemas.openxmlformats.org/officeDocument/2006/relationships/image" Target="../media/image58.png"/><Relationship Id="rId80" Type="http://schemas.openxmlformats.org/officeDocument/2006/relationships/image" Target="../media/image39.png"/><Relationship Id="rId85" Type="http://schemas.openxmlformats.org/officeDocument/2006/relationships/customXml" Target="../ink/ink42.xml"/><Relationship Id="rId12" Type="http://schemas.openxmlformats.org/officeDocument/2006/relationships/image" Target="../media/image5.png"/><Relationship Id="rId17" Type="http://schemas.openxmlformats.org/officeDocument/2006/relationships/customXml" Target="../ink/ink8.xml"/><Relationship Id="rId33" Type="http://schemas.openxmlformats.org/officeDocument/2006/relationships/customXml" Target="../ink/ink16.xml"/><Relationship Id="rId38" Type="http://schemas.openxmlformats.org/officeDocument/2006/relationships/image" Target="../media/image18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08" Type="http://schemas.openxmlformats.org/officeDocument/2006/relationships/image" Target="../media/image53.png"/><Relationship Id="rId124" Type="http://schemas.openxmlformats.org/officeDocument/2006/relationships/image" Target="../media/image61.png"/><Relationship Id="rId54" Type="http://schemas.openxmlformats.org/officeDocument/2006/relationships/image" Target="../media/image26.png"/><Relationship Id="rId70" Type="http://schemas.openxmlformats.org/officeDocument/2006/relationships/image" Target="../media/image34.png"/><Relationship Id="rId75" Type="http://schemas.openxmlformats.org/officeDocument/2006/relationships/customXml" Target="../ink/ink37.xml"/><Relationship Id="rId91" Type="http://schemas.openxmlformats.org/officeDocument/2006/relationships/customXml" Target="../ink/ink45.xml"/><Relationship Id="rId96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23" Type="http://schemas.openxmlformats.org/officeDocument/2006/relationships/customXml" Target="../ink/ink11.xml"/><Relationship Id="rId28" Type="http://schemas.openxmlformats.org/officeDocument/2006/relationships/image" Target="../media/image13.png"/><Relationship Id="rId49" Type="http://schemas.openxmlformats.org/officeDocument/2006/relationships/customXml" Target="../ink/ink24.xml"/><Relationship Id="rId114" Type="http://schemas.openxmlformats.org/officeDocument/2006/relationships/image" Target="../media/image56.png"/><Relationship Id="rId119" Type="http://schemas.openxmlformats.org/officeDocument/2006/relationships/customXml" Target="../ink/ink59.xml"/><Relationship Id="rId44" Type="http://schemas.openxmlformats.org/officeDocument/2006/relationships/image" Target="../media/image21.png"/><Relationship Id="rId60" Type="http://schemas.openxmlformats.org/officeDocument/2006/relationships/image" Target="../media/image29.png"/><Relationship Id="rId65" Type="http://schemas.openxmlformats.org/officeDocument/2006/relationships/customXml" Target="../ink/ink32.xml"/><Relationship Id="rId81" Type="http://schemas.openxmlformats.org/officeDocument/2006/relationships/customXml" Target="../ink/ink40.xml"/><Relationship Id="rId86" Type="http://schemas.openxmlformats.org/officeDocument/2006/relationships/image" Target="../media/image42.png"/><Relationship Id="rId13" Type="http://schemas.openxmlformats.org/officeDocument/2006/relationships/customXml" Target="../ink/ink6.xml"/><Relationship Id="rId18" Type="http://schemas.openxmlformats.org/officeDocument/2006/relationships/image" Target="../media/image8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16.png"/><Relationship Id="rId50" Type="http://schemas.openxmlformats.org/officeDocument/2006/relationships/image" Target="../media/image24.png"/><Relationship Id="rId55" Type="http://schemas.openxmlformats.org/officeDocument/2006/relationships/customXml" Target="../ink/ink27.xml"/><Relationship Id="rId76" Type="http://schemas.openxmlformats.org/officeDocument/2006/relationships/image" Target="../media/image37.png"/><Relationship Id="rId97" Type="http://schemas.openxmlformats.org/officeDocument/2006/relationships/customXml" Target="../ink/ink48.xml"/><Relationship Id="rId104" Type="http://schemas.openxmlformats.org/officeDocument/2006/relationships/image" Target="../media/image51.png"/><Relationship Id="rId120" Type="http://schemas.openxmlformats.org/officeDocument/2006/relationships/image" Target="../media/image59.png"/><Relationship Id="rId125" Type="http://schemas.openxmlformats.org/officeDocument/2006/relationships/customXml" Target="../ink/ink62.xml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45.png"/><Relationship Id="rId2" Type="http://schemas.openxmlformats.org/officeDocument/2006/relationships/notesSlide" Target="../notesSlides/notesSlide1.xml"/><Relationship Id="rId29" Type="http://schemas.openxmlformats.org/officeDocument/2006/relationships/customXml" Target="../ink/ink14.xml"/><Relationship Id="rId24" Type="http://schemas.openxmlformats.org/officeDocument/2006/relationships/image" Target="../media/image11.png"/><Relationship Id="rId40" Type="http://schemas.openxmlformats.org/officeDocument/2006/relationships/image" Target="../media/image19.png"/><Relationship Id="rId45" Type="http://schemas.openxmlformats.org/officeDocument/2006/relationships/customXml" Target="../ink/ink22.xml"/><Relationship Id="rId66" Type="http://schemas.openxmlformats.org/officeDocument/2006/relationships/image" Target="../media/image32.png"/><Relationship Id="rId87" Type="http://schemas.openxmlformats.org/officeDocument/2006/relationships/customXml" Target="../ink/ink43.xml"/><Relationship Id="rId110" Type="http://schemas.openxmlformats.org/officeDocument/2006/relationships/image" Target="../media/image54.png"/><Relationship Id="rId115" Type="http://schemas.openxmlformats.org/officeDocument/2006/relationships/customXml" Target="../ink/ink57.xml"/><Relationship Id="rId61" Type="http://schemas.openxmlformats.org/officeDocument/2006/relationships/customXml" Target="../ink/ink30.xml"/><Relationship Id="rId82" Type="http://schemas.openxmlformats.org/officeDocument/2006/relationships/image" Target="../media/image40.png"/><Relationship Id="rId19" Type="http://schemas.openxmlformats.org/officeDocument/2006/relationships/customXml" Target="../ink/ink9.xml"/><Relationship Id="rId14" Type="http://schemas.openxmlformats.org/officeDocument/2006/relationships/image" Target="../media/image6.png"/><Relationship Id="rId30" Type="http://schemas.openxmlformats.org/officeDocument/2006/relationships/image" Target="../media/image14.png"/><Relationship Id="rId35" Type="http://schemas.openxmlformats.org/officeDocument/2006/relationships/customXml" Target="../ink/ink17.xml"/><Relationship Id="rId56" Type="http://schemas.openxmlformats.org/officeDocument/2006/relationships/image" Target="../media/image27.png"/><Relationship Id="rId77" Type="http://schemas.openxmlformats.org/officeDocument/2006/relationships/customXml" Target="../ink/ink38.xml"/><Relationship Id="rId100" Type="http://schemas.openxmlformats.org/officeDocument/2006/relationships/image" Target="../media/image49.png"/><Relationship Id="rId105" Type="http://schemas.openxmlformats.org/officeDocument/2006/relationships/customXml" Target="../ink/ink52.xml"/><Relationship Id="rId126" Type="http://schemas.openxmlformats.org/officeDocument/2006/relationships/image" Target="../media/image62.png"/><Relationship Id="rId8" Type="http://schemas.openxmlformats.org/officeDocument/2006/relationships/image" Target="../media/image3.png"/><Relationship Id="rId51" Type="http://schemas.openxmlformats.org/officeDocument/2006/relationships/customXml" Target="../ink/ink25.xml"/><Relationship Id="rId72" Type="http://schemas.openxmlformats.org/officeDocument/2006/relationships/image" Target="../media/image35.png"/><Relationship Id="rId93" Type="http://schemas.openxmlformats.org/officeDocument/2006/relationships/customXml" Target="../ink/ink46.xml"/><Relationship Id="rId98" Type="http://schemas.openxmlformats.org/officeDocument/2006/relationships/image" Target="../media/image48.png"/><Relationship Id="rId121" Type="http://schemas.openxmlformats.org/officeDocument/2006/relationships/customXml" Target="../ink/ink60.xml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22.png"/><Relationship Id="rId67" Type="http://schemas.openxmlformats.org/officeDocument/2006/relationships/customXml" Target="../ink/ink33.xml"/><Relationship Id="rId116" Type="http://schemas.openxmlformats.org/officeDocument/2006/relationships/image" Target="../media/image57.png"/><Relationship Id="rId20" Type="http://schemas.openxmlformats.org/officeDocument/2006/relationships/image" Target="../media/image9.png"/><Relationship Id="rId41" Type="http://schemas.openxmlformats.org/officeDocument/2006/relationships/customXml" Target="../ink/ink20.xml"/><Relationship Id="rId62" Type="http://schemas.openxmlformats.org/officeDocument/2006/relationships/image" Target="../media/image30.png"/><Relationship Id="rId83" Type="http://schemas.openxmlformats.org/officeDocument/2006/relationships/customXml" Target="../ink/ink41.xml"/><Relationship Id="rId88" Type="http://schemas.openxmlformats.org/officeDocument/2006/relationships/image" Target="../media/image43.png"/><Relationship Id="rId111" Type="http://schemas.openxmlformats.org/officeDocument/2006/relationships/customXml" Target="../ink/ink55.xml"/><Relationship Id="rId15" Type="http://schemas.openxmlformats.org/officeDocument/2006/relationships/customXml" Target="../ink/ink7.xml"/><Relationship Id="rId36" Type="http://schemas.openxmlformats.org/officeDocument/2006/relationships/image" Target="../media/image17.png"/><Relationship Id="rId57" Type="http://schemas.openxmlformats.org/officeDocument/2006/relationships/customXml" Target="../ink/ink28.xml"/><Relationship Id="rId106" Type="http://schemas.openxmlformats.org/officeDocument/2006/relationships/image" Target="../media/image52.png"/><Relationship Id="rId127" Type="http://schemas.openxmlformats.org/officeDocument/2006/relationships/customXml" Target="../ink/ink63.xml"/><Relationship Id="rId10" Type="http://schemas.openxmlformats.org/officeDocument/2006/relationships/image" Target="../media/image4.png"/><Relationship Id="rId31" Type="http://schemas.openxmlformats.org/officeDocument/2006/relationships/customXml" Target="../ink/ink15.xml"/><Relationship Id="rId52" Type="http://schemas.openxmlformats.org/officeDocument/2006/relationships/image" Target="../media/image25.png"/><Relationship Id="rId73" Type="http://schemas.openxmlformats.org/officeDocument/2006/relationships/customXml" Target="../ink/ink36.xml"/><Relationship Id="rId78" Type="http://schemas.openxmlformats.org/officeDocument/2006/relationships/image" Target="../media/image38.png"/><Relationship Id="rId94" Type="http://schemas.openxmlformats.org/officeDocument/2006/relationships/image" Target="../media/image46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0.png"/><Relationship Id="rId4" Type="http://schemas.openxmlformats.org/officeDocument/2006/relationships/image" Target="../media/image1.png"/><Relationship Id="rId9" Type="http://schemas.openxmlformats.org/officeDocument/2006/relationships/customXml" Target="../ink/ink4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6.png"/><Relationship Id="rId21" Type="http://schemas.openxmlformats.org/officeDocument/2006/relationships/customXml" Target="../ink/ink73.xml"/><Relationship Id="rId42" Type="http://schemas.openxmlformats.org/officeDocument/2006/relationships/image" Target="../media/image84.png"/><Relationship Id="rId47" Type="http://schemas.openxmlformats.org/officeDocument/2006/relationships/customXml" Target="../ink/ink86.xml"/><Relationship Id="rId63" Type="http://schemas.openxmlformats.org/officeDocument/2006/relationships/customXml" Target="../ink/ink94.xml"/><Relationship Id="rId68" Type="http://schemas.openxmlformats.org/officeDocument/2006/relationships/image" Target="../media/image97.png"/><Relationship Id="rId84" Type="http://schemas.openxmlformats.org/officeDocument/2006/relationships/image" Target="../media/image105.png"/><Relationship Id="rId89" Type="http://schemas.openxmlformats.org/officeDocument/2006/relationships/customXml" Target="../ink/ink107.xml"/><Relationship Id="rId16" Type="http://schemas.openxmlformats.org/officeDocument/2006/relationships/image" Target="../media/image71.png"/><Relationship Id="rId11" Type="http://schemas.openxmlformats.org/officeDocument/2006/relationships/customXml" Target="../ink/ink68.xml"/><Relationship Id="rId32" Type="http://schemas.openxmlformats.org/officeDocument/2006/relationships/image" Target="../media/image79.png"/><Relationship Id="rId37" Type="http://schemas.openxmlformats.org/officeDocument/2006/relationships/customXml" Target="../ink/ink81.xml"/><Relationship Id="rId53" Type="http://schemas.openxmlformats.org/officeDocument/2006/relationships/customXml" Target="../ink/ink89.xml"/><Relationship Id="rId58" Type="http://schemas.openxmlformats.org/officeDocument/2006/relationships/image" Target="../media/image92.png"/><Relationship Id="rId74" Type="http://schemas.openxmlformats.org/officeDocument/2006/relationships/image" Target="../media/image100.png"/><Relationship Id="rId79" Type="http://schemas.openxmlformats.org/officeDocument/2006/relationships/customXml" Target="../ink/ink102.xml"/><Relationship Id="rId5" Type="http://schemas.openxmlformats.org/officeDocument/2006/relationships/customXml" Target="../ink/ink65.xml"/><Relationship Id="rId90" Type="http://schemas.openxmlformats.org/officeDocument/2006/relationships/image" Target="../media/image108.png"/><Relationship Id="rId14" Type="http://schemas.openxmlformats.org/officeDocument/2006/relationships/image" Target="../media/image70.png"/><Relationship Id="rId22" Type="http://schemas.openxmlformats.org/officeDocument/2006/relationships/image" Target="../media/image74.png"/><Relationship Id="rId27" Type="http://schemas.openxmlformats.org/officeDocument/2006/relationships/customXml" Target="../ink/ink76.xml"/><Relationship Id="rId30" Type="http://schemas.openxmlformats.org/officeDocument/2006/relationships/image" Target="../media/image78.png"/><Relationship Id="rId35" Type="http://schemas.openxmlformats.org/officeDocument/2006/relationships/customXml" Target="../ink/ink80.xml"/><Relationship Id="rId43" Type="http://schemas.openxmlformats.org/officeDocument/2006/relationships/customXml" Target="../ink/ink84.xml"/><Relationship Id="rId48" Type="http://schemas.openxmlformats.org/officeDocument/2006/relationships/image" Target="../media/image87.png"/><Relationship Id="rId56" Type="http://schemas.openxmlformats.org/officeDocument/2006/relationships/image" Target="../media/image91.png"/><Relationship Id="rId64" Type="http://schemas.openxmlformats.org/officeDocument/2006/relationships/image" Target="../media/image95.png"/><Relationship Id="rId69" Type="http://schemas.openxmlformats.org/officeDocument/2006/relationships/customXml" Target="../ink/ink97.xml"/><Relationship Id="rId77" Type="http://schemas.openxmlformats.org/officeDocument/2006/relationships/customXml" Target="../ink/ink101.xml"/><Relationship Id="rId8" Type="http://schemas.openxmlformats.org/officeDocument/2006/relationships/image" Target="../media/image67.png"/><Relationship Id="rId51" Type="http://schemas.openxmlformats.org/officeDocument/2006/relationships/customXml" Target="../ink/ink88.xml"/><Relationship Id="rId72" Type="http://schemas.openxmlformats.org/officeDocument/2006/relationships/image" Target="../media/image99.png"/><Relationship Id="rId80" Type="http://schemas.openxmlformats.org/officeDocument/2006/relationships/image" Target="../media/image103.png"/><Relationship Id="rId85" Type="http://schemas.openxmlformats.org/officeDocument/2006/relationships/customXml" Target="../ink/ink105.xml"/><Relationship Id="rId3" Type="http://schemas.openxmlformats.org/officeDocument/2006/relationships/customXml" Target="../ink/ink64.xml"/><Relationship Id="rId12" Type="http://schemas.openxmlformats.org/officeDocument/2006/relationships/image" Target="../media/image69.png"/><Relationship Id="rId17" Type="http://schemas.openxmlformats.org/officeDocument/2006/relationships/customXml" Target="../ink/ink71.xml"/><Relationship Id="rId25" Type="http://schemas.openxmlformats.org/officeDocument/2006/relationships/customXml" Target="../ink/ink75.xml"/><Relationship Id="rId33" Type="http://schemas.openxmlformats.org/officeDocument/2006/relationships/customXml" Target="../ink/ink79.xml"/><Relationship Id="rId38" Type="http://schemas.openxmlformats.org/officeDocument/2006/relationships/image" Target="../media/image82.png"/><Relationship Id="rId46" Type="http://schemas.openxmlformats.org/officeDocument/2006/relationships/image" Target="../media/image86.png"/><Relationship Id="rId59" Type="http://schemas.openxmlformats.org/officeDocument/2006/relationships/customXml" Target="../ink/ink92.xml"/><Relationship Id="rId67" Type="http://schemas.openxmlformats.org/officeDocument/2006/relationships/customXml" Target="../ink/ink96.xml"/><Relationship Id="rId20" Type="http://schemas.openxmlformats.org/officeDocument/2006/relationships/image" Target="../media/image73.png"/><Relationship Id="rId41" Type="http://schemas.openxmlformats.org/officeDocument/2006/relationships/customXml" Target="../ink/ink83.xml"/><Relationship Id="rId54" Type="http://schemas.openxmlformats.org/officeDocument/2006/relationships/image" Target="../media/image90.png"/><Relationship Id="rId62" Type="http://schemas.openxmlformats.org/officeDocument/2006/relationships/image" Target="../media/image94.png"/><Relationship Id="rId70" Type="http://schemas.openxmlformats.org/officeDocument/2006/relationships/image" Target="../media/image98.png"/><Relationship Id="rId75" Type="http://schemas.openxmlformats.org/officeDocument/2006/relationships/customXml" Target="../ink/ink100.xml"/><Relationship Id="rId83" Type="http://schemas.openxmlformats.org/officeDocument/2006/relationships/customXml" Target="../ink/ink104.xml"/><Relationship Id="rId88" Type="http://schemas.openxmlformats.org/officeDocument/2006/relationships/image" Target="../media/image107.png"/><Relationship Id="rId91" Type="http://schemas.openxmlformats.org/officeDocument/2006/relationships/customXml" Target="../ink/ink10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5" Type="http://schemas.openxmlformats.org/officeDocument/2006/relationships/customXml" Target="../ink/ink70.xml"/><Relationship Id="rId23" Type="http://schemas.openxmlformats.org/officeDocument/2006/relationships/customXml" Target="../ink/ink74.xml"/><Relationship Id="rId28" Type="http://schemas.openxmlformats.org/officeDocument/2006/relationships/image" Target="../media/image77.png"/><Relationship Id="rId36" Type="http://schemas.openxmlformats.org/officeDocument/2006/relationships/image" Target="../media/image81.png"/><Relationship Id="rId49" Type="http://schemas.openxmlformats.org/officeDocument/2006/relationships/customXml" Target="../ink/ink87.xml"/><Relationship Id="rId57" Type="http://schemas.openxmlformats.org/officeDocument/2006/relationships/customXml" Target="../ink/ink91.xml"/><Relationship Id="rId10" Type="http://schemas.openxmlformats.org/officeDocument/2006/relationships/image" Target="../media/image68.png"/><Relationship Id="rId31" Type="http://schemas.openxmlformats.org/officeDocument/2006/relationships/customXml" Target="../ink/ink78.xml"/><Relationship Id="rId44" Type="http://schemas.openxmlformats.org/officeDocument/2006/relationships/image" Target="../media/image85.png"/><Relationship Id="rId52" Type="http://schemas.openxmlformats.org/officeDocument/2006/relationships/image" Target="../media/image89.png"/><Relationship Id="rId60" Type="http://schemas.openxmlformats.org/officeDocument/2006/relationships/image" Target="../media/image93.png"/><Relationship Id="rId65" Type="http://schemas.openxmlformats.org/officeDocument/2006/relationships/customXml" Target="../ink/ink95.xml"/><Relationship Id="rId73" Type="http://schemas.openxmlformats.org/officeDocument/2006/relationships/customXml" Target="../ink/ink99.xml"/><Relationship Id="rId78" Type="http://schemas.openxmlformats.org/officeDocument/2006/relationships/image" Target="../media/image102.png"/><Relationship Id="rId81" Type="http://schemas.openxmlformats.org/officeDocument/2006/relationships/customXml" Target="../ink/ink103.xml"/><Relationship Id="rId86" Type="http://schemas.openxmlformats.org/officeDocument/2006/relationships/image" Target="../media/image106.png"/><Relationship Id="rId4" Type="http://schemas.openxmlformats.org/officeDocument/2006/relationships/image" Target="../media/image65.png"/><Relationship Id="rId9" Type="http://schemas.openxmlformats.org/officeDocument/2006/relationships/customXml" Target="../ink/ink67.xml"/><Relationship Id="rId13" Type="http://schemas.openxmlformats.org/officeDocument/2006/relationships/customXml" Target="../ink/ink69.xml"/><Relationship Id="rId18" Type="http://schemas.openxmlformats.org/officeDocument/2006/relationships/image" Target="../media/image72.png"/><Relationship Id="rId39" Type="http://schemas.openxmlformats.org/officeDocument/2006/relationships/customXml" Target="../ink/ink82.xml"/><Relationship Id="rId34" Type="http://schemas.openxmlformats.org/officeDocument/2006/relationships/image" Target="../media/image80.png"/><Relationship Id="rId50" Type="http://schemas.openxmlformats.org/officeDocument/2006/relationships/image" Target="../media/image88.png"/><Relationship Id="rId55" Type="http://schemas.openxmlformats.org/officeDocument/2006/relationships/customXml" Target="../ink/ink90.xml"/><Relationship Id="rId76" Type="http://schemas.openxmlformats.org/officeDocument/2006/relationships/image" Target="../media/image101.png"/><Relationship Id="rId7" Type="http://schemas.openxmlformats.org/officeDocument/2006/relationships/customXml" Target="../ink/ink66.xml"/><Relationship Id="rId71" Type="http://schemas.openxmlformats.org/officeDocument/2006/relationships/customXml" Target="../ink/ink98.xml"/><Relationship Id="rId92" Type="http://schemas.openxmlformats.org/officeDocument/2006/relationships/image" Target="../media/image109.png"/><Relationship Id="rId2" Type="http://schemas.openxmlformats.org/officeDocument/2006/relationships/image" Target="../media/image64.jpg"/><Relationship Id="rId29" Type="http://schemas.openxmlformats.org/officeDocument/2006/relationships/customXml" Target="../ink/ink77.xml"/><Relationship Id="rId24" Type="http://schemas.openxmlformats.org/officeDocument/2006/relationships/image" Target="../media/image75.png"/><Relationship Id="rId40" Type="http://schemas.openxmlformats.org/officeDocument/2006/relationships/image" Target="../media/image83.png"/><Relationship Id="rId45" Type="http://schemas.openxmlformats.org/officeDocument/2006/relationships/customXml" Target="../ink/ink85.xml"/><Relationship Id="rId66" Type="http://schemas.openxmlformats.org/officeDocument/2006/relationships/image" Target="../media/image96.png"/><Relationship Id="rId87" Type="http://schemas.openxmlformats.org/officeDocument/2006/relationships/customXml" Target="../ink/ink106.xml"/><Relationship Id="rId61" Type="http://schemas.openxmlformats.org/officeDocument/2006/relationships/customXml" Target="../ink/ink93.xml"/><Relationship Id="rId82" Type="http://schemas.openxmlformats.org/officeDocument/2006/relationships/image" Target="../media/image104.png"/><Relationship Id="rId19" Type="http://schemas.openxmlformats.org/officeDocument/2006/relationships/customXml" Target="../ink/ink7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7VFTcmGRM-k?feature=oembed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13" Type="http://schemas.openxmlformats.org/officeDocument/2006/relationships/customXml" Target="../ink/ink114.xml"/><Relationship Id="rId3" Type="http://schemas.openxmlformats.org/officeDocument/2006/relationships/customXml" Target="../ink/ink109.xml"/><Relationship Id="rId7" Type="http://schemas.openxmlformats.org/officeDocument/2006/relationships/customXml" Target="../ink/ink111.xml"/><Relationship Id="rId12" Type="http://schemas.openxmlformats.org/officeDocument/2006/relationships/image" Target="../media/image116.png"/><Relationship Id="rId2" Type="http://schemas.openxmlformats.org/officeDocument/2006/relationships/image" Target="../media/image11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11" Type="http://schemas.openxmlformats.org/officeDocument/2006/relationships/customXml" Target="../ink/ink113.xml"/><Relationship Id="rId5" Type="http://schemas.openxmlformats.org/officeDocument/2006/relationships/customXml" Target="../ink/ink110.xml"/><Relationship Id="rId10" Type="http://schemas.openxmlformats.org/officeDocument/2006/relationships/image" Target="../media/image115.png"/><Relationship Id="rId4" Type="http://schemas.openxmlformats.org/officeDocument/2006/relationships/image" Target="../media/image112.png"/><Relationship Id="rId9" Type="http://schemas.openxmlformats.org/officeDocument/2006/relationships/customXml" Target="../ink/ink112.xml"/><Relationship Id="rId14" Type="http://schemas.openxmlformats.org/officeDocument/2006/relationships/image" Target="../media/image1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31.png"/><Relationship Id="rId21" Type="http://schemas.openxmlformats.org/officeDocument/2006/relationships/customXml" Target="../ink/ink124.xml"/><Relationship Id="rId42" Type="http://schemas.openxmlformats.org/officeDocument/2006/relationships/image" Target="../media/image139.png"/><Relationship Id="rId47" Type="http://schemas.openxmlformats.org/officeDocument/2006/relationships/customXml" Target="../ink/ink137.xml"/><Relationship Id="rId63" Type="http://schemas.openxmlformats.org/officeDocument/2006/relationships/customXml" Target="../ink/ink145.xml"/><Relationship Id="rId68" Type="http://schemas.openxmlformats.org/officeDocument/2006/relationships/image" Target="../media/image152.png"/><Relationship Id="rId7" Type="http://schemas.openxmlformats.org/officeDocument/2006/relationships/customXml" Target="../ink/ink117.xml"/><Relationship Id="rId2" Type="http://schemas.openxmlformats.org/officeDocument/2006/relationships/image" Target="../media/image119.jpg"/><Relationship Id="rId16" Type="http://schemas.openxmlformats.org/officeDocument/2006/relationships/image" Target="../media/image126.png"/><Relationship Id="rId29" Type="http://schemas.openxmlformats.org/officeDocument/2006/relationships/customXml" Target="../ink/ink128.xml"/><Relationship Id="rId11" Type="http://schemas.openxmlformats.org/officeDocument/2006/relationships/customXml" Target="../ink/ink119.xml"/><Relationship Id="rId24" Type="http://schemas.openxmlformats.org/officeDocument/2006/relationships/image" Target="../media/image130.png"/><Relationship Id="rId32" Type="http://schemas.openxmlformats.org/officeDocument/2006/relationships/image" Target="../media/image134.png"/><Relationship Id="rId37" Type="http://schemas.openxmlformats.org/officeDocument/2006/relationships/customXml" Target="../ink/ink132.xml"/><Relationship Id="rId40" Type="http://schemas.openxmlformats.org/officeDocument/2006/relationships/image" Target="../media/image138.png"/><Relationship Id="rId45" Type="http://schemas.openxmlformats.org/officeDocument/2006/relationships/customXml" Target="../ink/ink136.xml"/><Relationship Id="rId53" Type="http://schemas.openxmlformats.org/officeDocument/2006/relationships/customXml" Target="../ink/ink140.xml"/><Relationship Id="rId58" Type="http://schemas.openxmlformats.org/officeDocument/2006/relationships/image" Target="../media/image147.png"/><Relationship Id="rId66" Type="http://schemas.openxmlformats.org/officeDocument/2006/relationships/image" Target="../media/image151.png"/><Relationship Id="rId5" Type="http://schemas.openxmlformats.org/officeDocument/2006/relationships/customXml" Target="../ink/ink116.xml"/><Relationship Id="rId61" Type="http://schemas.openxmlformats.org/officeDocument/2006/relationships/customXml" Target="../ink/ink144.xml"/><Relationship Id="rId19" Type="http://schemas.openxmlformats.org/officeDocument/2006/relationships/customXml" Target="../ink/ink123.xml"/><Relationship Id="rId14" Type="http://schemas.openxmlformats.org/officeDocument/2006/relationships/image" Target="../media/image125.png"/><Relationship Id="rId22" Type="http://schemas.openxmlformats.org/officeDocument/2006/relationships/image" Target="../media/image129.png"/><Relationship Id="rId27" Type="http://schemas.openxmlformats.org/officeDocument/2006/relationships/customXml" Target="../ink/ink127.xml"/><Relationship Id="rId30" Type="http://schemas.openxmlformats.org/officeDocument/2006/relationships/image" Target="../media/image133.png"/><Relationship Id="rId35" Type="http://schemas.openxmlformats.org/officeDocument/2006/relationships/customXml" Target="../ink/ink131.xml"/><Relationship Id="rId43" Type="http://schemas.openxmlformats.org/officeDocument/2006/relationships/customXml" Target="../ink/ink135.xml"/><Relationship Id="rId48" Type="http://schemas.openxmlformats.org/officeDocument/2006/relationships/image" Target="../media/image142.png"/><Relationship Id="rId56" Type="http://schemas.openxmlformats.org/officeDocument/2006/relationships/image" Target="../media/image146.png"/><Relationship Id="rId64" Type="http://schemas.openxmlformats.org/officeDocument/2006/relationships/image" Target="../media/image150.png"/><Relationship Id="rId69" Type="http://schemas.openxmlformats.org/officeDocument/2006/relationships/customXml" Target="../ink/ink148.xml"/><Relationship Id="rId8" Type="http://schemas.openxmlformats.org/officeDocument/2006/relationships/image" Target="../media/image122.png"/><Relationship Id="rId51" Type="http://schemas.openxmlformats.org/officeDocument/2006/relationships/customXml" Target="../ink/ink139.xml"/><Relationship Id="rId3" Type="http://schemas.openxmlformats.org/officeDocument/2006/relationships/customXml" Target="../ink/ink115.xml"/><Relationship Id="rId12" Type="http://schemas.openxmlformats.org/officeDocument/2006/relationships/image" Target="../media/image124.png"/><Relationship Id="rId17" Type="http://schemas.openxmlformats.org/officeDocument/2006/relationships/customXml" Target="../ink/ink122.xml"/><Relationship Id="rId25" Type="http://schemas.openxmlformats.org/officeDocument/2006/relationships/customXml" Target="../ink/ink126.xml"/><Relationship Id="rId33" Type="http://schemas.openxmlformats.org/officeDocument/2006/relationships/customXml" Target="../ink/ink130.xml"/><Relationship Id="rId38" Type="http://schemas.openxmlformats.org/officeDocument/2006/relationships/image" Target="../media/image137.png"/><Relationship Id="rId46" Type="http://schemas.openxmlformats.org/officeDocument/2006/relationships/image" Target="../media/image141.png"/><Relationship Id="rId59" Type="http://schemas.openxmlformats.org/officeDocument/2006/relationships/customXml" Target="../ink/ink143.xml"/><Relationship Id="rId67" Type="http://schemas.openxmlformats.org/officeDocument/2006/relationships/customXml" Target="../ink/ink147.xml"/><Relationship Id="rId20" Type="http://schemas.openxmlformats.org/officeDocument/2006/relationships/image" Target="../media/image128.png"/><Relationship Id="rId41" Type="http://schemas.openxmlformats.org/officeDocument/2006/relationships/customXml" Target="../ink/ink134.xml"/><Relationship Id="rId54" Type="http://schemas.openxmlformats.org/officeDocument/2006/relationships/image" Target="../media/image145.png"/><Relationship Id="rId62" Type="http://schemas.openxmlformats.org/officeDocument/2006/relationships/image" Target="../media/image149.png"/><Relationship Id="rId70" Type="http://schemas.openxmlformats.org/officeDocument/2006/relationships/image" Target="../media/image1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15" Type="http://schemas.openxmlformats.org/officeDocument/2006/relationships/customXml" Target="../ink/ink121.xml"/><Relationship Id="rId23" Type="http://schemas.openxmlformats.org/officeDocument/2006/relationships/customXml" Target="../ink/ink125.xml"/><Relationship Id="rId28" Type="http://schemas.openxmlformats.org/officeDocument/2006/relationships/image" Target="../media/image132.png"/><Relationship Id="rId36" Type="http://schemas.openxmlformats.org/officeDocument/2006/relationships/image" Target="../media/image136.png"/><Relationship Id="rId49" Type="http://schemas.openxmlformats.org/officeDocument/2006/relationships/customXml" Target="../ink/ink138.xml"/><Relationship Id="rId57" Type="http://schemas.openxmlformats.org/officeDocument/2006/relationships/customXml" Target="../ink/ink142.xml"/><Relationship Id="rId10" Type="http://schemas.openxmlformats.org/officeDocument/2006/relationships/image" Target="../media/image123.png"/><Relationship Id="rId31" Type="http://schemas.openxmlformats.org/officeDocument/2006/relationships/customXml" Target="../ink/ink129.xml"/><Relationship Id="rId44" Type="http://schemas.openxmlformats.org/officeDocument/2006/relationships/image" Target="../media/image140.png"/><Relationship Id="rId52" Type="http://schemas.openxmlformats.org/officeDocument/2006/relationships/image" Target="../media/image144.png"/><Relationship Id="rId60" Type="http://schemas.openxmlformats.org/officeDocument/2006/relationships/image" Target="../media/image148.png"/><Relationship Id="rId65" Type="http://schemas.openxmlformats.org/officeDocument/2006/relationships/customXml" Target="../ink/ink146.xml"/><Relationship Id="rId4" Type="http://schemas.openxmlformats.org/officeDocument/2006/relationships/image" Target="../media/image120.png"/><Relationship Id="rId9" Type="http://schemas.openxmlformats.org/officeDocument/2006/relationships/customXml" Target="../ink/ink118.xml"/><Relationship Id="rId13" Type="http://schemas.openxmlformats.org/officeDocument/2006/relationships/customXml" Target="../ink/ink120.xml"/><Relationship Id="rId18" Type="http://schemas.openxmlformats.org/officeDocument/2006/relationships/image" Target="../media/image127.png"/><Relationship Id="rId39" Type="http://schemas.openxmlformats.org/officeDocument/2006/relationships/customXml" Target="../ink/ink133.xml"/><Relationship Id="rId34" Type="http://schemas.openxmlformats.org/officeDocument/2006/relationships/image" Target="../media/image135.png"/><Relationship Id="rId50" Type="http://schemas.openxmlformats.org/officeDocument/2006/relationships/image" Target="../media/image143.png"/><Relationship Id="rId55" Type="http://schemas.openxmlformats.org/officeDocument/2006/relationships/customXml" Target="../ink/ink14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54.xml"/><Relationship Id="rId18" Type="http://schemas.openxmlformats.org/officeDocument/2006/relationships/image" Target="../media/image162.png"/><Relationship Id="rId26" Type="http://schemas.openxmlformats.org/officeDocument/2006/relationships/image" Target="../media/image166.png"/><Relationship Id="rId39" Type="http://schemas.openxmlformats.org/officeDocument/2006/relationships/customXml" Target="../ink/ink167.xml"/><Relationship Id="rId21" Type="http://schemas.openxmlformats.org/officeDocument/2006/relationships/customXml" Target="../ink/ink158.xml"/><Relationship Id="rId34" Type="http://schemas.openxmlformats.org/officeDocument/2006/relationships/image" Target="../media/image170.png"/><Relationship Id="rId42" Type="http://schemas.openxmlformats.org/officeDocument/2006/relationships/image" Target="../media/image174.png"/><Relationship Id="rId7" Type="http://schemas.openxmlformats.org/officeDocument/2006/relationships/customXml" Target="../ink/ink151.xml"/><Relationship Id="rId2" Type="http://schemas.openxmlformats.org/officeDocument/2006/relationships/image" Target="../media/image154.jpg"/><Relationship Id="rId16" Type="http://schemas.openxmlformats.org/officeDocument/2006/relationships/image" Target="../media/image161.png"/><Relationship Id="rId29" Type="http://schemas.openxmlformats.org/officeDocument/2006/relationships/customXml" Target="../ink/ink1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6.png"/><Relationship Id="rId11" Type="http://schemas.openxmlformats.org/officeDocument/2006/relationships/customXml" Target="../ink/ink153.xml"/><Relationship Id="rId24" Type="http://schemas.openxmlformats.org/officeDocument/2006/relationships/image" Target="../media/image165.png"/><Relationship Id="rId32" Type="http://schemas.openxmlformats.org/officeDocument/2006/relationships/image" Target="../media/image169.png"/><Relationship Id="rId37" Type="http://schemas.openxmlformats.org/officeDocument/2006/relationships/customXml" Target="../ink/ink166.xml"/><Relationship Id="rId40" Type="http://schemas.openxmlformats.org/officeDocument/2006/relationships/image" Target="../media/image173.png"/><Relationship Id="rId45" Type="http://schemas.openxmlformats.org/officeDocument/2006/relationships/customXml" Target="../ink/ink170.xml"/><Relationship Id="rId5" Type="http://schemas.openxmlformats.org/officeDocument/2006/relationships/customXml" Target="../ink/ink150.xml"/><Relationship Id="rId15" Type="http://schemas.openxmlformats.org/officeDocument/2006/relationships/customXml" Target="../ink/ink155.xml"/><Relationship Id="rId23" Type="http://schemas.openxmlformats.org/officeDocument/2006/relationships/customXml" Target="../ink/ink159.xml"/><Relationship Id="rId28" Type="http://schemas.openxmlformats.org/officeDocument/2006/relationships/image" Target="../media/image167.png"/><Relationship Id="rId36" Type="http://schemas.openxmlformats.org/officeDocument/2006/relationships/image" Target="../media/image171.png"/><Relationship Id="rId10" Type="http://schemas.openxmlformats.org/officeDocument/2006/relationships/image" Target="../media/image158.png"/><Relationship Id="rId19" Type="http://schemas.openxmlformats.org/officeDocument/2006/relationships/customXml" Target="../ink/ink157.xml"/><Relationship Id="rId31" Type="http://schemas.openxmlformats.org/officeDocument/2006/relationships/customXml" Target="../ink/ink163.xml"/><Relationship Id="rId44" Type="http://schemas.openxmlformats.org/officeDocument/2006/relationships/image" Target="../media/image175.png"/><Relationship Id="rId4" Type="http://schemas.openxmlformats.org/officeDocument/2006/relationships/image" Target="../media/image155.png"/><Relationship Id="rId9" Type="http://schemas.openxmlformats.org/officeDocument/2006/relationships/customXml" Target="../ink/ink152.xml"/><Relationship Id="rId14" Type="http://schemas.openxmlformats.org/officeDocument/2006/relationships/image" Target="../media/image160.png"/><Relationship Id="rId22" Type="http://schemas.openxmlformats.org/officeDocument/2006/relationships/image" Target="../media/image164.png"/><Relationship Id="rId27" Type="http://schemas.openxmlformats.org/officeDocument/2006/relationships/customXml" Target="../ink/ink161.xml"/><Relationship Id="rId30" Type="http://schemas.openxmlformats.org/officeDocument/2006/relationships/image" Target="../media/image168.png"/><Relationship Id="rId35" Type="http://schemas.openxmlformats.org/officeDocument/2006/relationships/customXml" Target="../ink/ink165.xml"/><Relationship Id="rId43" Type="http://schemas.openxmlformats.org/officeDocument/2006/relationships/customXml" Target="../ink/ink169.xml"/><Relationship Id="rId8" Type="http://schemas.openxmlformats.org/officeDocument/2006/relationships/image" Target="../media/image157.png"/><Relationship Id="rId3" Type="http://schemas.openxmlformats.org/officeDocument/2006/relationships/customXml" Target="../ink/ink149.xml"/><Relationship Id="rId12" Type="http://schemas.openxmlformats.org/officeDocument/2006/relationships/image" Target="../media/image159.png"/><Relationship Id="rId17" Type="http://schemas.openxmlformats.org/officeDocument/2006/relationships/customXml" Target="../ink/ink156.xml"/><Relationship Id="rId25" Type="http://schemas.openxmlformats.org/officeDocument/2006/relationships/customXml" Target="../ink/ink160.xml"/><Relationship Id="rId33" Type="http://schemas.openxmlformats.org/officeDocument/2006/relationships/customXml" Target="../ink/ink164.xml"/><Relationship Id="rId38" Type="http://schemas.openxmlformats.org/officeDocument/2006/relationships/image" Target="../media/image172.png"/><Relationship Id="rId46" Type="http://schemas.openxmlformats.org/officeDocument/2006/relationships/image" Target="../media/image176.png"/><Relationship Id="rId20" Type="http://schemas.openxmlformats.org/officeDocument/2006/relationships/image" Target="../media/image163.png"/><Relationship Id="rId41" Type="http://schemas.openxmlformats.org/officeDocument/2006/relationships/customXml" Target="../ink/ink16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1.xml"/><Relationship Id="rId2" Type="http://schemas.openxmlformats.org/officeDocument/2006/relationships/image" Target="../media/image154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8.png"/><Relationship Id="rId5" Type="http://schemas.openxmlformats.org/officeDocument/2006/relationships/customXml" Target="../ink/ink172.xml"/><Relationship Id="rId4" Type="http://schemas.openxmlformats.org/officeDocument/2006/relationships/image" Target="../media/image17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png"/><Relationship Id="rId13" Type="http://schemas.openxmlformats.org/officeDocument/2006/relationships/customXml" Target="../ink/ink178.xml"/><Relationship Id="rId18" Type="http://schemas.openxmlformats.org/officeDocument/2006/relationships/image" Target="../media/image187.png"/><Relationship Id="rId26" Type="http://schemas.openxmlformats.org/officeDocument/2006/relationships/image" Target="../media/image191.png"/><Relationship Id="rId3" Type="http://schemas.openxmlformats.org/officeDocument/2006/relationships/customXml" Target="../ink/ink173.xml"/><Relationship Id="rId21" Type="http://schemas.openxmlformats.org/officeDocument/2006/relationships/customXml" Target="../ink/ink182.xml"/><Relationship Id="rId7" Type="http://schemas.openxmlformats.org/officeDocument/2006/relationships/customXml" Target="../ink/ink175.xml"/><Relationship Id="rId12" Type="http://schemas.openxmlformats.org/officeDocument/2006/relationships/image" Target="../media/image184.png"/><Relationship Id="rId17" Type="http://schemas.openxmlformats.org/officeDocument/2006/relationships/customXml" Target="../ink/ink180.xml"/><Relationship Id="rId25" Type="http://schemas.openxmlformats.org/officeDocument/2006/relationships/customXml" Target="../ink/ink184.xml"/><Relationship Id="rId2" Type="http://schemas.openxmlformats.org/officeDocument/2006/relationships/image" Target="../media/image179.jpg"/><Relationship Id="rId16" Type="http://schemas.openxmlformats.org/officeDocument/2006/relationships/image" Target="../media/image186.png"/><Relationship Id="rId20" Type="http://schemas.openxmlformats.org/officeDocument/2006/relationships/image" Target="../media/image188.png"/><Relationship Id="rId29" Type="http://schemas.openxmlformats.org/officeDocument/2006/relationships/customXml" Target="../ink/ink18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1.png"/><Relationship Id="rId11" Type="http://schemas.openxmlformats.org/officeDocument/2006/relationships/customXml" Target="../ink/ink177.xml"/><Relationship Id="rId24" Type="http://schemas.openxmlformats.org/officeDocument/2006/relationships/image" Target="../media/image190.png"/><Relationship Id="rId32" Type="http://schemas.openxmlformats.org/officeDocument/2006/relationships/image" Target="../media/image194.png"/><Relationship Id="rId5" Type="http://schemas.openxmlformats.org/officeDocument/2006/relationships/customXml" Target="../ink/ink174.xml"/><Relationship Id="rId15" Type="http://schemas.openxmlformats.org/officeDocument/2006/relationships/customXml" Target="../ink/ink179.xml"/><Relationship Id="rId23" Type="http://schemas.openxmlformats.org/officeDocument/2006/relationships/customXml" Target="../ink/ink183.xml"/><Relationship Id="rId28" Type="http://schemas.openxmlformats.org/officeDocument/2006/relationships/image" Target="../media/image192.png"/><Relationship Id="rId10" Type="http://schemas.openxmlformats.org/officeDocument/2006/relationships/image" Target="../media/image183.png"/><Relationship Id="rId19" Type="http://schemas.openxmlformats.org/officeDocument/2006/relationships/customXml" Target="../ink/ink181.xml"/><Relationship Id="rId31" Type="http://schemas.openxmlformats.org/officeDocument/2006/relationships/customXml" Target="../ink/ink187.xml"/><Relationship Id="rId4" Type="http://schemas.openxmlformats.org/officeDocument/2006/relationships/image" Target="../media/image180.png"/><Relationship Id="rId9" Type="http://schemas.openxmlformats.org/officeDocument/2006/relationships/customXml" Target="../ink/ink176.xml"/><Relationship Id="rId14" Type="http://schemas.openxmlformats.org/officeDocument/2006/relationships/image" Target="../media/image185.png"/><Relationship Id="rId22" Type="http://schemas.openxmlformats.org/officeDocument/2006/relationships/image" Target="../media/image189.png"/><Relationship Id="rId27" Type="http://schemas.openxmlformats.org/officeDocument/2006/relationships/customXml" Target="../ink/ink185.xml"/><Relationship Id="rId30" Type="http://schemas.openxmlformats.org/officeDocument/2006/relationships/image" Target="../media/image19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06.png"/><Relationship Id="rId21" Type="http://schemas.openxmlformats.org/officeDocument/2006/relationships/customXml" Target="../ink/ink197.xml"/><Relationship Id="rId42" Type="http://schemas.openxmlformats.org/officeDocument/2006/relationships/image" Target="../media/image214.png"/><Relationship Id="rId47" Type="http://schemas.openxmlformats.org/officeDocument/2006/relationships/customXml" Target="../ink/ink210.xml"/><Relationship Id="rId63" Type="http://schemas.openxmlformats.org/officeDocument/2006/relationships/image" Target="../media/image224.png"/><Relationship Id="rId68" Type="http://schemas.openxmlformats.org/officeDocument/2006/relationships/customXml" Target="../ink/ink221.xml"/><Relationship Id="rId2" Type="http://schemas.openxmlformats.org/officeDocument/2006/relationships/image" Target="../media/image195.jpg"/><Relationship Id="rId16" Type="http://schemas.openxmlformats.org/officeDocument/2006/relationships/image" Target="../media/image202.png"/><Relationship Id="rId29" Type="http://schemas.openxmlformats.org/officeDocument/2006/relationships/customXml" Target="../ink/ink201.xml"/><Relationship Id="rId11" Type="http://schemas.openxmlformats.org/officeDocument/2006/relationships/customXml" Target="../ink/ink192.xml"/><Relationship Id="rId24" Type="http://schemas.openxmlformats.org/officeDocument/2006/relationships/image" Target="../media/image205.png"/><Relationship Id="rId32" Type="http://schemas.openxmlformats.org/officeDocument/2006/relationships/image" Target="../media/image209.png"/><Relationship Id="rId37" Type="http://schemas.openxmlformats.org/officeDocument/2006/relationships/customXml" Target="../ink/ink205.xml"/><Relationship Id="rId40" Type="http://schemas.openxmlformats.org/officeDocument/2006/relationships/image" Target="../media/image213.png"/><Relationship Id="rId45" Type="http://schemas.openxmlformats.org/officeDocument/2006/relationships/customXml" Target="../ink/ink209.xml"/><Relationship Id="rId53" Type="http://schemas.openxmlformats.org/officeDocument/2006/relationships/image" Target="../media/image219.png"/><Relationship Id="rId58" Type="http://schemas.openxmlformats.org/officeDocument/2006/relationships/customXml" Target="../ink/ink216.xml"/><Relationship Id="rId66" Type="http://schemas.openxmlformats.org/officeDocument/2006/relationships/customXml" Target="../ink/ink220.xml"/><Relationship Id="rId74" Type="http://schemas.openxmlformats.org/officeDocument/2006/relationships/customXml" Target="../ink/ink224.xml"/><Relationship Id="rId5" Type="http://schemas.openxmlformats.org/officeDocument/2006/relationships/customXml" Target="../ink/ink189.xml"/><Relationship Id="rId61" Type="http://schemas.openxmlformats.org/officeDocument/2006/relationships/image" Target="../media/image223.png"/><Relationship Id="rId19" Type="http://schemas.openxmlformats.org/officeDocument/2006/relationships/customXml" Target="../ink/ink196.xml"/><Relationship Id="rId14" Type="http://schemas.openxmlformats.org/officeDocument/2006/relationships/image" Target="../media/image201.png"/><Relationship Id="rId22" Type="http://schemas.openxmlformats.org/officeDocument/2006/relationships/image" Target="../media/image204.png"/><Relationship Id="rId27" Type="http://schemas.openxmlformats.org/officeDocument/2006/relationships/customXml" Target="../ink/ink200.xml"/><Relationship Id="rId30" Type="http://schemas.openxmlformats.org/officeDocument/2006/relationships/image" Target="../media/image208.png"/><Relationship Id="rId35" Type="http://schemas.openxmlformats.org/officeDocument/2006/relationships/customXml" Target="../ink/ink204.xml"/><Relationship Id="rId43" Type="http://schemas.openxmlformats.org/officeDocument/2006/relationships/customXml" Target="../ink/ink208.xml"/><Relationship Id="rId48" Type="http://schemas.openxmlformats.org/officeDocument/2006/relationships/customXml" Target="../ink/ink211.xml"/><Relationship Id="rId56" Type="http://schemas.openxmlformats.org/officeDocument/2006/relationships/customXml" Target="../ink/ink215.xml"/><Relationship Id="rId64" Type="http://schemas.openxmlformats.org/officeDocument/2006/relationships/customXml" Target="../ink/ink219.xml"/><Relationship Id="rId69" Type="http://schemas.openxmlformats.org/officeDocument/2006/relationships/image" Target="../media/image227.png"/><Relationship Id="rId8" Type="http://schemas.openxmlformats.org/officeDocument/2006/relationships/image" Target="../media/image198.png"/><Relationship Id="rId51" Type="http://schemas.openxmlformats.org/officeDocument/2006/relationships/image" Target="../media/image218.png"/><Relationship Id="rId72" Type="http://schemas.openxmlformats.org/officeDocument/2006/relationships/customXml" Target="../ink/ink223.xml"/><Relationship Id="rId3" Type="http://schemas.openxmlformats.org/officeDocument/2006/relationships/customXml" Target="../ink/ink188.xml"/><Relationship Id="rId12" Type="http://schemas.openxmlformats.org/officeDocument/2006/relationships/image" Target="../media/image200.png"/><Relationship Id="rId17" Type="http://schemas.openxmlformats.org/officeDocument/2006/relationships/customXml" Target="../ink/ink195.xml"/><Relationship Id="rId25" Type="http://schemas.openxmlformats.org/officeDocument/2006/relationships/customXml" Target="../ink/ink199.xml"/><Relationship Id="rId33" Type="http://schemas.openxmlformats.org/officeDocument/2006/relationships/customXml" Target="../ink/ink203.xml"/><Relationship Id="rId38" Type="http://schemas.openxmlformats.org/officeDocument/2006/relationships/image" Target="../media/image212.png"/><Relationship Id="rId46" Type="http://schemas.openxmlformats.org/officeDocument/2006/relationships/image" Target="../media/image216.png"/><Relationship Id="rId59" Type="http://schemas.openxmlformats.org/officeDocument/2006/relationships/image" Target="../media/image222.png"/><Relationship Id="rId67" Type="http://schemas.openxmlformats.org/officeDocument/2006/relationships/image" Target="../media/image226.png"/><Relationship Id="rId20" Type="http://schemas.openxmlformats.org/officeDocument/2006/relationships/image" Target="../media/image203.png"/><Relationship Id="rId41" Type="http://schemas.openxmlformats.org/officeDocument/2006/relationships/customXml" Target="../ink/ink207.xml"/><Relationship Id="rId54" Type="http://schemas.openxmlformats.org/officeDocument/2006/relationships/customXml" Target="../ink/ink214.xml"/><Relationship Id="rId62" Type="http://schemas.openxmlformats.org/officeDocument/2006/relationships/customXml" Target="../ink/ink218.xml"/><Relationship Id="rId70" Type="http://schemas.openxmlformats.org/officeDocument/2006/relationships/customXml" Target="../ink/ink222.xml"/><Relationship Id="rId75" Type="http://schemas.openxmlformats.org/officeDocument/2006/relationships/image" Target="../media/image2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7.png"/><Relationship Id="rId15" Type="http://schemas.openxmlformats.org/officeDocument/2006/relationships/customXml" Target="../ink/ink194.xml"/><Relationship Id="rId23" Type="http://schemas.openxmlformats.org/officeDocument/2006/relationships/customXml" Target="../ink/ink198.xml"/><Relationship Id="rId28" Type="http://schemas.openxmlformats.org/officeDocument/2006/relationships/image" Target="../media/image207.png"/><Relationship Id="rId36" Type="http://schemas.openxmlformats.org/officeDocument/2006/relationships/image" Target="../media/image211.png"/><Relationship Id="rId49" Type="http://schemas.openxmlformats.org/officeDocument/2006/relationships/image" Target="../media/image217.png"/><Relationship Id="rId57" Type="http://schemas.openxmlformats.org/officeDocument/2006/relationships/image" Target="../media/image221.png"/><Relationship Id="rId10" Type="http://schemas.openxmlformats.org/officeDocument/2006/relationships/image" Target="../media/image199.png"/><Relationship Id="rId31" Type="http://schemas.openxmlformats.org/officeDocument/2006/relationships/customXml" Target="../ink/ink202.xml"/><Relationship Id="rId44" Type="http://schemas.openxmlformats.org/officeDocument/2006/relationships/image" Target="../media/image215.png"/><Relationship Id="rId52" Type="http://schemas.openxmlformats.org/officeDocument/2006/relationships/customXml" Target="../ink/ink213.xml"/><Relationship Id="rId60" Type="http://schemas.openxmlformats.org/officeDocument/2006/relationships/customXml" Target="../ink/ink217.xml"/><Relationship Id="rId65" Type="http://schemas.openxmlformats.org/officeDocument/2006/relationships/image" Target="../media/image225.png"/><Relationship Id="rId73" Type="http://schemas.openxmlformats.org/officeDocument/2006/relationships/image" Target="../media/image229.png"/><Relationship Id="rId4" Type="http://schemas.openxmlformats.org/officeDocument/2006/relationships/image" Target="../media/image196.png"/><Relationship Id="rId9" Type="http://schemas.openxmlformats.org/officeDocument/2006/relationships/customXml" Target="../ink/ink191.xml"/><Relationship Id="rId13" Type="http://schemas.openxmlformats.org/officeDocument/2006/relationships/customXml" Target="../ink/ink193.xml"/><Relationship Id="rId18" Type="http://schemas.openxmlformats.org/officeDocument/2006/relationships/image" Target="../media/image176.png"/><Relationship Id="rId39" Type="http://schemas.openxmlformats.org/officeDocument/2006/relationships/customXml" Target="../ink/ink206.xml"/><Relationship Id="rId34" Type="http://schemas.openxmlformats.org/officeDocument/2006/relationships/image" Target="../media/image210.png"/><Relationship Id="rId50" Type="http://schemas.openxmlformats.org/officeDocument/2006/relationships/customXml" Target="../ink/ink212.xml"/><Relationship Id="rId55" Type="http://schemas.openxmlformats.org/officeDocument/2006/relationships/image" Target="../media/image220.png"/><Relationship Id="rId7" Type="http://schemas.openxmlformats.org/officeDocument/2006/relationships/customXml" Target="../ink/ink190.xml"/><Relationship Id="rId71" Type="http://schemas.openxmlformats.org/officeDocument/2006/relationships/image" Target="../media/image228.png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06.png"/><Relationship Id="rId21" Type="http://schemas.openxmlformats.org/officeDocument/2006/relationships/customXml" Target="../ink/ink234.xml"/><Relationship Id="rId42" Type="http://schemas.openxmlformats.org/officeDocument/2006/relationships/image" Target="../media/image214.png"/><Relationship Id="rId47" Type="http://schemas.openxmlformats.org/officeDocument/2006/relationships/customXml" Target="../ink/ink247.xml"/><Relationship Id="rId63" Type="http://schemas.openxmlformats.org/officeDocument/2006/relationships/image" Target="../media/image224.png"/><Relationship Id="rId68" Type="http://schemas.openxmlformats.org/officeDocument/2006/relationships/customXml" Target="../ink/ink258.xml"/><Relationship Id="rId2" Type="http://schemas.openxmlformats.org/officeDocument/2006/relationships/image" Target="../media/image195.jpg"/><Relationship Id="rId16" Type="http://schemas.openxmlformats.org/officeDocument/2006/relationships/image" Target="../media/image202.png"/><Relationship Id="rId29" Type="http://schemas.openxmlformats.org/officeDocument/2006/relationships/customXml" Target="../ink/ink238.xml"/><Relationship Id="rId11" Type="http://schemas.openxmlformats.org/officeDocument/2006/relationships/customXml" Target="../ink/ink229.xml"/><Relationship Id="rId24" Type="http://schemas.openxmlformats.org/officeDocument/2006/relationships/image" Target="../media/image205.png"/><Relationship Id="rId32" Type="http://schemas.openxmlformats.org/officeDocument/2006/relationships/image" Target="../media/image209.png"/><Relationship Id="rId37" Type="http://schemas.openxmlformats.org/officeDocument/2006/relationships/customXml" Target="../ink/ink242.xml"/><Relationship Id="rId40" Type="http://schemas.openxmlformats.org/officeDocument/2006/relationships/image" Target="../media/image213.png"/><Relationship Id="rId45" Type="http://schemas.openxmlformats.org/officeDocument/2006/relationships/customXml" Target="../ink/ink246.xml"/><Relationship Id="rId53" Type="http://schemas.openxmlformats.org/officeDocument/2006/relationships/image" Target="../media/image219.png"/><Relationship Id="rId58" Type="http://schemas.openxmlformats.org/officeDocument/2006/relationships/customXml" Target="../ink/ink253.xml"/><Relationship Id="rId66" Type="http://schemas.openxmlformats.org/officeDocument/2006/relationships/customXml" Target="../ink/ink257.xml"/><Relationship Id="rId74" Type="http://schemas.openxmlformats.org/officeDocument/2006/relationships/customXml" Target="../ink/ink261.xml"/><Relationship Id="rId5" Type="http://schemas.openxmlformats.org/officeDocument/2006/relationships/customXml" Target="../ink/ink226.xml"/><Relationship Id="rId61" Type="http://schemas.openxmlformats.org/officeDocument/2006/relationships/image" Target="../media/image223.png"/><Relationship Id="rId19" Type="http://schemas.openxmlformats.org/officeDocument/2006/relationships/customXml" Target="../ink/ink233.xml"/><Relationship Id="rId14" Type="http://schemas.openxmlformats.org/officeDocument/2006/relationships/image" Target="../media/image201.png"/><Relationship Id="rId22" Type="http://schemas.openxmlformats.org/officeDocument/2006/relationships/image" Target="../media/image204.png"/><Relationship Id="rId27" Type="http://schemas.openxmlformats.org/officeDocument/2006/relationships/customXml" Target="../ink/ink237.xml"/><Relationship Id="rId30" Type="http://schemas.openxmlformats.org/officeDocument/2006/relationships/image" Target="../media/image208.png"/><Relationship Id="rId35" Type="http://schemas.openxmlformats.org/officeDocument/2006/relationships/customXml" Target="../ink/ink241.xml"/><Relationship Id="rId43" Type="http://schemas.openxmlformats.org/officeDocument/2006/relationships/customXml" Target="../ink/ink245.xml"/><Relationship Id="rId48" Type="http://schemas.openxmlformats.org/officeDocument/2006/relationships/customXml" Target="../ink/ink248.xml"/><Relationship Id="rId56" Type="http://schemas.openxmlformats.org/officeDocument/2006/relationships/customXml" Target="../ink/ink252.xml"/><Relationship Id="rId64" Type="http://schemas.openxmlformats.org/officeDocument/2006/relationships/customXml" Target="../ink/ink256.xml"/><Relationship Id="rId69" Type="http://schemas.openxmlformats.org/officeDocument/2006/relationships/image" Target="../media/image227.png"/><Relationship Id="rId8" Type="http://schemas.openxmlformats.org/officeDocument/2006/relationships/image" Target="../media/image198.png"/><Relationship Id="rId51" Type="http://schemas.openxmlformats.org/officeDocument/2006/relationships/image" Target="../media/image218.png"/><Relationship Id="rId72" Type="http://schemas.openxmlformats.org/officeDocument/2006/relationships/customXml" Target="../ink/ink260.xml"/><Relationship Id="rId3" Type="http://schemas.openxmlformats.org/officeDocument/2006/relationships/customXml" Target="../ink/ink225.xml"/><Relationship Id="rId12" Type="http://schemas.openxmlformats.org/officeDocument/2006/relationships/image" Target="../media/image200.png"/><Relationship Id="rId17" Type="http://schemas.openxmlformats.org/officeDocument/2006/relationships/customXml" Target="../ink/ink232.xml"/><Relationship Id="rId25" Type="http://schemas.openxmlformats.org/officeDocument/2006/relationships/customXml" Target="../ink/ink236.xml"/><Relationship Id="rId33" Type="http://schemas.openxmlformats.org/officeDocument/2006/relationships/customXml" Target="../ink/ink240.xml"/><Relationship Id="rId38" Type="http://schemas.openxmlformats.org/officeDocument/2006/relationships/image" Target="../media/image212.png"/><Relationship Id="rId46" Type="http://schemas.openxmlformats.org/officeDocument/2006/relationships/image" Target="../media/image216.png"/><Relationship Id="rId59" Type="http://schemas.openxmlformats.org/officeDocument/2006/relationships/image" Target="../media/image222.png"/><Relationship Id="rId67" Type="http://schemas.openxmlformats.org/officeDocument/2006/relationships/image" Target="../media/image226.png"/><Relationship Id="rId20" Type="http://schemas.openxmlformats.org/officeDocument/2006/relationships/image" Target="../media/image203.png"/><Relationship Id="rId41" Type="http://schemas.openxmlformats.org/officeDocument/2006/relationships/customXml" Target="../ink/ink244.xml"/><Relationship Id="rId54" Type="http://schemas.openxmlformats.org/officeDocument/2006/relationships/customXml" Target="../ink/ink251.xml"/><Relationship Id="rId62" Type="http://schemas.openxmlformats.org/officeDocument/2006/relationships/customXml" Target="../ink/ink255.xml"/><Relationship Id="rId70" Type="http://schemas.openxmlformats.org/officeDocument/2006/relationships/customXml" Target="../ink/ink259.xml"/><Relationship Id="rId75" Type="http://schemas.openxmlformats.org/officeDocument/2006/relationships/image" Target="../media/image2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7.png"/><Relationship Id="rId15" Type="http://schemas.openxmlformats.org/officeDocument/2006/relationships/customXml" Target="../ink/ink231.xml"/><Relationship Id="rId23" Type="http://schemas.openxmlformats.org/officeDocument/2006/relationships/customXml" Target="../ink/ink235.xml"/><Relationship Id="rId28" Type="http://schemas.openxmlformats.org/officeDocument/2006/relationships/image" Target="../media/image207.png"/><Relationship Id="rId36" Type="http://schemas.openxmlformats.org/officeDocument/2006/relationships/image" Target="../media/image211.png"/><Relationship Id="rId49" Type="http://schemas.openxmlformats.org/officeDocument/2006/relationships/image" Target="../media/image217.png"/><Relationship Id="rId57" Type="http://schemas.openxmlformats.org/officeDocument/2006/relationships/image" Target="../media/image221.png"/><Relationship Id="rId10" Type="http://schemas.openxmlformats.org/officeDocument/2006/relationships/image" Target="../media/image199.png"/><Relationship Id="rId31" Type="http://schemas.openxmlformats.org/officeDocument/2006/relationships/customXml" Target="../ink/ink239.xml"/><Relationship Id="rId44" Type="http://schemas.openxmlformats.org/officeDocument/2006/relationships/image" Target="../media/image215.png"/><Relationship Id="rId52" Type="http://schemas.openxmlformats.org/officeDocument/2006/relationships/customXml" Target="../ink/ink250.xml"/><Relationship Id="rId60" Type="http://schemas.openxmlformats.org/officeDocument/2006/relationships/customXml" Target="../ink/ink254.xml"/><Relationship Id="rId65" Type="http://schemas.openxmlformats.org/officeDocument/2006/relationships/image" Target="../media/image225.png"/><Relationship Id="rId73" Type="http://schemas.openxmlformats.org/officeDocument/2006/relationships/image" Target="../media/image229.png"/><Relationship Id="rId4" Type="http://schemas.openxmlformats.org/officeDocument/2006/relationships/image" Target="../media/image196.png"/><Relationship Id="rId9" Type="http://schemas.openxmlformats.org/officeDocument/2006/relationships/customXml" Target="../ink/ink228.xml"/><Relationship Id="rId13" Type="http://schemas.openxmlformats.org/officeDocument/2006/relationships/customXml" Target="../ink/ink230.xml"/><Relationship Id="rId18" Type="http://schemas.openxmlformats.org/officeDocument/2006/relationships/image" Target="../media/image176.png"/><Relationship Id="rId39" Type="http://schemas.openxmlformats.org/officeDocument/2006/relationships/customXml" Target="../ink/ink243.xml"/><Relationship Id="rId34" Type="http://schemas.openxmlformats.org/officeDocument/2006/relationships/image" Target="../media/image210.png"/><Relationship Id="rId50" Type="http://schemas.openxmlformats.org/officeDocument/2006/relationships/customXml" Target="../ink/ink249.xml"/><Relationship Id="rId55" Type="http://schemas.openxmlformats.org/officeDocument/2006/relationships/image" Target="../media/image220.png"/><Relationship Id="rId7" Type="http://schemas.openxmlformats.org/officeDocument/2006/relationships/customXml" Target="../ink/ink227.xml"/><Relationship Id="rId71" Type="http://schemas.openxmlformats.org/officeDocument/2006/relationships/image" Target="../media/image22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png"/><Relationship Id="rId13" Type="http://schemas.openxmlformats.org/officeDocument/2006/relationships/customXml" Target="../ink/ink267.xml"/><Relationship Id="rId18" Type="http://schemas.openxmlformats.org/officeDocument/2006/relationships/image" Target="../media/image239.png"/><Relationship Id="rId3" Type="http://schemas.openxmlformats.org/officeDocument/2006/relationships/customXml" Target="../ink/ink262.xml"/><Relationship Id="rId7" Type="http://schemas.openxmlformats.org/officeDocument/2006/relationships/customXml" Target="../ink/ink264.xml"/><Relationship Id="rId12" Type="http://schemas.openxmlformats.org/officeDocument/2006/relationships/image" Target="../media/image236.png"/><Relationship Id="rId17" Type="http://schemas.openxmlformats.org/officeDocument/2006/relationships/customXml" Target="../ink/ink269.xml"/><Relationship Id="rId2" Type="http://schemas.openxmlformats.org/officeDocument/2006/relationships/image" Target="../media/image231.jpg"/><Relationship Id="rId16" Type="http://schemas.openxmlformats.org/officeDocument/2006/relationships/image" Target="../media/image2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3.png"/><Relationship Id="rId11" Type="http://schemas.openxmlformats.org/officeDocument/2006/relationships/customXml" Target="../ink/ink266.xml"/><Relationship Id="rId5" Type="http://schemas.openxmlformats.org/officeDocument/2006/relationships/customXml" Target="../ink/ink263.xml"/><Relationship Id="rId15" Type="http://schemas.openxmlformats.org/officeDocument/2006/relationships/customXml" Target="../ink/ink268.xml"/><Relationship Id="rId10" Type="http://schemas.openxmlformats.org/officeDocument/2006/relationships/image" Target="../media/image235.png"/><Relationship Id="rId4" Type="http://schemas.openxmlformats.org/officeDocument/2006/relationships/image" Target="../media/image232.png"/><Relationship Id="rId9" Type="http://schemas.openxmlformats.org/officeDocument/2006/relationships/customXml" Target="../ink/ink265.xml"/><Relationship Id="rId14" Type="http://schemas.openxmlformats.org/officeDocument/2006/relationships/image" Target="../media/image23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png"/><Relationship Id="rId13" Type="http://schemas.openxmlformats.org/officeDocument/2006/relationships/customXml" Target="../ink/ink275.xml"/><Relationship Id="rId18" Type="http://schemas.openxmlformats.org/officeDocument/2006/relationships/image" Target="../media/image239.png"/><Relationship Id="rId3" Type="http://schemas.openxmlformats.org/officeDocument/2006/relationships/customXml" Target="../ink/ink270.xml"/><Relationship Id="rId7" Type="http://schemas.openxmlformats.org/officeDocument/2006/relationships/customXml" Target="../ink/ink272.xml"/><Relationship Id="rId12" Type="http://schemas.openxmlformats.org/officeDocument/2006/relationships/image" Target="../media/image236.png"/><Relationship Id="rId17" Type="http://schemas.openxmlformats.org/officeDocument/2006/relationships/customXml" Target="../ink/ink277.xml"/><Relationship Id="rId2" Type="http://schemas.openxmlformats.org/officeDocument/2006/relationships/image" Target="../media/image231.jpg"/><Relationship Id="rId16" Type="http://schemas.openxmlformats.org/officeDocument/2006/relationships/image" Target="../media/image2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3.png"/><Relationship Id="rId11" Type="http://schemas.openxmlformats.org/officeDocument/2006/relationships/customXml" Target="../ink/ink274.xml"/><Relationship Id="rId5" Type="http://schemas.openxmlformats.org/officeDocument/2006/relationships/customXml" Target="../ink/ink271.xml"/><Relationship Id="rId15" Type="http://schemas.openxmlformats.org/officeDocument/2006/relationships/customXml" Target="../ink/ink276.xml"/><Relationship Id="rId10" Type="http://schemas.openxmlformats.org/officeDocument/2006/relationships/image" Target="../media/image235.png"/><Relationship Id="rId4" Type="http://schemas.openxmlformats.org/officeDocument/2006/relationships/image" Target="../media/image232.png"/><Relationship Id="rId9" Type="http://schemas.openxmlformats.org/officeDocument/2006/relationships/customXml" Target="../ink/ink273.xml"/><Relationship Id="rId14" Type="http://schemas.openxmlformats.org/officeDocument/2006/relationships/image" Target="../media/image23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81.xml"/><Relationship Id="rId13" Type="http://schemas.openxmlformats.org/officeDocument/2006/relationships/image" Target="../media/image241.png"/><Relationship Id="rId18" Type="http://schemas.openxmlformats.org/officeDocument/2006/relationships/customXml" Target="../ink/ink285.xml"/><Relationship Id="rId3" Type="http://schemas.openxmlformats.org/officeDocument/2006/relationships/customXml" Target="../ink/ink278.xml"/><Relationship Id="rId21" Type="http://schemas.openxmlformats.org/officeDocument/2006/relationships/image" Target="../media/image245.png"/><Relationship Id="rId7" Type="http://schemas.openxmlformats.org/officeDocument/2006/relationships/customXml" Target="../ink/ink280.xml"/><Relationship Id="rId12" Type="http://schemas.openxmlformats.org/officeDocument/2006/relationships/customXml" Target="../ink/ink282.xml"/><Relationship Id="rId17" Type="http://schemas.openxmlformats.org/officeDocument/2006/relationships/image" Target="../media/image243.png"/><Relationship Id="rId2" Type="http://schemas.openxmlformats.org/officeDocument/2006/relationships/image" Target="../media/image240.jpg"/><Relationship Id="rId16" Type="http://schemas.openxmlformats.org/officeDocument/2006/relationships/customXml" Target="../ink/ink284.xml"/><Relationship Id="rId20" Type="http://schemas.openxmlformats.org/officeDocument/2006/relationships/customXml" Target="../ink/ink28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10.png"/><Relationship Id="rId11" Type="http://schemas.openxmlformats.org/officeDocument/2006/relationships/image" Target="../media/image231.png"/><Relationship Id="rId5" Type="http://schemas.openxmlformats.org/officeDocument/2006/relationships/customXml" Target="../ink/ink279.xml"/><Relationship Id="rId15" Type="http://schemas.openxmlformats.org/officeDocument/2006/relationships/image" Target="../media/image242.png"/><Relationship Id="rId23" Type="http://schemas.openxmlformats.org/officeDocument/2006/relationships/image" Target="../media/image246.png"/><Relationship Id="rId19" Type="http://schemas.openxmlformats.org/officeDocument/2006/relationships/image" Target="../media/image244.png"/><Relationship Id="rId4" Type="http://schemas.openxmlformats.org/officeDocument/2006/relationships/image" Target="../media/image2010.png"/><Relationship Id="rId14" Type="http://schemas.openxmlformats.org/officeDocument/2006/relationships/customXml" Target="../ink/ink283.xml"/><Relationship Id="rId22" Type="http://schemas.openxmlformats.org/officeDocument/2006/relationships/customXml" Target="../ink/ink28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0.png"/><Relationship Id="rId3" Type="http://schemas.openxmlformats.org/officeDocument/2006/relationships/customXml" Target="../ink/ink288.xml"/><Relationship Id="rId7" Type="http://schemas.openxmlformats.org/officeDocument/2006/relationships/customXml" Target="../ink/ink290.xml"/><Relationship Id="rId2" Type="http://schemas.openxmlformats.org/officeDocument/2006/relationships/image" Target="../media/image24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10.png"/><Relationship Id="rId11" Type="http://schemas.openxmlformats.org/officeDocument/2006/relationships/image" Target="../media/image231.png"/><Relationship Id="rId5" Type="http://schemas.openxmlformats.org/officeDocument/2006/relationships/customXml" Target="../ink/ink289.xml"/><Relationship Id="rId10" Type="http://schemas.openxmlformats.org/officeDocument/2006/relationships/customXml" Target="../ink/ink292.xml"/><Relationship Id="rId4" Type="http://schemas.openxmlformats.org/officeDocument/2006/relationships/image" Target="../media/image2010.png"/><Relationship Id="rId9" Type="http://schemas.openxmlformats.org/officeDocument/2006/relationships/customXml" Target="../ink/ink291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98.xml"/><Relationship Id="rId18" Type="http://schemas.openxmlformats.org/officeDocument/2006/relationships/image" Target="../media/image255.png"/><Relationship Id="rId26" Type="http://schemas.openxmlformats.org/officeDocument/2006/relationships/image" Target="../media/image259.png"/><Relationship Id="rId39" Type="http://schemas.openxmlformats.org/officeDocument/2006/relationships/image" Target="../media/image264.png"/><Relationship Id="rId21" Type="http://schemas.openxmlformats.org/officeDocument/2006/relationships/customXml" Target="../ink/ink302.xml"/><Relationship Id="rId34" Type="http://schemas.openxmlformats.org/officeDocument/2006/relationships/customXml" Target="../ink/ink309.xml"/><Relationship Id="rId42" Type="http://schemas.openxmlformats.org/officeDocument/2006/relationships/customXml" Target="../ink/ink313.xml"/><Relationship Id="rId47" Type="http://schemas.openxmlformats.org/officeDocument/2006/relationships/image" Target="../media/image268.png"/><Relationship Id="rId50" Type="http://schemas.openxmlformats.org/officeDocument/2006/relationships/customXml" Target="../ink/ink317.xml"/><Relationship Id="rId55" Type="http://schemas.openxmlformats.org/officeDocument/2006/relationships/image" Target="../media/image272.png"/><Relationship Id="rId7" Type="http://schemas.openxmlformats.org/officeDocument/2006/relationships/customXml" Target="../ink/ink295.xml"/><Relationship Id="rId2" Type="http://schemas.openxmlformats.org/officeDocument/2006/relationships/image" Target="../media/image247.jpg"/><Relationship Id="rId16" Type="http://schemas.openxmlformats.org/officeDocument/2006/relationships/image" Target="../media/image254.png"/><Relationship Id="rId29" Type="http://schemas.openxmlformats.org/officeDocument/2006/relationships/customXml" Target="../ink/ink306.xml"/><Relationship Id="rId11" Type="http://schemas.openxmlformats.org/officeDocument/2006/relationships/customXml" Target="../ink/ink297.xml"/><Relationship Id="rId24" Type="http://schemas.openxmlformats.org/officeDocument/2006/relationships/image" Target="../media/image258.png"/><Relationship Id="rId32" Type="http://schemas.openxmlformats.org/officeDocument/2006/relationships/customXml" Target="../ink/ink308.xml"/><Relationship Id="rId37" Type="http://schemas.openxmlformats.org/officeDocument/2006/relationships/image" Target="../media/image263.png"/><Relationship Id="rId40" Type="http://schemas.openxmlformats.org/officeDocument/2006/relationships/customXml" Target="../ink/ink312.xml"/><Relationship Id="rId45" Type="http://schemas.openxmlformats.org/officeDocument/2006/relationships/image" Target="../media/image267.png"/><Relationship Id="rId53" Type="http://schemas.openxmlformats.org/officeDocument/2006/relationships/image" Target="../media/image271.png"/><Relationship Id="rId58" Type="http://schemas.openxmlformats.org/officeDocument/2006/relationships/customXml" Target="../ink/ink321.xml"/><Relationship Id="rId5" Type="http://schemas.openxmlformats.org/officeDocument/2006/relationships/customXml" Target="../ink/ink294.xml"/><Relationship Id="rId61" Type="http://schemas.openxmlformats.org/officeDocument/2006/relationships/image" Target="../media/image274.png"/><Relationship Id="rId19" Type="http://schemas.openxmlformats.org/officeDocument/2006/relationships/customXml" Target="../ink/ink301.xml"/><Relationship Id="rId14" Type="http://schemas.openxmlformats.org/officeDocument/2006/relationships/image" Target="../media/image253.png"/><Relationship Id="rId22" Type="http://schemas.openxmlformats.org/officeDocument/2006/relationships/image" Target="../media/image257.png"/><Relationship Id="rId27" Type="http://schemas.openxmlformats.org/officeDocument/2006/relationships/customXml" Target="../ink/ink305.xml"/><Relationship Id="rId30" Type="http://schemas.openxmlformats.org/officeDocument/2006/relationships/image" Target="../media/image176.png"/><Relationship Id="rId35" Type="http://schemas.openxmlformats.org/officeDocument/2006/relationships/image" Target="../media/image262.png"/><Relationship Id="rId43" Type="http://schemas.openxmlformats.org/officeDocument/2006/relationships/image" Target="../media/image266.png"/><Relationship Id="rId48" Type="http://schemas.openxmlformats.org/officeDocument/2006/relationships/customXml" Target="../ink/ink316.xml"/><Relationship Id="rId56" Type="http://schemas.openxmlformats.org/officeDocument/2006/relationships/customXml" Target="../ink/ink320.xml"/><Relationship Id="rId8" Type="http://schemas.openxmlformats.org/officeDocument/2006/relationships/image" Target="../media/image250.png"/><Relationship Id="rId51" Type="http://schemas.openxmlformats.org/officeDocument/2006/relationships/image" Target="../media/image270.png"/><Relationship Id="rId3" Type="http://schemas.openxmlformats.org/officeDocument/2006/relationships/customXml" Target="../ink/ink293.xml"/><Relationship Id="rId12" Type="http://schemas.openxmlformats.org/officeDocument/2006/relationships/image" Target="../media/image252.png"/><Relationship Id="rId17" Type="http://schemas.openxmlformats.org/officeDocument/2006/relationships/customXml" Target="../ink/ink300.xml"/><Relationship Id="rId25" Type="http://schemas.openxmlformats.org/officeDocument/2006/relationships/customXml" Target="../ink/ink304.xml"/><Relationship Id="rId33" Type="http://schemas.openxmlformats.org/officeDocument/2006/relationships/image" Target="../media/image261.png"/><Relationship Id="rId38" Type="http://schemas.openxmlformats.org/officeDocument/2006/relationships/customXml" Target="../ink/ink311.xml"/><Relationship Id="rId46" Type="http://schemas.openxmlformats.org/officeDocument/2006/relationships/customXml" Target="../ink/ink315.xml"/><Relationship Id="rId59" Type="http://schemas.openxmlformats.org/officeDocument/2006/relationships/customXml" Target="../ink/ink322.xml"/><Relationship Id="rId20" Type="http://schemas.openxmlformats.org/officeDocument/2006/relationships/image" Target="../media/image256.png"/><Relationship Id="rId41" Type="http://schemas.openxmlformats.org/officeDocument/2006/relationships/image" Target="../media/image265.png"/><Relationship Id="rId54" Type="http://schemas.openxmlformats.org/officeDocument/2006/relationships/customXml" Target="../ink/ink3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9.png"/><Relationship Id="rId15" Type="http://schemas.openxmlformats.org/officeDocument/2006/relationships/customXml" Target="../ink/ink299.xml"/><Relationship Id="rId23" Type="http://schemas.openxmlformats.org/officeDocument/2006/relationships/customXml" Target="../ink/ink303.xml"/><Relationship Id="rId28" Type="http://schemas.openxmlformats.org/officeDocument/2006/relationships/image" Target="../media/image260.png"/><Relationship Id="rId36" Type="http://schemas.openxmlformats.org/officeDocument/2006/relationships/customXml" Target="../ink/ink310.xml"/><Relationship Id="rId49" Type="http://schemas.openxmlformats.org/officeDocument/2006/relationships/image" Target="../media/image269.png"/><Relationship Id="rId57" Type="http://schemas.openxmlformats.org/officeDocument/2006/relationships/image" Target="../media/image273.png"/><Relationship Id="rId10" Type="http://schemas.openxmlformats.org/officeDocument/2006/relationships/image" Target="../media/image251.png"/><Relationship Id="rId31" Type="http://schemas.openxmlformats.org/officeDocument/2006/relationships/customXml" Target="../ink/ink307.xml"/><Relationship Id="rId44" Type="http://schemas.openxmlformats.org/officeDocument/2006/relationships/customXml" Target="../ink/ink314.xml"/><Relationship Id="rId52" Type="http://schemas.openxmlformats.org/officeDocument/2006/relationships/customXml" Target="../ink/ink318.xml"/><Relationship Id="rId60" Type="http://schemas.openxmlformats.org/officeDocument/2006/relationships/customXml" Target="../ink/ink323.xml"/><Relationship Id="rId4" Type="http://schemas.openxmlformats.org/officeDocument/2006/relationships/image" Target="../media/image248.png"/><Relationship Id="rId9" Type="http://schemas.openxmlformats.org/officeDocument/2006/relationships/customXml" Target="../ink/ink29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4.xml"/><Relationship Id="rId2" Type="http://schemas.openxmlformats.org/officeDocument/2006/relationships/image" Target="../media/image27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30.xml"/><Relationship Id="rId18" Type="http://schemas.openxmlformats.org/officeDocument/2006/relationships/image" Target="../media/image285.png"/><Relationship Id="rId26" Type="http://schemas.openxmlformats.org/officeDocument/2006/relationships/image" Target="../media/image289.png"/><Relationship Id="rId39" Type="http://schemas.openxmlformats.org/officeDocument/2006/relationships/customXml" Target="../ink/ink343.xml"/><Relationship Id="rId21" Type="http://schemas.openxmlformats.org/officeDocument/2006/relationships/customXml" Target="../ink/ink334.xml"/><Relationship Id="rId34" Type="http://schemas.openxmlformats.org/officeDocument/2006/relationships/image" Target="../media/image293.png"/><Relationship Id="rId42" Type="http://schemas.openxmlformats.org/officeDocument/2006/relationships/image" Target="../media/image297.png"/><Relationship Id="rId47" Type="http://schemas.openxmlformats.org/officeDocument/2006/relationships/customXml" Target="../ink/ink347.xml"/><Relationship Id="rId50" Type="http://schemas.openxmlformats.org/officeDocument/2006/relationships/image" Target="../media/image301.png"/><Relationship Id="rId7" Type="http://schemas.openxmlformats.org/officeDocument/2006/relationships/customXml" Target="../ink/ink327.xml"/><Relationship Id="rId2" Type="http://schemas.openxmlformats.org/officeDocument/2006/relationships/image" Target="../media/image277.jpg"/><Relationship Id="rId16" Type="http://schemas.openxmlformats.org/officeDocument/2006/relationships/image" Target="../media/image284.png"/><Relationship Id="rId29" Type="http://schemas.openxmlformats.org/officeDocument/2006/relationships/customXml" Target="../ink/ink338.xml"/><Relationship Id="rId11" Type="http://schemas.openxmlformats.org/officeDocument/2006/relationships/customXml" Target="../ink/ink329.xml"/><Relationship Id="rId24" Type="http://schemas.openxmlformats.org/officeDocument/2006/relationships/image" Target="../media/image288.png"/><Relationship Id="rId32" Type="http://schemas.openxmlformats.org/officeDocument/2006/relationships/image" Target="../media/image292.png"/><Relationship Id="rId37" Type="http://schemas.openxmlformats.org/officeDocument/2006/relationships/customXml" Target="../ink/ink342.xml"/><Relationship Id="rId40" Type="http://schemas.openxmlformats.org/officeDocument/2006/relationships/image" Target="../media/image296.png"/><Relationship Id="rId45" Type="http://schemas.openxmlformats.org/officeDocument/2006/relationships/customXml" Target="../ink/ink346.xml"/><Relationship Id="rId5" Type="http://schemas.openxmlformats.org/officeDocument/2006/relationships/customXml" Target="../ink/ink326.xml"/><Relationship Id="rId15" Type="http://schemas.openxmlformats.org/officeDocument/2006/relationships/customXml" Target="../ink/ink331.xml"/><Relationship Id="rId23" Type="http://schemas.openxmlformats.org/officeDocument/2006/relationships/customXml" Target="../ink/ink335.xml"/><Relationship Id="rId28" Type="http://schemas.openxmlformats.org/officeDocument/2006/relationships/image" Target="../media/image290.png"/><Relationship Id="rId36" Type="http://schemas.openxmlformats.org/officeDocument/2006/relationships/image" Target="../media/image294.png"/><Relationship Id="rId49" Type="http://schemas.openxmlformats.org/officeDocument/2006/relationships/customXml" Target="../ink/ink348.xml"/><Relationship Id="rId10" Type="http://schemas.openxmlformats.org/officeDocument/2006/relationships/image" Target="../media/image281.png"/><Relationship Id="rId19" Type="http://schemas.openxmlformats.org/officeDocument/2006/relationships/customXml" Target="../ink/ink333.xml"/><Relationship Id="rId31" Type="http://schemas.openxmlformats.org/officeDocument/2006/relationships/customXml" Target="../ink/ink339.xml"/><Relationship Id="rId44" Type="http://schemas.openxmlformats.org/officeDocument/2006/relationships/image" Target="../media/image298.png"/><Relationship Id="rId52" Type="http://schemas.openxmlformats.org/officeDocument/2006/relationships/image" Target="../media/image302.png"/><Relationship Id="rId4" Type="http://schemas.openxmlformats.org/officeDocument/2006/relationships/image" Target="../media/image278.png"/><Relationship Id="rId9" Type="http://schemas.openxmlformats.org/officeDocument/2006/relationships/customXml" Target="../ink/ink328.xml"/><Relationship Id="rId14" Type="http://schemas.openxmlformats.org/officeDocument/2006/relationships/image" Target="../media/image283.png"/><Relationship Id="rId22" Type="http://schemas.openxmlformats.org/officeDocument/2006/relationships/image" Target="../media/image287.png"/><Relationship Id="rId27" Type="http://schemas.openxmlformats.org/officeDocument/2006/relationships/customXml" Target="../ink/ink337.xml"/><Relationship Id="rId30" Type="http://schemas.openxmlformats.org/officeDocument/2006/relationships/image" Target="../media/image291.png"/><Relationship Id="rId35" Type="http://schemas.openxmlformats.org/officeDocument/2006/relationships/customXml" Target="../ink/ink341.xml"/><Relationship Id="rId43" Type="http://schemas.openxmlformats.org/officeDocument/2006/relationships/customXml" Target="../ink/ink345.xml"/><Relationship Id="rId48" Type="http://schemas.openxmlformats.org/officeDocument/2006/relationships/image" Target="../media/image300.png"/><Relationship Id="rId8" Type="http://schemas.openxmlformats.org/officeDocument/2006/relationships/image" Target="../media/image280.png"/><Relationship Id="rId51" Type="http://schemas.openxmlformats.org/officeDocument/2006/relationships/customXml" Target="../ink/ink349.xml"/><Relationship Id="rId3" Type="http://schemas.openxmlformats.org/officeDocument/2006/relationships/customXml" Target="../ink/ink325.xml"/><Relationship Id="rId12" Type="http://schemas.openxmlformats.org/officeDocument/2006/relationships/image" Target="../media/image282.png"/><Relationship Id="rId17" Type="http://schemas.openxmlformats.org/officeDocument/2006/relationships/customXml" Target="../ink/ink332.xml"/><Relationship Id="rId25" Type="http://schemas.openxmlformats.org/officeDocument/2006/relationships/customXml" Target="../ink/ink336.xml"/><Relationship Id="rId33" Type="http://schemas.openxmlformats.org/officeDocument/2006/relationships/customXml" Target="../ink/ink340.xml"/><Relationship Id="rId38" Type="http://schemas.openxmlformats.org/officeDocument/2006/relationships/image" Target="../media/image295.png"/><Relationship Id="rId46" Type="http://schemas.openxmlformats.org/officeDocument/2006/relationships/image" Target="../media/image299.png"/><Relationship Id="rId20" Type="http://schemas.openxmlformats.org/officeDocument/2006/relationships/image" Target="../media/image286.png"/><Relationship Id="rId41" Type="http://schemas.openxmlformats.org/officeDocument/2006/relationships/customXml" Target="../ink/ink3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9.png"/></Relationships>
</file>

<file path=ppt/slides/_rels/slide2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15.png"/><Relationship Id="rId21" Type="http://schemas.openxmlformats.org/officeDocument/2006/relationships/customXml" Target="../ink/ink359.xml"/><Relationship Id="rId42" Type="http://schemas.openxmlformats.org/officeDocument/2006/relationships/image" Target="../media/image323.png"/><Relationship Id="rId47" Type="http://schemas.openxmlformats.org/officeDocument/2006/relationships/customXml" Target="../ink/ink372.xml"/><Relationship Id="rId63" Type="http://schemas.openxmlformats.org/officeDocument/2006/relationships/customXml" Target="../ink/ink380.xml"/><Relationship Id="rId68" Type="http://schemas.openxmlformats.org/officeDocument/2006/relationships/image" Target="../media/image336.png"/><Relationship Id="rId84" Type="http://schemas.openxmlformats.org/officeDocument/2006/relationships/image" Target="../media/image344.png"/><Relationship Id="rId89" Type="http://schemas.openxmlformats.org/officeDocument/2006/relationships/customXml" Target="../ink/ink393.xml"/><Relationship Id="rId16" Type="http://schemas.openxmlformats.org/officeDocument/2006/relationships/image" Target="../media/image310.png"/><Relationship Id="rId107" Type="http://schemas.openxmlformats.org/officeDocument/2006/relationships/customXml" Target="../ink/ink402.xml"/><Relationship Id="rId11" Type="http://schemas.openxmlformats.org/officeDocument/2006/relationships/customXml" Target="../ink/ink354.xml"/><Relationship Id="rId32" Type="http://schemas.openxmlformats.org/officeDocument/2006/relationships/image" Target="../media/image318.png"/><Relationship Id="rId37" Type="http://schemas.openxmlformats.org/officeDocument/2006/relationships/customXml" Target="../ink/ink367.xml"/><Relationship Id="rId53" Type="http://schemas.openxmlformats.org/officeDocument/2006/relationships/customXml" Target="../ink/ink375.xml"/><Relationship Id="rId58" Type="http://schemas.openxmlformats.org/officeDocument/2006/relationships/image" Target="../media/image331.png"/><Relationship Id="rId74" Type="http://schemas.openxmlformats.org/officeDocument/2006/relationships/image" Target="../media/image339.png"/><Relationship Id="rId79" Type="http://schemas.openxmlformats.org/officeDocument/2006/relationships/customXml" Target="../ink/ink388.xml"/><Relationship Id="rId102" Type="http://schemas.openxmlformats.org/officeDocument/2006/relationships/image" Target="../media/image353.png"/><Relationship Id="rId5" Type="http://schemas.openxmlformats.org/officeDocument/2006/relationships/customXml" Target="../ink/ink351.xml"/><Relationship Id="rId90" Type="http://schemas.openxmlformats.org/officeDocument/2006/relationships/image" Target="../media/image347.png"/><Relationship Id="rId95" Type="http://schemas.openxmlformats.org/officeDocument/2006/relationships/customXml" Target="../ink/ink396.xml"/><Relationship Id="rId22" Type="http://schemas.openxmlformats.org/officeDocument/2006/relationships/image" Target="../media/image313.png"/><Relationship Id="rId27" Type="http://schemas.openxmlformats.org/officeDocument/2006/relationships/customXml" Target="../ink/ink362.xml"/><Relationship Id="rId43" Type="http://schemas.openxmlformats.org/officeDocument/2006/relationships/customXml" Target="../ink/ink370.xml"/><Relationship Id="rId48" Type="http://schemas.openxmlformats.org/officeDocument/2006/relationships/image" Target="../media/image326.png"/><Relationship Id="rId64" Type="http://schemas.openxmlformats.org/officeDocument/2006/relationships/image" Target="../media/image334.png"/><Relationship Id="rId69" Type="http://schemas.openxmlformats.org/officeDocument/2006/relationships/customXml" Target="../ink/ink383.xml"/><Relationship Id="rId80" Type="http://schemas.openxmlformats.org/officeDocument/2006/relationships/image" Target="../media/image342.png"/><Relationship Id="rId85" Type="http://schemas.openxmlformats.org/officeDocument/2006/relationships/customXml" Target="../ink/ink391.xml"/><Relationship Id="rId12" Type="http://schemas.openxmlformats.org/officeDocument/2006/relationships/image" Target="../media/image308.png"/><Relationship Id="rId17" Type="http://schemas.openxmlformats.org/officeDocument/2006/relationships/customXml" Target="../ink/ink357.xml"/><Relationship Id="rId33" Type="http://schemas.openxmlformats.org/officeDocument/2006/relationships/customXml" Target="../ink/ink365.xml"/><Relationship Id="rId38" Type="http://schemas.openxmlformats.org/officeDocument/2006/relationships/image" Target="../media/image321.png"/><Relationship Id="rId59" Type="http://schemas.openxmlformats.org/officeDocument/2006/relationships/customXml" Target="../ink/ink378.xml"/><Relationship Id="rId103" Type="http://schemas.openxmlformats.org/officeDocument/2006/relationships/customXml" Target="../ink/ink400.xml"/><Relationship Id="rId108" Type="http://schemas.openxmlformats.org/officeDocument/2006/relationships/image" Target="../media/image356.png"/><Relationship Id="rId54" Type="http://schemas.openxmlformats.org/officeDocument/2006/relationships/image" Target="../media/image329.png"/><Relationship Id="rId70" Type="http://schemas.openxmlformats.org/officeDocument/2006/relationships/image" Target="../media/image337.png"/><Relationship Id="rId75" Type="http://schemas.openxmlformats.org/officeDocument/2006/relationships/customXml" Target="../ink/ink386.xml"/><Relationship Id="rId91" Type="http://schemas.openxmlformats.org/officeDocument/2006/relationships/customXml" Target="../ink/ink394.xml"/><Relationship Id="rId96" Type="http://schemas.openxmlformats.org/officeDocument/2006/relationships/image" Target="../media/image3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5.png"/><Relationship Id="rId15" Type="http://schemas.openxmlformats.org/officeDocument/2006/relationships/customXml" Target="../ink/ink356.xml"/><Relationship Id="rId23" Type="http://schemas.openxmlformats.org/officeDocument/2006/relationships/customXml" Target="../ink/ink360.xml"/><Relationship Id="rId28" Type="http://schemas.openxmlformats.org/officeDocument/2006/relationships/image" Target="../media/image316.png"/><Relationship Id="rId36" Type="http://schemas.openxmlformats.org/officeDocument/2006/relationships/image" Target="../media/image320.png"/><Relationship Id="rId49" Type="http://schemas.openxmlformats.org/officeDocument/2006/relationships/customXml" Target="../ink/ink373.xml"/><Relationship Id="rId57" Type="http://schemas.openxmlformats.org/officeDocument/2006/relationships/customXml" Target="../ink/ink377.xml"/><Relationship Id="rId106" Type="http://schemas.openxmlformats.org/officeDocument/2006/relationships/image" Target="../media/image355.png"/><Relationship Id="rId10" Type="http://schemas.openxmlformats.org/officeDocument/2006/relationships/image" Target="../media/image307.png"/><Relationship Id="rId31" Type="http://schemas.openxmlformats.org/officeDocument/2006/relationships/customXml" Target="../ink/ink364.xml"/><Relationship Id="rId44" Type="http://schemas.openxmlformats.org/officeDocument/2006/relationships/image" Target="../media/image324.png"/><Relationship Id="rId52" Type="http://schemas.openxmlformats.org/officeDocument/2006/relationships/image" Target="../media/image328.png"/><Relationship Id="rId60" Type="http://schemas.openxmlformats.org/officeDocument/2006/relationships/image" Target="../media/image332.png"/><Relationship Id="rId65" Type="http://schemas.openxmlformats.org/officeDocument/2006/relationships/customXml" Target="../ink/ink381.xml"/><Relationship Id="rId73" Type="http://schemas.openxmlformats.org/officeDocument/2006/relationships/customXml" Target="../ink/ink385.xml"/><Relationship Id="rId78" Type="http://schemas.openxmlformats.org/officeDocument/2006/relationships/image" Target="../media/image341.png"/><Relationship Id="rId81" Type="http://schemas.openxmlformats.org/officeDocument/2006/relationships/customXml" Target="../ink/ink389.xml"/><Relationship Id="rId86" Type="http://schemas.openxmlformats.org/officeDocument/2006/relationships/image" Target="../media/image345.png"/><Relationship Id="rId94" Type="http://schemas.openxmlformats.org/officeDocument/2006/relationships/image" Target="../media/image349.png"/><Relationship Id="rId99" Type="http://schemas.openxmlformats.org/officeDocument/2006/relationships/customXml" Target="../ink/ink398.xml"/><Relationship Id="rId101" Type="http://schemas.openxmlformats.org/officeDocument/2006/relationships/customXml" Target="../ink/ink399.xml"/><Relationship Id="rId4" Type="http://schemas.openxmlformats.org/officeDocument/2006/relationships/image" Target="../media/image304.png"/><Relationship Id="rId9" Type="http://schemas.openxmlformats.org/officeDocument/2006/relationships/customXml" Target="../ink/ink353.xml"/><Relationship Id="rId13" Type="http://schemas.openxmlformats.org/officeDocument/2006/relationships/customXml" Target="../ink/ink355.xml"/><Relationship Id="rId18" Type="http://schemas.openxmlformats.org/officeDocument/2006/relationships/image" Target="../media/image311.png"/><Relationship Id="rId39" Type="http://schemas.openxmlformats.org/officeDocument/2006/relationships/customXml" Target="../ink/ink368.xml"/><Relationship Id="rId109" Type="http://schemas.openxmlformats.org/officeDocument/2006/relationships/customXml" Target="../ink/ink403.xml"/><Relationship Id="rId34" Type="http://schemas.openxmlformats.org/officeDocument/2006/relationships/image" Target="../media/image319.png"/><Relationship Id="rId50" Type="http://schemas.openxmlformats.org/officeDocument/2006/relationships/image" Target="../media/image327.png"/><Relationship Id="rId55" Type="http://schemas.openxmlformats.org/officeDocument/2006/relationships/customXml" Target="../ink/ink376.xml"/><Relationship Id="rId76" Type="http://schemas.openxmlformats.org/officeDocument/2006/relationships/image" Target="../media/image340.png"/><Relationship Id="rId97" Type="http://schemas.openxmlformats.org/officeDocument/2006/relationships/customXml" Target="../ink/ink397.xml"/><Relationship Id="rId104" Type="http://schemas.openxmlformats.org/officeDocument/2006/relationships/image" Target="../media/image354.png"/><Relationship Id="rId7" Type="http://schemas.openxmlformats.org/officeDocument/2006/relationships/customXml" Target="../ink/ink352.xml"/><Relationship Id="rId71" Type="http://schemas.openxmlformats.org/officeDocument/2006/relationships/customXml" Target="../ink/ink384.xml"/><Relationship Id="rId92" Type="http://schemas.openxmlformats.org/officeDocument/2006/relationships/image" Target="../media/image348.png"/><Relationship Id="rId2" Type="http://schemas.openxmlformats.org/officeDocument/2006/relationships/image" Target="../media/image303.jpg"/><Relationship Id="rId29" Type="http://schemas.openxmlformats.org/officeDocument/2006/relationships/customXml" Target="../ink/ink363.xml"/><Relationship Id="rId24" Type="http://schemas.openxmlformats.org/officeDocument/2006/relationships/image" Target="../media/image314.png"/><Relationship Id="rId40" Type="http://schemas.openxmlformats.org/officeDocument/2006/relationships/image" Target="../media/image322.png"/><Relationship Id="rId45" Type="http://schemas.openxmlformats.org/officeDocument/2006/relationships/customXml" Target="../ink/ink371.xml"/><Relationship Id="rId66" Type="http://schemas.openxmlformats.org/officeDocument/2006/relationships/image" Target="../media/image335.png"/><Relationship Id="rId87" Type="http://schemas.openxmlformats.org/officeDocument/2006/relationships/customXml" Target="../ink/ink392.xml"/><Relationship Id="rId110" Type="http://schemas.openxmlformats.org/officeDocument/2006/relationships/image" Target="../media/image357.png"/><Relationship Id="rId61" Type="http://schemas.openxmlformats.org/officeDocument/2006/relationships/customXml" Target="../ink/ink379.xml"/><Relationship Id="rId82" Type="http://schemas.openxmlformats.org/officeDocument/2006/relationships/image" Target="../media/image343.png"/><Relationship Id="rId19" Type="http://schemas.openxmlformats.org/officeDocument/2006/relationships/customXml" Target="../ink/ink358.xml"/><Relationship Id="rId14" Type="http://schemas.openxmlformats.org/officeDocument/2006/relationships/image" Target="../media/image309.png"/><Relationship Id="rId30" Type="http://schemas.openxmlformats.org/officeDocument/2006/relationships/image" Target="../media/image317.png"/><Relationship Id="rId35" Type="http://schemas.openxmlformats.org/officeDocument/2006/relationships/customXml" Target="../ink/ink366.xml"/><Relationship Id="rId56" Type="http://schemas.openxmlformats.org/officeDocument/2006/relationships/image" Target="../media/image330.png"/><Relationship Id="rId77" Type="http://schemas.openxmlformats.org/officeDocument/2006/relationships/customXml" Target="../ink/ink387.xml"/><Relationship Id="rId100" Type="http://schemas.openxmlformats.org/officeDocument/2006/relationships/image" Target="../media/image352.png"/><Relationship Id="rId105" Type="http://schemas.openxmlformats.org/officeDocument/2006/relationships/customXml" Target="../ink/ink401.xml"/><Relationship Id="rId8" Type="http://schemas.openxmlformats.org/officeDocument/2006/relationships/image" Target="../media/image306.png"/><Relationship Id="rId51" Type="http://schemas.openxmlformats.org/officeDocument/2006/relationships/customXml" Target="../ink/ink374.xml"/><Relationship Id="rId72" Type="http://schemas.openxmlformats.org/officeDocument/2006/relationships/image" Target="../media/image338.png"/><Relationship Id="rId93" Type="http://schemas.openxmlformats.org/officeDocument/2006/relationships/customXml" Target="../ink/ink395.xml"/><Relationship Id="rId98" Type="http://schemas.openxmlformats.org/officeDocument/2006/relationships/image" Target="../media/image351.png"/><Relationship Id="rId3" Type="http://schemas.openxmlformats.org/officeDocument/2006/relationships/customXml" Target="../ink/ink350.xml"/><Relationship Id="rId25" Type="http://schemas.openxmlformats.org/officeDocument/2006/relationships/customXml" Target="../ink/ink361.xml"/><Relationship Id="rId46" Type="http://schemas.openxmlformats.org/officeDocument/2006/relationships/image" Target="../media/image325.png"/><Relationship Id="rId67" Type="http://schemas.openxmlformats.org/officeDocument/2006/relationships/customXml" Target="../ink/ink382.xml"/><Relationship Id="rId20" Type="http://schemas.openxmlformats.org/officeDocument/2006/relationships/image" Target="../media/image312.png"/><Relationship Id="rId41" Type="http://schemas.openxmlformats.org/officeDocument/2006/relationships/customXml" Target="../ink/ink369.xml"/><Relationship Id="rId62" Type="http://schemas.openxmlformats.org/officeDocument/2006/relationships/image" Target="../media/image333.png"/><Relationship Id="rId83" Type="http://schemas.openxmlformats.org/officeDocument/2006/relationships/customXml" Target="../ink/ink390.xml"/><Relationship Id="rId88" Type="http://schemas.openxmlformats.org/officeDocument/2006/relationships/image" Target="../media/image34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1.png"/><Relationship Id="rId13" Type="http://schemas.openxmlformats.org/officeDocument/2006/relationships/customXml" Target="../ink/ink409.xml"/><Relationship Id="rId3" Type="http://schemas.openxmlformats.org/officeDocument/2006/relationships/customXml" Target="../ink/ink404.xml"/><Relationship Id="rId7" Type="http://schemas.openxmlformats.org/officeDocument/2006/relationships/customXml" Target="../ink/ink406.xml"/><Relationship Id="rId12" Type="http://schemas.openxmlformats.org/officeDocument/2006/relationships/image" Target="../media/image363.png"/><Relationship Id="rId2" Type="http://schemas.openxmlformats.org/officeDocument/2006/relationships/image" Target="../media/image358.jpg"/><Relationship Id="rId16" Type="http://schemas.openxmlformats.org/officeDocument/2006/relationships/image" Target="../media/image3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0.png"/><Relationship Id="rId11" Type="http://schemas.openxmlformats.org/officeDocument/2006/relationships/customXml" Target="../ink/ink408.xml"/><Relationship Id="rId5" Type="http://schemas.openxmlformats.org/officeDocument/2006/relationships/customXml" Target="../ink/ink405.xml"/><Relationship Id="rId15" Type="http://schemas.openxmlformats.org/officeDocument/2006/relationships/customXml" Target="../ink/ink410.xml"/><Relationship Id="rId10" Type="http://schemas.openxmlformats.org/officeDocument/2006/relationships/image" Target="../media/image362.png"/><Relationship Id="rId4" Type="http://schemas.openxmlformats.org/officeDocument/2006/relationships/image" Target="../media/image359.png"/><Relationship Id="rId9" Type="http://schemas.openxmlformats.org/officeDocument/2006/relationships/customXml" Target="../ink/ink407.xml"/><Relationship Id="rId14" Type="http://schemas.openxmlformats.org/officeDocument/2006/relationships/image" Target="../media/image364.png"/></Relationships>
</file>

<file path=ppt/slides/_rels/slide2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77.png"/><Relationship Id="rId21" Type="http://schemas.openxmlformats.org/officeDocument/2006/relationships/customXml" Target="../ink/ink420.xml"/><Relationship Id="rId34" Type="http://schemas.openxmlformats.org/officeDocument/2006/relationships/image" Target="../media/image381.png"/><Relationship Id="rId42" Type="http://schemas.openxmlformats.org/officeDocument/2006/relationships/customXml" Target="../ink/ink431.xml"/><Relationship Id="rId47" Type="http://schemas.openxmlformats.org/officeDocument/2006/relationships/image" Target="../media/image387.png"/><Relationship Id="rId50" Type="http://schemas.openxmlformats.org/officeDocument/2006/relationships/customXml" Target="../ink/ink435.xml"/><Relationship Id="rId55" Type="http://schemas.openxmlformats.org/officeDocument/2006/relationships/image" Target="../media/image391.png"/><Relationship Id="rId63" Type="http://schemas.openxmlformats.org/officeDocument/2006/relationships/image" Target="../media/image395.png"/><Relationship Id="rId7" Type="http://schemas.openxmlformats.org/officeDocument/2006/relationships/customXml" Target="../ink/ink413.xml"/><Relationship Id="rId2" Type="http://schemas.openxmlformats.org/officeDocument/2006/relationships/image" Target="../media/image366.jpg"/><Relationship Id="rId16" Type="http://schemas.openxmlformats.org/officeDocument/2006/relationships/image" Target="../media/image372.png"/><Relationship Id="rId29" Type="http://schemas.openxmlformats.org/officeDocument/2006/relationships/customXml" Target="../ink/ink424.xml"/><Relationship Id="rId11" Type="http://schemas.openxmlformats.org/officeDocument/2006/relationships/customXml" Target="../ink/ink415.xml"/><Relationship Id="rId24" Type="http://schemas.openxmlformats.org/officeDocument/2006/relationships/image" Target="../media/image376.png"/><Relationship Id="rId32" Type="http://schemas.openxmlformats.org/officeDocument/2006/relationships/image" Target="../media/image380.png"/><Relationship Id="rId37" Type="http://schemas.openxmlformats.org/officeDocument/2006/relationships/customXml" Target="../ink/ink428.xml"/><Relationship Id="rId40" Type="http://schemas.openxmlformats.org/officeDocument/2006/relationships/image" Target="../media/image384.png"/><Relationship Id="rId45" Type="http://schemas.openxmlformats.org/officeDocument/2006/relationships/image" Target="../media/image386.png"/><Relationship Id="rId53" Type="http://schemas.openxmlformats.org/officeDocument/2006/relationships/image" Target="../media/image390.png"/><Relationship Id="rId58" Type="http://schemas.openxmlformats.org/officeDocument/2006/relationships/customXml" Target="../ink/ink439.xml"/><Relationship Id="rId5" Type="http://schemas.openxmlformats.org/officeDocument/2006/relationships/customXml" Target="../ink/ink412.xml"/><Relationship Id="rId61" Type="http://schemas.openxmlformats.org/officeDocument/2006/relationships/image" Target="../media/image394.png"/><Relationship Id="rId19" Type="http://schemas.openxmlformats.org/officeDocument/2006/relationships/customXml" Target="../ink/ink419.xml"/><Relationship Id="rId14" Type="http://schemas.openxmlformats.org/officeDocument/2006/relationships/image" Target="../media/image371.png"/><Relationship Id="rId22" Type="http://schemas.openxmlformats.org/officeDocument/2006/relationships/image" Target="../media/image375.png"/><Relationship Id="rId27" Type="http://schemas.openxmlformats.org/officeDocument/2006/relationships/customXml" Target="../ink/ink423.xml"/><Relationship Id="rId30" Type="http://schemas.openxmlformats.org/officeDocument/2006/relationships/image" Target="../media/image379.png"/><Relationship Id="rId35" Type="http://schemas.openxmlformats.org/officeDocument/2006/relationships/customXml" Target="../ink/ink427.xml"/><Relationship Id="rId43" Type="http://schemas.openxmlformats.org/officeDocument/2006/relationships/image" Target="../media/image385.png"/><Relationship Id="rId48" Type="http://schemas.openxmlformats.org/officeDocument/2006/relationships/customXml" Target="../ink/ink434.xml"/><Relationship Id="rId56" Type="http://schemas.openxmlformats.org/officeDocument/2006/relationships/customXml" Target="../ink/ink438.xml"/><Relationship Id="rId64" Type="http://schemas.openxmlformats.org/officeDocument/2006/relationships/customXml" Target="../ink/ink442.xml"/><Relationship Id="rId8" Type="http://schemas.openxmlformats.org/officeDocument/2006/relationships/image" Target="../media/image369.png"/><Relationship Id="rId51" Type="http://schemas.openxmlformats.org/officeDocument/2006/relationships/image" Target="../media/image389.png"/><Relationship Id="rId3" Type="http://schemas.openxmlformats.org/officeDocument/2006/relationships/customXml" Target="../ink/ink411.xml"/><Relationship Id="rId12" Type="http://schemas.openxmlformats.org/officeDocument/2006/relationships/image" Target="../media/image176.png"/><Relationship Id="rId17" Type="http://schemas.openxmlformats.org/officeDocument/2006/relationships/customXml" Target="../ink/ink418.xml"/><Relationship Id="rId25" Type="http://schemas.openxmlformats.org/officeDocument/2006/relationships/customXml" Target="../ink/ink422.xml"/><Relationship Id="rId33" Type="http://schemas.openxmlformats.org/officeDocument/2006/relationships/customXml" Target="../ink/ink426.xml"/><Relationship Id="rId38" Type="http://schemas.openxmlformats.org/officeDocument/2006/relationships/image" Target="../media/image383.png"/><Relationship Id="rId46" Type="http://schemas.openxmlformats.org/officeDocument/2006/relationships/customXml" Target="../ink/ink433.xml"/><Relationship Id="rId59" Type="http://schemas.openxmlformats.org/officeDocument/2006/relationships/image" Target="../media/image393.png"/><Relationship Id="rId20" Type="http://schemas.openxmlformats.org/officeDocument/2006/relationships/image" Target="../media/image374.png"/><Relationship Id="rId41" Type="http://schemas.openxmlformats.org/officeDocument/2006/relationships/customXml" Target="../ink/ink430.xml"/><Relationship Id="rId54" Type="http://schemas.openxmlformats.org/officeDocument/2006/relationships/customXml" Target="../ink/ink437.xml"/><Relationship Id="rId62" Type="http://schemas.openxmlformats.org/officeDocument/2006/relationships/customXml" Target="../ink/ink4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8.png"/><Relationship Id="rId15" Type="http://schemas.openxmlformats.org/officeDocument/2006/relationships/customXml" Target="../ink/ink417.xml"/><Relationship Id="rId23" Type="http://schemas.openxmlformats.org/officeDocument/2006/relationships/customXml" Target="../ink/ink421.xml"/><Relationship Id="rId28" Type="http://schemas.openxmlformats.org/officeDocument/2006/relationships/image" Target="../media/image378.png"/><Relationship Id="rId36" Type="http://schemas.openxmlformats.org/officeDocument/2006/relationships/image" Target="../media/image382.png"/><Relationship Id="rId49" Type="http://schemas.openxmlformats.org/officeDocument/2006/relationships/image" Target="../media/image388.png"/><Relationship Id="rId57" Type="http://schemas.openxmlformats.org/officeDocument/2006/relationships/image" Target="../media/image392.png"/><Relationship Id="rId10" Type="http://schemas.openxmlformats.org/officeDocument/2006/relationships/image" Target="../media/image370.png"/><Relationship Id="rId31" Type="http://schemas.openxmlformats.org/officeDocument/2006/relationships/customXml" Target="../ink/ink425.xml"/><Relationship Id="rId44" Type="http://schemas.openxmlformats.org/officeDocument/2006/relationships/customXml" Target="../ink/ink432.xml"/><Relationship Id="rId52" Type="http://schemas.openxmlformats.org/officeDocument/2006/relationships/customXml" Target="../ink/ink436.xml"/><Relationship Id="rId60" Type="http://schemas.openxmlformats.org/officeDocument/2006/relationships/customXml" Target="../ink/ink440.xml"/><Relationship Id="rId65" Type="http://schemas.openxmlformats.org/officeDocument/2006/relationships/image" Target="../media/image396.png"/><Relationship Id="rId4" Type="http://schemas.openxmlformats.org/officeDocument/2006/relationships/image" Target="../media/image367.png"/><Relationship Id="rId9" Type="http://schemas.openxmlformats.org/officeDocument/2006/relationships/customXml" Target="../ink/ink414.xml"/><Relationship Id="rId13" Type="http://schemas.openxmlformats.org/officeDocument/2006/relationships/customXml" Target="../ink/ink416.xml"/><Relationship Id="rId18" Type="http://schemas.openxmlformats.org/officeDocument/2006/relationships/image" Target="../media/image373.png"/><Relationship Id="rId39" Type="http://schemas.openxmlformats.org/officeDocument/2006/relationships/customXml" Target="../ink/ink429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9.png"/><Relationship Id="rId13" Type="http://schemas.openxmlformats.org/officeDocument/2006/relationships/customXml" Target="../ink/ink448.xml"/><Relationship Id="rId18" Type="http://schemas.openxmlformats.org/officeDocument/2006/relationships/image" Target="../media/image404.png"/><Relationship Id="rId3" Type="http://schemas.openxmlformats.org/officeDocument/2006/relationships/customXml" Target="../ink/ink443.xml"/><Relationship Id="rId7" Type="http://schemas.openxmlformats.org/officeDocument/2006/relationships/customXml" Target="../ink/ink445.xml"/><Relationship Id="rId12" Type="http://schemas.openxmlformats.org/officeDocument/2006/relationships/image" Target="../media/image401.png"/><Relationship Id="rId17" Type="http://schemas.openxmlformats.org/officeDocument/2006/relationships/customXml" Target="../ink/ink450.xml"/><Relationship Id="rId2" Type="http://schemas.openxmlformats.org/officeDocument/2006/relationships/image" Target="../media/image366.jpg"/><Relationship Id="rId16" Type="http://schemas.openxmlformats.org/officeDocument/2006/relationships/image" Target="../media/image403.png"/><Relationship Id="rId20" Type="http://schemas.openxmlformats.org/officeDocument/2006/relationships/image" Target="../media/image4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8.png"/><Relationship Id="rId11" Type="http://schemas.openxmlformats.org/officeDocument/2006/relationships/customXml" Target="../ink/ink447.xml"/><Relationship Id="rId5" Type="http://schemas.openxmlformats.org/officeDocument/2006/relationships/customXml" Target="../ink/ink444.xml"/><Relationship Id="rId15" Type="http://schemas.openxmlformats.org/officeDocument/2006/relationships/customXml" Target="../ink/ink449.xml"/><Relationship Id="rId10" Type="http://schemas.openxmlformats.org/officeDocument/2006/relationships/image" Target="../media/image400.png"/><Relationship Id="rId19" Type="http://schemas.openxmlformats.org/officeDocument/2006/relationships/customXml" Target="../ink/ink451.xml"/><Relationship Id="rId4" Type="http://schemas.openxmlformats.org/officeDocument/2006/relationships/image" Target="../media/image397.png"/><Relationship Id="rId9" Type="http://schemas.openxmlformats.org/officeDocument/2006/relationships/customXml" Target="../ink/ink446.xml"/><Relationship Id="rId14" Type="http://schemas.openxmlformats.org/officeDocument/2006/relationships/image" Target="../media/image40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7.png"/><Relationship Id="rId13" Type="http://schemas.openxmlformats.org/officeDocument/2006/relationships/image" Target="../media/image409.png"/><Relationship Id="rId3" Type="http://schemas.openxmlformats.org/officeDocument/2006/relationships/customXml" Target="../ink/ink452.xml"/><Relationship Id="rId7" Type="http://schemas.openxmlformats.org/officeDocument/2006/relationships/customXml" Target="../ink/ink455.xml"/><Relationship Id="rId12" Type="http://schemas.openxmlformats.org/officeDocument/2006/relationships/customXml" Target="../ink/ink458.xml"/><Relationship Id="rId2" Type="http://schemas.openxmlformats.org/officeDocument/2006/relationships/image" Target="../media/image406.jp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54.xml"/><Relationship Id="rId11" Type="http://schemas.openxmlformats.org/officeDocument/2006/relationships/customXml" Target="../ink/ink457.xml"/><Relationship Id="rId5" Type="http://schemas.openxmlformats.org/officeDocument/2006/relationships/customXml" Target="../ink/ink453.xml"/><Relationship Id="rId15" Type="http://schemas.openxmlformats.org/officeDocument/2006/relationships/image" Target="../media/image410.png"/><Relationship Id="rId10" Type="http://schemas.openxmlformats.org/officeDocument/2006/relationships/image" Target="../media/image408.png"/><Relationship Id="rId4" Type="http://schemas.openxmlformats.org/officeDocument/2006/relationships/image" Target="../media/image176.png"/><Relationship Id="rId9" Type="http://schemas.openxmlformats.org/officeDocument/2006/relationships/customXml" Target="../ink/ink456.xml"/><Relationship Id="rId14" Type="http://schemas.openxmlformats.org/officeDocument/2006/relationships/customXml" Target="../ink/ink459.xml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67.xml"/><Relationship Id="rId18" Type="http://schemas.openxmlformats.org/officeDocument/2006/relationships/customXml" Target="../ink/ink470.xml"/><Relationship Id="rId26" Type="http://schemas.openxmlformats.org/officeDocument/2006/relationships/customXml" Target="../ink/ink475.xml"/><Relationship Id="rId39" Type="http://schemas.openxmlformats.org/officeDocument/2006/relationships/customXml" Target="../ink/ink482.xml"/><Relationship Id="rId21" Type="http://schemas.openxmlformats.org/officeDocument/2006/relationships/image" Target="../media/image408.png"/><Relationship Id="rId34" Type="http://schemas.openxmlformats.org/officeDocument/2006/relationships/image" Target="../media/image420.png"/><Relationship Id="rId42" Type="http://schemas.openxmlformats.org/officeDocument/2006/relationships/image" Target="../media/image318.png"/><Relationship Id="rId7" Type="http://schemas.openxmlformats.org/officeDocument/2006/relationships/customXml" Target="../ink/ink462.xml"/><Relationship Id="rId2" Type="http://schemas.openxmlformats.org/officeDocument/2006/relationships/image" Target="../media/image406.jpg"/><Relationship Id="rId16" Type="http://schemas.openxmlformats.org/officeDocument/2006/relationships/customXml" Target="../ink/ink469.xml"/><Relationship Id="rId20" Type="http://schemas.openxmlformats.org/officeDocument/2006/relationships/customXml" Target="../ink/ink471.xml"/><Relationship Id="rId29" Type="http://schemas.openxmlformats.org/officeDocument/2006/relationships/image" Target="../media/image418.png"/><Relationship Id="rId41" Type="http://schemas.openxmlformats.org/officeDocument/2006/relationships/customXml" Target="../ink/ink48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6.png"/><Relationship Id="rId11" Type="http://schemas.openxmlformats.org/officeDocument/2006/relationships/customXml" Target="../ink/ink465.xml"/><Relationship Id="rId24" Type="http://schemas.openxmlformats.org/officeDocument/2006/relationships/customXml" Target="../ink/ink474.xml"/><Relationship Id="rId32" Type="http://schemas.openxmlformats.org/officeDocument/2006/relationships/image" Target="../media/image419.png"/><Relationship Id="rId37" Type="http://schemas.openxmlformats.org/officeDocument/2006/relationships/customXml" Target="../ink/ink481.xml"/><Relationship Id="rId40" Type="http://schemas.openxmlformats.org/officeDocument/2006/relationships/image" Target="../media/image423.png"/><Relationship Id="rId5" Type="http://schemas.openxmlformats.org/officeDocument/2006/relationships/customXml" Target="../ink/ink461.xml"/><Relationship Id="rId15" Type="http://schemas.openxmlformats.org/officeDocument/2006/relationships/customXml" Target="../ink/ink468.xml"/><Relationship Id="rId23" Type="http://schemas.openxmlformats.org/officeDocument/2006/relationships/customXml" Target="../ink/ink473.xml"/><Relationship Id="rId28" Type="http://schemas.openxmlformats.org/officeDocument/2006/relationships/customXml" Target="../ink/ink476.xml"/><Relationship Id="rId36" Type="http://schemas.openxmlformats.org/officeDocument/2006/relationships/image" Target="../media/image421.png"/><Relationship Id="rId10" Type="http://schemas.openxmlformats.org/officeDocument/2006/relationships/customXml" Target="../ink/ink464.xml"/><Relationship Id="rId19" Type="http://schemas.openxmlformats.org/officeDocument/2006/relationships/image" Target="../media/image415.png"/><Relationship Id="rId31" Type="http://schemas.openxmlformats.org/officeDocument/2006/relationships/customXml" Target="../ink/ink478.xml"/><Relationship Id="rId4" Type="http://schemas.openxmlformats.org/officeDocument/2006/relationships/image" Target="../media/image411.png"/><Relationship Id="rId9" Type="http://schemas.openxmlformats.org/officeDocument/2006/relationships/customXml" Target="../ink/ink463.xml"/><Relationship Id="rId14" Type="http://schemas.openxmlformats.org/officeDocument/2006/relationships/image" Target="../media/image413.png"/><Relationship Id="rId22" Type="http://schemas.openxmlformats.org/officeDocument/2006/relationships/customXml" Target="../ink/ink472.xml"/><Relationship Id="rId27" Type="http://schemas.openxmlformats.org/officeDocument/2006/relationships/image" Target="../media/image417.png"/><Relationship Id="rId30" Type="http://schemas.openxmlformats.org/officeDocument/2006/relationships/customXml" Target="../ink/ink477.xml"/><Relationship Id="rId35" Type="http://schemas.openxmlformats.org/officeDocument/2006/relationships/customXml" Target="../ink/ink480.xml"/><Relationship Id="rId43" Type="http://schemas.openxmlformats.org/officeDocument/2006/relationships/customXml" Target="../ink/ink484.xml"/><Relationship Id="rId8" Type="http://schemas.openxmlformats.org/officeDocument/2006/relationships/image" Target="../media/image412.png"/><Relationship Id="rId3" Type="http://schemas.openxmlformats.org/officeDocument/2006/relationships/customXml" Target="../ink/ink460.xml"/><Relationship Id="rId12" Type="http://schemas.openxmlformats.org/officeDocument/2006/relationships/customXml" Target="../ink/ink466.xml"/><Relationship Id="rId17" Type="http://schemas.openxmlformats.org/officeDocument/2006/relationships/image" Target="../media/image414.png"/><Relationship Id="rId25" Type="http://schemas.openxmlformats.org/officeDocument/2006/relationships/image" Target="../media/image416.png"/><Relationship Id="rId33" Type="http://schemas.openxmlformats.org/officeDocument/2006/relationships/customXml" Target="../ink/ink479.xml"/><Relationship Id="rId38" Type="http://schemas.openxmlformats.org/officeDocument/2006/relationships/image" Target="../media/image422.png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90.xml"/><Relationship Id="rId18" Type="http://schemas.openxmlformats.org/officeDocument/2006/relationships/image" Target="../media/image432.png"/><Relationship Id="rId26" Type="http://schemas.openxmlformats.org/officeDocument/2006/relationships/image" Target="../media/image436.png"/><Relationship Id="rId39" Type="http://schemas.openxmlformats.org/officeDocument/2006/relationships/customXml" Target="../ink/ink503.xml"/><Relationship Id="rId21" Type="http://schemas.openxmlformats.org/officeDocument/2006/relationships/customXml" Target="../ink/ink494.xml"/><Relationship Id="rId34" Type="http://schemas.openxmlformats.org/officeDocument/2006/relationships/image" Target="../media/image440.png"/><Relationship Id="rId42" Type="http://schemas.openxmlformats.org/officeDocument/2006/relationships/image" Target="../media/image443.png"/><Relationship Id="rId7" Type="http://schemas.openxmlformats.org/officeDocument/2006/relationships/customXml" Target="../ink/ink487.xml"/><Relationship Id="rId2" Type="http://schemas.openxmlformats.org/officeDocument/2006/relationships/image" Target="../media/image424.jpg"/><Relationship Id="rId16" Type="http://schemas.openxmlformats.org/officeDocument/2006/relationships/image" Target="../media/image431.png"/><Relationship Id="rId29" Type="http://schemas.openxmlformats.org/officeDocument/2006/relationships/customXml" Target="../ink/ink49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6.png"/><Relationship Id="rId11" Type="http://schemas.openxmlformats.org/officeDocument/2006/relationships/customXml" Target="../ink/ink489.xml"/><Relationship Id="rId24" Type="http://schemas.openxmlformats.org/officeDocument/2006/relationships/image" Target="../media/image435.png"/><Relationship Id="rId32" Type="http://schemas.openxmlformats.org/officeDocument/2006/relationships/image" Target="../media/image439.png"/><Relationship Id="rId37" Type="http://schemas.openxmlformats.org/officeDocument/2006/relationships/customXml" Target="../ink/ink502.xml"/><Relationship Id="rId40" Type="http://schemas.openxmlformats.org/officeDocument/2006/relationships/image" Target="../media/image442.png"/><Relationship Id="rId45" Type="http://schemas.openxmlformats.org/officeDocument/2006/relationships/customXml" Target="../ink/ink506.xml"/><Relationship Id="rId5" Type="http://schemas.openxmlformats.org/officeDocument/2006/relationships/customXml" Target="../ink/ink486.xml"/><Relationship Id="rId15" Type="http://schemas.openxmlformats.org/officeDocument/2006/relationships/customXml" Target="../ink/ink491.xml"/><Relationship Id="rId23" Type="http://schemas.openxmlformats.org/officeDocument/2006/relationships/customXml" Target="../ink/ink495.xml"/><Relationship Id="rId28" Type="http://schemas.openxmlformats.org/officeDocument/2006/relationships/image" Target="../media/image437.png"/><Relationship Id="rId36" Type="http://schemas.openxmlformats.org/officeDocument/2006/relationships/image" Target="../media/image318.png"/><Relationship Id="rId10" Type="http://schemas.openxmlformats.org/officeDocument/2006/relationships/image" Target="../media/image428.png"/><Relationship Id="rId19" Type="http://schemas.openxmlformats.org/officeDocument/2006/relationships/customXml" Target="../ink/ink493.xml"/><Relationship Id="rId31" Type="http://schemas.openxmlformats.org/officeDocument/2006/relationships/customXml" Target="../ink/ink499.xml"/><Relationship Id="rId44" Type="http://schemas.openxmlformats.org/officeDocument/2006/relationships/image" Target="../media/image444.png"/><Relationship Id="rId4" Type="http://schemas.openxmlformats.org/officeDocument/2006/relationships/image" Target="../media/image425.png"/><Relationship Id="rId9" Type="http://schemas.openxmlformats.org/officeDocument/2006/relationships/customXml" Target="../ink/ink488.xml"/><Relationship Id="rId14" Type="http://schemas.openxmlformats.org/officeDocument/2006/relationships/image" Target="../media/image430.png"/><Relationship Id="rId22" Type="http://schemas.openxmlformats.org/officeDocument/2006/relationships/image" Target="../media/image434.png"/><Relationship Id="rId27" Type="http://schemas.openxmlformats.org/officeDocument/2006/relationships/customXml" Target="../ink/ink497.xml"/><Relationship Id="rId30" Type="http://schemas.openxmlformats.org/officeDocument/2006/relationships/image" Target="../media/image438.png"/><Relationship Id="rId35" Type="http://schemas.openxmlformats.org/officeDocument/2006/relationships/customXml" Target="../ink/ink501.xml"/><Relationship Id="rId43" Type="http://schemas.openxmlformats.org/officeDocument/2006/relationships/customXml" Target="../ink/ink505.xml"/><Relationship Id="rId8" Type="http://schemas.openxmlformats.org/officeDocument/2006/relationships/image" Target="../media/image427.png"/><Relationship Id="rId3" Type="http://schemas.openxmlformats.org/officeDocument/2006/relationships/customXml" Target="../ink/ink485.xml"/><Relationship Id="rId12" Type="http://schemas.openxmlformats.org/officeDocument/2006/relationships/image" Target="../media/image429.png"/><Relationship Id="rId17" Type="http://schemas.openxmlformats.org/officeDocument/2006/relationships/customXml" Target="../ink/ink492.xml"/><Relationship Id="rId25" Type="http://schemas.openxmlformats.org/officeDocument/2006/relationships/customXml" Target="../ink/ink496.xml"/><Relationship Id="rId33" Type="http://schemas.openxmlformats.org/officeDocument/2006/relationships/customXml" Target="../ink/ink500.xml"/><Relationship Id="rId38" Type="http://schemas.openxmlformats.org/officeDocument/2006/relationships/image" Target="../media/image441.png"/><Relationship Id="rId46" Type="http://schemas.openxmlformats.org/officeDocument/2006/relationships/image" Target="../media/image445.png"/><Relationship Id="rId20" Type="http://schemas.openxmlformats.org/officeDocument/2006/relationships/image" Target="../media/image433.png"/><Relationship Id="rId41" Type="http://schemas.openxmlformats.org/officeDocument/2006/relationships/customXml" Target="../ink/ink50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4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12.xml"/><Relationship Id="rId18" Type="http://schemas.openxmlformats.org/officeDocument/2006/relationships/image" Target="../media/image454.png"/><Relationship Id="rId26" Type="http://schemas.openxmlformats.org/officeDocument/2006/relationships/image" Target="../media/image458.png"/><Relationship Id="rId39" Type="http://schemas.openxmlformats.org/officeDocument/2006/relationships/customXml" Target="../ink/ink525.xml"/><Relationship Id="rId21" Type="http://schemas.openxmlformats.org/officeDocument/2006/relationships/customXml" Target="../ink/ink516.xml"/><Relationship Id="rId34" Type="http://schemas.openxmlformats.org/officeDocument/2006/relationships/image" Target="../media/image462.png"/><Relationship Id="rId42" Type="http://schemas.openxmlformats.org/officeDocument/2006/relationships/image" Target="../media/image466.png"/><Relationship Id="rId47" Type="http://schemas.openxmlformats.org/officeDocument/2006/relationships/customXml" Target="../ink/ink529.xml"/><Relationship Id="rId50" Type="http://schemas.openxmlformats.org/officeDocument/2006/relationships/image" Target="../media/image470.png"/><Relationship Id="rId55" Type="http://schemas.openxmlformats.org/officeDocument/2006/relationships/customXml" Target="../ink/ink533.xml"/><Relationship Id="rId7" Type="http://schemas.openxmlformats.org/officeDocument/2006/relationships/customXml" Target="../ink/ink509.xml"/><Relationship Id="rId2" Type="http://schemas.openxmlformats.org/officeDocument/2006/relationships/image" Target="../media/image446.jpg"/><Relationship Id="rId16" Type="http://schemas.openxmlformats.org/officeDocument/2006/relationships/image" Target="../media/image453.png"/><Relationship Id="rId29" Type="http://schemas.openxmlformats.org/officeDocument/2006/relationships/customXml" Target="../ink/ink520.xml"/><Relationship Id="rId11" Type="http://schemas.openxmlformats.org/officeDocument/2006/relationships/customXml" Target="../ink/ink511.xml"/><Relationship Id="rId24" Type="http://schemas.openxmlformats.org/officeDocument/2006/relationships/image" Target="../media/image457.png"/><Relationship Id="rId32" Type="http://schemas.openxmlformats.org/officeDocument/2006/relationships/image" Target="../media/image461.png"/><Relationship Id="rId37" Type="http://schemas.openxmlformats.org/officeDocument/2006/relationships/customXml" Target="../ink/ink524.xml"/><Relationship Id="rId40" Type="http://schemas.openxmlformats.org/officeDocument/2006/relationships/image" Target="../media/image465.png"/><Relationship Id="rId45" Type="http://schemas.openxmlformats.org/officeDocument/2006/relationships/customXml" Target="../ink/ink528.xml"/><Relationship Id="rId53" Type="http://schemas.openxmlformats.org/officeDocument/2006/relationships/customXml" Target="../ink/ink532.xml"/><Relationship Id="rId58" Type="http://schemas.openxmlformats.org/officeDocument/2006/relationships/image" Target="../media/image318.png"/><Relationship Id="rId5" Type="http://schemas.openxmlformats.org/officeDocument/2006/relationships/customXml" Target="../ink/ink508.xml"/><Relationship Id="rId19" Type="http://schemas.openxmlformats.org/officeDocument/2006/relationships/customXml" Target="../ink/ink515.xml"/><Relationship Id="rId4" Type="http://schemas.openxmlformats.org/officeDocument/2006/relationships/image" Target="../media/image447.png"/><Relationship Id="rId9" Type="http://schemas.openxmlformats.org/officeDocument/2006/relationships/customXml" Target="../ink/ink510.xml"/><Relationship Id="rId14" Type="http://schemas.openxmlformats.org/officeDocument/2006/relationships/image" Target="../media/image452.png"/><Relationship Id="rId22" Type="http://schemas.openxmlformats.org/officeDocument/2006/relationships/image" Target="../media/image456.png"/><Relationship Id="rId27" Type="http://schemas.openxmlformats.org/officeDocument/2006/relationships/customXml" Target="../ink/ink519.xml"/><Relationship Id="rId30" Type="http://schemas.openxmlformats.org/officeDocument/2006/relationships/image" Target="../media/image460.png"/><Relationship Id="rId35" Type="http://schemas.openxmlformats.org/officeDocument/2006/relationships/customXml" Target="../ink/ink523.xml"/><Relationship Id="rId43" Type="http://schemas.openxmlformats.org/officeDocument/2006/relationships/customXml" Target="../ink/ink527.xml"/><Relationship Id="rId48" Type="http://schemas.openxmlformats.org/officeDocument/2006/relationships/image" Target="../media/image469.png"/><Relationship Id="rId56" Type="http://schemas.openxmlformats.org/officeDocument/2006/relationships/image" Target="../media/image473.png"/><Relationship Id="rId8" Type="http://schemas.openxmlformats.org/officeDocument/2006/relationships/image" Target="../media/image449.png"/><Relationship Id="rId51" Type="http://schemas.openxmlformats.org/officeDocument/2006/relationships/customXml" Target="../ink/ink531.xml"/><Relationship Id="rId3" Type="http://schemas.openxmlformats.org/officeDocument/2006/relationships/customXml" Target="../ink/ink507.xml"/><Relationship Id="rId12" Type="http://schemas.openxmlformats.org/officeDocument/2006/relationships/image" Target="../media/image451.png"/><Relationship Id="rId17" Type="http://schemas.openxmlformats.org/officeDocument/2006/relationships/customXml" Target="../ink/ink514.xml"/><Relationship Id="rId25" Type="http://schemas.openxmlformats.org/officeDocument/2006/relationships/customXml" Target="../ink/ink518.xml"/><Relationship Id="rId33" Type="http://schemas.openxmlformats.org/officeDocument/2006/relationships/customXml" Target="../ink/ink522.xml"/><Relationship Id="rId38" Type="http://schemas.openxmlformats.org/officeDocument/2006/relationships/image" Target="../media/image464.png"/><Relationship Id="rId46" Type="http://schemas.openxmlformats.org/officeDocument/2006/relationships/image" Target="../media/image468.png"/><Relationship Id="rId20" Type="http://schemas.openxmlformats.org/officeDocument/2006/relationships/image" Target="../media/image455.png"/><Relationship Id="rId41" Type="http://schemas.openxmlformats.org/officeDocument/2006/relationships/customXml" Target="../ink/ink526.xml"/><Relationship Id="rId54" Type="http://schemas.openxmlformats.org/officeDocument/2006/relationships/image" Target="../media/image4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8.png"/><Relationship Id="rId15" Type="http://schemas.openxmlformats.org/officeDocument/2006/relationships/customXml" Target="../ink/ink513.xml"/><Relationship Id="rId23" Type="http://schemas.openxmlformats.org/officeDocument/2006/relationships/customXml" Target="../ink/ink517.xml"/><Relationship Id="rId28" Type="http://schemas.openxmlformats.org/officeDocument/2006/relationships/image" Target="../media/image459.png"/><Relationship Id="rId36" Type="http://schemas.openxmlformats.org/officeDocument/2006/relationships/image" Target="../media/image463.png"/><Relationship Id="rId49" Type="http://schemas.openxmlformats.org/officeDocument/2006/relationships/customXml" Target="../ink/ink530.xml"/><Relationship Id="rId57" Type="http://schemas.openxmlformats.org/officeDocument/2006/relationships/customXml" Target="../ink/ink534.xml"/><Relationship Id="rId10" Type="http://schemas.openxmlformats.org/officeDocument/2006/relationships/image" Target="../media/image450.png"/><Relationship Id="rId31" Type="http://schemas.openxmlformats.org/officeDocument/2006/relationships/customXml" Target="../ink/ink521.xml"/><Relationship Id="rId44" Type="http://schemas.openxmlformats.org/officeDocument/2006/relationships/image" Target="../media/image467.png"/><Relationship Id="rId52" Type="http://schemas.openxmlformats.org/officeDocument/2006/relationships/image" Target="../media/image47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6.png"/><Relationship Id="rId13" Type="http://schemas.openxmlformats.org/officeDocument/2006/relationships/customXml" Target="../ink/ink540.xml"/><Relationship Id="rId18" Type="http://schemas.openxmlformats.org/officeDocument/2006/relationships/image" Target="../media/image481.png"/><Relationship Id="rId3" Type="http://schemas.openxmlformats.org/officeDocument/2006/relationships/customXml" Target="../ink/ink535.xml"/><Relationship Id="rId21" Type="http://schemas.openxmlformats.org/officeDocument/2006/relationships/customXml" Target="../ink/ink544.xml"/><Relationship Id="rId7" Type="http://schemas.openxmlformats.org/officeDocument/2006/relationships/customXml" Target="../ink/ink537.xml"/><Relationship Id="rId12" Type="http://schemas.openxmlformats.org/officeDocument/2006/relationships/image" Target="../media/image478.png"/><Relationship Id="rId17" Type="http://schemas.openxmlformats.org/officeDocument/2006/relationships/customXml" Target="../ink/ink542.xml"/><Relationship Id="rId2" Type="http://schemas.openxmlformats.org/officeDocument/2006/relationships/image" Target="../media/image446.jpg"/><Relationship Id="rId16" Type="http://schemas.openxmlformats.org/officeDocument/2006/relationships/image" Target="../media/image480.png"/><Relationship Id="rId20" Type="http://schemas.openxmlformats.org/officeDocument/2006/relationships/image" Target="../media/image4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5.png"/><Relationship Id="rId11" Type="http://schemas.openxmlformats.org/officeDocument/2006/relationships/customXml" Target="../ink/ink539.xml"/><Relationship Id="rId5" Type="http://schemas.openxmlformats.org/officeDocument/2006/relationships/customXml" Target="../ink/ink536.xml"/><Relationship Id="rId15" Type="http://schemas.openxmlformats.org/officeDocument/2006/relationships/customXml" Target="../ink/ink541.xml"/><Relationship Id="rId10" Type="http://schemas.openxmlformats.org/officeDocument/2006/relationships/image" Target="../media/image477.png"/><Relationship Id="rId19" Type="http://schemas.openxmlformats.org/officeDocument/2006/relationships/customXml" Target="../ink/ink543.xml"/><Relationship Id="rId4" Type="http://schemas.openxmlformats.org/officeDocument/2006/relationships/image" Target="../media/image474.png"/><Relationship Id="rId9" Type="http://schemas.openxmlformats.org/officeDocument/2006/relationships/customXml" Target="../ink/ink538.xml"/><Relationship Id="rId14" Type="http://schemas.openxmlformats.org/officeDocument/2006/relationships/image" Target="../media/image479.png"/><Relationship Id="rId22" Type="http://schemas.openxmlformats.org/officeDocument/2006/relationships/image" Target="../media/image483.png"/></Relationships>
</file>

<file path=ppt/slides/_rels/slide3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96.png"/><Relationship Id="rId21" Type="http://schemas.openxmlformats.org/officeDocument/2006/relationships/customXml" Target="../ink/ink554.xml"/><Relationship Id="rId42" Type="http://schemas.openxmlformats.org/officeDocument/2006/relationships/image" Target="../media/image504.png"/><Relationship Id="rId47" Type="http://schemas.openxmlformats.org/officeDocument/2006/relationships/customXml" Target="../ink/ink567.xml"/><Relationship Id="rId63" Type="http://schemas.openxmlformats.org/officeDocument/2006/relationships/customXml" Target="../ink/ink575.xml"/><Relationship Id="rId68" Type="http://schemas.openxmlformats.org/officeDocument/2006/relationships/image" Target="../media/image517.png"/><Relationship Id="rId2" Type="http://schemas.openxmlformats.org/officeDocument/2006/relationships/image" Target="../media/image484.jpg"/><Relationship Id="rId16" Type="http://schemas.openxmlformats.org/officeDocument/2006/relationships/image" Target="../media/image491.png"/><Relationship Id="rId29" Type="http://schemas.openxmlformats.org/officeDocument/2006/relationships/customXml" Target="../ink/ink558.xml"/><Relationship Id="rId11" Type="http://schemas.openxmlformats.org/officeDocument/2006/relationships/customXml" Target="../ink/ink549.xml"/><Relationship Id="rId24" Type="http://schemas.openxmlformats.org/officeDocument/2006/relationships/image" Target="../media/image495.png"/><Relationship Id="rId32" Type="http://schemas.openxmlformats.org/officeDocument/2006/relationships/image" Target="../media/image499.png"/><Relationship Id="rId37" Type="http://schemas.openxmlformats.org/officeDocument/2006/relationships/customXml" Target="../ink/ink562.xml"/><Relationship Id="rId40" Type="http://schemas.openxmlformats.org/officeDocument/2006/relationships/image" Target="../media/image503.png"/><Relationship Id="rId45" Type="http://schemas.openxmlformats.org/officeDocument/2006/relationships/customXml" Target="../ink/ink566.xml"/><Relationship Id="rId53" Type="http://schemas.openxmlformats.org/officeDocument/2006/relationships/customXml" Target="../ink/ink570.xml"/><Relationship Id="rId58" Type="http://schemas.openxmlformats.org/officeDocument/2006/relationships/image" Target="../media/image512.png"/><Relationship Id="rId66" Type="http://schemas.openxmlformats.org/officeDocument/2006/relationships/image" Target="../media/image516.png"/><Relationship Id="rId74" Type="http://schemas.openxmlformats.org/officeDocument/2006/relationships/image" Target="../media/image520.png"/><Relationship Id="rId5" Type="http://schemas.openxmlformats.org/officeDocument/2006/relationships/customXml" Target="../ink/ink546.xml"/><Relationship Id="rId61" Type="http://schemas.openxmlformats.org/officeDocument/2006/relationships/customXml" Target="../ink/ink574.xml"/><Relationship Id="rId19" Type="http://schemas.openxmlformats.org/officeDocument/2006/relationships/customXml" Target="../ink/ink553.xml"/><Relationship Id="rId14" Type="http://schemas.openxmlformats.org/officeDocument/2006/relationships/image" Target="../media/image490.png"/><Relationship Id="rId22" Type="http://schemas.openxmlformats.org/officeDocument/2006/relationships/image" Target="../media/image494.png"/><Relationship Id="rId27" Type="http://schemas.openxmlformats.org/officeDocument/2006/relationships/customXml" Target="../ink/ink557.xml"/><Relationship Id="rId30" Type="http://schemas.openxmlformats.org/officeDocument/2006/relationships/image" Target="../media/image498.png"/><Relationship Id="rId35" Type="http://schemas.openxmlformats.org/officeDocument/2006/relationships/customXml" Target="../ink/ink561.xml"/><Relationship Id="rId43" Type="http://schemas.openxmlformats.org/officeDocument/2006/relationships/customXml" Target="../ink/ink565.xml"/><Relationship Id="rId48" Type="http://schemas.openxmlformats.org/officeDocument/2006/relationships/image" Target="../media/image507.png"/><Relationship Id="rId56" Type="http://schemas.openxmlformats.org/officeDocument/2006/relationships/image" Target="../media/image511.png"/><Relationship Id="rId64" Type="http://schemas.openxmlformats.org/officeDocument/2006/relationships/image" Target="../media/image515.png"/><Relationship Id="rId69" Type="http://schemas.openxmlformats.org/officeDocument/2006/relationships/customXml" Target="../ink/ink578.xml"/><Relationship Id="rId8" Type="http://schemas.openxmlformats.org/officeDocument/2006/relationships/image" Target="../media/image487.png"/><Relationship Id="rId51" Type="http://schemas.openxmlformats.org/officeDocument/2006/relationships/customXml" Target="../ink/ink569.xml"/><Relationship Id="rId72" Type="http://schemas.openxmlformats.org/officeDocument/2006/relationships/image" Target="../media/image519.png"/><Relationship Id="rId3" Type="http://schemas.openxmlformats.org/officeDocument/2006/relationships/customXml" Target="../ink/ink545.xml"/><Relationship Id="rId12" Type="http://schemas.openxmlformats.org/officeDocument/2006/relationships/image" Target="../media/image489.png"/><Relationship Id="rId17" Type="http://schemas.openxmlformats.org/officeDocument/2006/relationships/customXml" Target="../ink/ink552.xml"/><Relationship Id="rId25" Type="http://schemas.openxmlformats.org/officeDocument/2006/relationships/customXml" Target="../ink/ink556.xml"/><Relationship Id="rId33" Type="http://schemas.openxmlformats.org/officeDocument/2006/relationships/customXml" Target="../ink/ink560.xml"/><Relationship Id="rId38" Type="http://schemas.openxmlformats.org/officeDocument/2006/relationships/image" Target="../media/image502.png"/><Relationship Id="rId46" Type="http://schemas.openxmlformats.org/officeDocument/2006/relationships/image" Target="../media/image506.png"/><Relationship Id="rId59" Type="http://schemas.openxmlformats.org/officeDocument/2006/relationships/customXml" Target="../ink/ink573.xml"/><Relationship Id="rId67" Type="http://schemas.openxmlformats.org/officeDocument/2006/relationships/customXml" Target="../ink/ink577.xml"/><Relationship Id="rId20" Type="http://schemas.openxmlformats.org/officeDocument/2006/relationships/image" Target="../media/image493.png"/><Relationship Id="rId41" Type="http://schemas.openxmlformats.org/officeDocument/2006/relationships/customXml" Target="../ink/ink564.xml"/><Relationship Id="rId54" Type="http://schemas.openxmlformats.org/officeDocument/2006/relationships/image" Target="../media/image510.png"/><Relationship Id="rId62" Type="http://schemas.openxmlformats.org/officeDocument/2006/relationships/image" Target="../media/image514.png"/><Relationship Id="rId70" Type="http://schemas.openxmlformats.org/officeDocument/2006/relationships/image" Target="../media/image5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6.png"/><Relationship Id="rId15" Type="http://schemas.openxmlformats.org/officeDocument/2006/relationships/customXml" Target="../ink/ink551.xml"/><Relationship Id="rId23" Type="http://schemas.openxmlformats.org/officeDocument/2006/relationships/customXml" Target="../ink/ink555.xml"/><Relationship Id="rId28" Type="http://schemas.openxmlformats.org/officeDocument/2006/relationships/image" Target="../media/image497.png"/><Relationship Id="rId36" Type="http://schemas.openxmlformats.org/officeDocument/2006/relationships/image" Target="../media/image501.png"/><Relationship Id="rId49" Type="http://schemas.openxmlformats.org/officeDocument/2006/relationships/customXml" Target="../ink/ink568.xml"/><Relationship Id="rId57" Type="http://schemas.openxmlformats.org/officeDocument/2006/relationships/customXml" Target="../ink/ink572.xml"/><Relationship Id="rId10" Type="http://schemas.openxmlformats.org/officeDocument/2006/relationships/image" Target="../media/image488.png"/><Relationship Id="rId31" Type="http://schemas.openxmlformats.org/officeDocument/2006/relationships/customXml" Target="../ink/ink559.xml"/><Relationship Id="rId44" Type="http://schemas.openxmlformats.org/officeDocument/2006/relationships/image" Target="../media/image505.png"/><Relationship Id="rId52" Type="http://schemas.openxmlformats.org/officeDocument/2006/relationships/image" Target="../media/image509.png"/><Relationship Id="rId60" Type="http://schemas.openxmlformats.org/officeDocument/2006/relationships/image" Target="../media/image513.png"/><Relationship Id="rId65" Type="http://schemas.openxmlformats.org/officeDocument/2006/relationships/customXml" Target="../ink/ink576.xml"/><Relationship Id="rId73" Type="http://schemas.openxmlformats.org/officeDocument/2006/relationships/customXml" Target="../ink/ink580.xml"/><Relationship Id="rId4" Type="http://schemas.openxmlformats.org/officeDocument/2006/relationships/image" Target="../media/image485.png"/><Relationship Id="rId9" Type="http://schemas.openxmlformats.org/officeDocument/2006/relationships/customXml" Target="../ink/ink548.xml"/><Relationship Id="rId13" Type="http://schemas.openxmlformats.org/officeDocument/2006/relationships/customXml" Target="../ink/ink550.xml"/><Relationship Id="rId18" Type="http://schemas.openxmlformats.org/officeDocument/2006/relationships/image" Target="../media/image492.png"/><Relationship Id="rId39" Type="http://schemas.openxmlformats.org/officeDocument/2006/relationships/customXml" Target="../ink/ink563.xml"/><Relationship Id="rId34" Type="http://schemas.openxmlformats.org/officeDocument/2006/relationships/image" Target="../media/image500.png"/><Relationship Id="rId50" Type="http://schemas.openxmlformats.org/officeDocument/2006/relationships/image" Target="../media/image508.png"/><Relationship Id="rId55" Type="http://schemas.openxmlformats.org/officeDocument/2006/relationships/customXml" Target="../ink/ink571.xml"/><Relationship Id="rId7" Type="http://schemas.openxmlformats.org/officeDocument/2006/relationships/customXml" Target="../ink/ink547.xml"/><Relationship Id="rId71" Type="http://schemas.openxmlformats.org/officeDocument/2006/relationships/customXml" Target="../ink/ink579.xml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86.xml"/><Relationship Id="rId18" Type="http://schemas.openxmlformats.org/officeDocument/2006/relationships/image" Target="../media/image529.png"/><Relationship Id="rId26" Type="http://schemas.openxmlformats.org/officeDocument/2006/relationships/image" Target="../media/image533.png"/><Relationship Id="rId3" Type="http://schemas.openxmlformats.org/officeDocument/2006/relationships/customXml" Target="../ink/ink581.xml"/><Relationship Id="rId21" Type="http://schemas.openxmlformats.org/officeDocument/2006/relationships/customXml" Target="../ink/ink590.xml"/><Relationship Id="rId34" Type="http://schemas.openxmlformats.org/officeDocument/2006/relationships/image" Target="../media/image537.png"/><Relationship Id="rId7" Type="http://schemas.openxmlformats.org/officeDocument/2006/relationships/customXml" Target="../ink/ink583.xml"/><Relationship Id="rId12" Type="http://schemas.openxmlformats.org/officeDocument/2006/relationships/image" Target="../media/image526.png"/><Relationship Id="rId17" Type="http://schemas.openxmlformats.org/officeDocument/2006/relationships/customXml" Target="../ink/ink588.xml"/><Relationship Id="rId25" Type="http://schemas.openxmlformats.org/officeDocument/2006/relationships/customXml" Target="../ink/ink592.xml"/><Relationship Id="rId33" Type="http://schemas.openxmlformats.org/officeDocument/2006/relationships/customXml" Target="../ink/ink596.xml"/><Relationship Id="rId2" Type="http://schemas.openxmlformats.org/officeDocument/2006/relationships/image" Target="../media/image521.jpg"/><Relationship Id="rId16" Type="http://schemas.openxmlformats.org/officeDocument/2006/relationships/image" Target="../media/image528.png"/><Relationship Id="rId20" Type="http://schemas.openxmlformats.org/officeDocument/2006/relationships/image" Target="../media/image530.png"/><Relationship Id="rId29" Type="http://schemas.openxmlformats.org/officeDocument/2006/relationships/customXml" Target="../ink/ink59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3.png"/><Relationship Id="rId11" Type="http://schemas.openxmlformats.org/officeDocument/2006/relationships/customXml" Target="../ink/ink585.xml"/><Relationship Id="rId24" Type="http://schemas.openxmlformats.org/officeDocument/2006/relationships/image" Target="../media/image532.png"/><Relationship Id="rId32" Type="http://schemas.openxmlformats.org/officeDocument/2006/relationships/image" Target="../media/image536.png"/><Relationship Id="rId5" Type="http://schemas.openxmlformats.org/officeDocument/2006/relationships/customXml" Target="../ink/ink582.xml"/><Relationship Id="rId15" Type="http://schemas.openxmlformats.org/officeDocument/2006/relationships/customXml" Target="../ink/ink587.xml"/><Relationship Id="rId23" Type="http://schemas.openxmlformats.org/officeDocument/2006/relationships/customXml" Target="../ink/ink591.xml"/><Relationship Id="rId28" Type="http://schemas.openxmlformats.org/officeDocument/2006/relationships/image" Target="../media/image534.png"/><Relationship Id="rId10" Type="http://schemas.openxmlformats.org/officeDocument/2006/relationships/image" Target="../media/image525.png"/><Relationship Id="rId19" Type="http://schemas.openxmlformats.org/officeDocument/2006/relationships/customXml" Target="../ink/ink589.xml"/><Relationship Id="rId31" Type="http://schemas.openxmlformats.org/officeDocument/2006/relationships/customXml" Target="../ink/ink595.xml"/><Relationship Id="rId4" Type="http://schemas.openxmlformats.org/officeDocument/2006/relationships/image" Target="../media/image522.png"/><Relationship Id="rId9" Type="http://schemas.openxmlformats.org/officeDocument/2006/relationships/customXml" Target="../ink/ink584.xml"/><Relationship Id="rId14" Type="http://schemas.openxmlformats.org/officeDocument/2006/relationships/image" Target="../media/image527.png"/><Relationship Id="rId22" Type="http://schemas.openxmlformats.org/officeDocument/2006/relationships/image" Target="../media/image531.png"/><Relationship Id="rId27" Type="http://schemas.openxmlformats.org/officeDocument/2006/relationships/customXml" Target="../ink/ink593.xml"/><Relationship Id="rId30" Type="http://schemas.openxmlformats.org/officeDocument/2006/relationships/image" Target="../media/image535.png"/><Relationship Id="rId8" Type="http://schemas.openxmlformats.org/officeDocument/2006/relationships/image" Target="../media/image52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3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539.png"/></Relationships>
</file>

<file path=ppt/slides/_rels/slide3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02.xml"/><Relationship Id="rId18" Type="http://schemas.openxmlformats.org/officeDocument/2006/relationships/image" Target="../media/image548.png"/><Relationship Id="rId26" Type="http://schemas.openxmlformats.org/officeDocument/2006/relationships/image" Target="../media/image552.png"/><Relationship Id="rId3" Type="http://schemas.openxmlformats.org/officeDocument/2006/relationships/customXml" Target="../ink/ink597.xml"/><Relationship Id="rId21" Type="http://schemas.openxmlformats.org/officeDocument/2006/relationships/customXml" Target="../ink/ink606.xml"/><Relationship Id="rId34" Type="http://schemas.openxmlformats.org/officeDocument/2006/relationships/image" Target="../media/image556.png"/><Relationship Id="rId7" Type="http://schemas.openxmlformats.org/officeDocument/2006/relationships/customXml" Target="../ink/ink599.xml"/><Relationship Id="rId12" Type="http://schemas.openxmlformats.org/officeDocument/2006/relationships/image" Target="../media/image545.png"/><Relationship Id="rId17" Type="http://schemas.openxmlformats.org/officeDocument/2006/relationships/customXml" Target="../ink/ink604.xml"/><Relationship Id="rId25" Type="http://schemas.openxmlformats.org/officeDocument/2006/relationships/customXml" Target="../ink/ink608.xml"/><Relationship Id="rId33" Type="http://schemas.openxmlformats.org/officeDocument/2006/relationships/customXml" Target="../ink/ink612.xml"/><Relationship Id="rId2" Type="http://schemas.openxmlformats.org/officeDocument/2006/relationships/image" Target="../media/image540.jpg"/><Relationship Id="rId16" Type="http://schemas.openxmlformats.org/officeDocument/2006/relationships/image" Target="../media/image547.png"/><Relationship Id="rId20" Type="http://schemas.openxmlformats.org/officeDocument/2006/relationships/image" Target="../media/image549.png"/><Relationship Id="rId29" Type="http://schemas.openxmlformats.org/officeDocument/2006/relationships/customXml" Target="../ink/ink6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2.png"/><Relationship Id="rId11" Type="http://schemas.openxmlformats.org/officeDocument/2006/relationships/customXml" Target="../ink/ink601.xml"/><Relationship Id="rId24" Type="http://schemas.openxmlformats.org/officeDocument/2006/relationships/image" Target="../media/image551.png"/><Relationship Id="rId32" Type="http://schemas.openxmlformats.org/officeDocument/2006/relationships/image" Target="../media/image555.png"/><Relationship Id="rId5" Type="http://schemas.openxmlformats.org/officeDocument/2006/relationships/customXml" Target="../ink/ink598.xml"/><Relationship Id="rId15" Type="http://schemas.openxmlformats.org/officeDocument/2006/relationships/customXml" Target="../ink/ink603.xml"/><Relationship Id="rId23" Type="http://schemas.openxmlformats.org/officeDocument/2006/relationships/customXml" Target="../ink/ink607.xml"/><Relationship Id="rId28" Type="http://schemas.openxmlformats.org/officeDocument/2006/relationships/image" Target="../media/image553.png"/><Relationship Id="rId10" Type="http://schemas.openxmlformats.org/officeDocument/2006/relationships/image" Target="../media/image544.png"/><Relationship Id="rId19" Type="http://schemas.openxmlformats.org/officeDocument/2006/relationships/customXml" Target="../ink/ink605.xml"/><Relationship Id="rId31" Type="http://schemas.openxmlformats.org/officeDocument/2006/relationships/customXml" Target="../ink/ink611.xml"/><Relationship Id="rId4" Type="http://schemas.openxmlformats.org/officeDocument/2006/relationships/image" Target="../media/image541.png"/><Relationship Id="rId9" Type="http://schemas.openxmlformats.org/officeDocument/2006/relationships/customXml" Target="../ink/ink600.xml"/><Relationship Id="rId14" Type="http://schemas.openxmlformats.org/officeDocument/2006/relationships/image" Target="../media/image546.png"/><Relationship Id="rId22" Type="http://schemas.openxmlformats.org/officeDocument/2006/relationships/image" Target="../media/image550.png"/><Relationship Id="rId27" Type="http://schemas.openxmlformats.org/officeDocument/2006/relationships/customXml" Target="../ink/ink609.xml"/><Relationship Id="rId30" Type="http://schemas.openxmlformats.org/officeDocument/2006/relationships/image" Target="../media/image554.png"/><Relationship Id="rId8" Type="http://schemas.openxmlformats.org/officeDocument/2006/relationships/image" Target="../media/image54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7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70.png"/><Relationship Id="rId21" Type="http://schemas.openxmlformats.org/officeDocument/2006/relationships/customXml" Target="../ink/ink622.xml"/><Relationship Id="rId34" Type="http://schemas.openxmlformats.org/officeDocument/2006/relationships/image" Target="../media/image574.png"/><Relationship Id="rId42" Type="http://schemas.openxmlformats.org/officeDocument/2006/relationships/image" Target="../media/image578.png"/><Relationship Id="rId47" Type="http://schemas.openxmlformats.org/officeDocument/2006/relationships/customXml" Target="../ink/ink635.xml"/><Relationship Id="rId50" Type="http://schemas.openxmlformats.org/officeDocument/2006/relationships/image" Target="../media/image581.png"/><Relationship Id="rId55" Type="http://schemas.openxmlformats.org/officeDocument/2006/relationships/customXml" Target="../ink/ink639.xml"/><Relationship Id="rId63" Type="http://schemas.openxmlformats.org/officeDocument/2006/relationships/customXml" Target="../ink/ink643.xml"/><Relationship Id="rId7" Type="http://schemas.openxmlformats.org/officeDocument/2006/relationships/customXml" Target="../ink/ink615.xml"/><Relationship Id="rId2" Type="http://schemas.openxmlformats.org/officeDocument/2006/relationships/image" Target="../media/image558.jpg"/><Relationship Id="rId16" Type="http://schemas.openxmlformats.org/officeDocument/2006/relationships/image" Target="../media/image565.png"/><Relationship Id="rId29" Type="http://schemas.openxmlformats.org/officeDocument/2006/relationships/customXml" Target="../ink/ink626.xml"/><Relationship Id="rId11" Type="http://schemas.openxmlformats.org/officeDocument/2006/relationships/customXml" Target="../ink/ink617.xml"/><Relationship Id="rId24" Type="http://schemas.openxmlformats.org/officeDocument/2006/relationships/image" Target="../media/image569.png"/><Relationship Id="rId32" Type="http://schemas.openxmlformats.org/officeDocument/2006/relationships/image" Target="../media/image573.png"/><Relationship Id="rId37" Type="http://schemas.openxmlformats.org/officeDocument/2006/relationships/customXml" Target="../ink/ink630.xml"/><Relationship Id="rId40" Type="http://schemas.openxmlformats.org/officeDocument/2006/relationships/image" Target="../media/image577.png"/><Relationship Id="rId45" Type="http://schemas.openxmlformats.org/officeDocument/2006/relationships/customXml" Target="../ink/ink634.xml"/><Relationship Id="rId53" Type="http://schemas.openxmlformats.org/officeDocument/2006/relationships/customXml" Target="../ink/ink638.xml"/><Relationship Id="rId58" Type="http://schemas.openxmlformats.org/officeDocument/2006/relationships/image" Target="../media/image585.png"/><Relationship Id="rId66" Type="http://schemas.openxmlformats.org/officeDocument/2006/relationships/image" Target="../media/image589.png"/><Relationship Id="rId5" Type="http://schemas.openxmlformats.org/officeDocument/2006/relationships/customXml" Target="../ink/ink614.xml"/><Relationship Id="rId61" Type="http://schemas.openxmlformats.org/officeDocument/2006/relationships/customXml" Target="../ink/ink642.xml"/><Relationship Id="rId19" Type="http://schemas.openxmlformats.org/officeDocument/2006/relationships/customXml" Target="../ink/ink621.xml"/><Relationship Id="rId14" Type="http://schemas.openxmlformats.org/officeDocument/2006/relationships/image" Target="../media/image564.png"/><Relationship Id="rId22" Type="http://schemas.openxmlformats.org/officeDocument/2006/relationships/image" Target="../media/image568.png"/><Relationship Id="rId27" Type="http://schemas.openxmlformats.org/officeDocument/2006/relationships/customXml" Target="../ink/ink625.xml"/><Relationship Id="rId30" Type="http://schemas.openxmlformats.org/officeDocument/2006/relationships/image" Target="../media/image572.png"/><Relationship Id="rId35" Type="http://schemas.openxmlformats.org/officeDocument/2006/relationships/customXml" Target="../ink/ink629.xml"/><Relationship Id="rId43" Type="http://schemas.openxmlformats.org/officeDocument/2006/relationships/customXml" Target="../ink/ink633.xml"/><Relationship Id="rId48" Type="http://schemas.openxmlformats.org/officeDocument/2006/relationships/image" Target="../media/image580.png"/><Relationship Id="rId56" Type="http://schemas.openxmlformats.org/officeDocument/2006/relationships/image" Target="../media/image584.png"/><Relationship Id="rId64" Type="http://schemas.openxmlformats.org/officeDocument/2006/relationships/image" Target="../media/image588.png"/><Relationship Id="rId8" Type="http://schemas.openxmlformats.org/officeDocument/2006/relationships/image" Target="../media/image561.png"/><Relationship Id="rId51" Type="http://schemas.openxmlformats.org/officeDocument/2006/relationships/customXml" Target="../ink/ink637.xml"/><Relationship Id="rId3" Type="http://schemas.openxmlformats.org/officeDocument/2006/relationships/customXml" Target="../ink/ink613.xml"/><Relationship Id="rId12" Type="http://schemas.openxmlformats.org/officeDocument/2006/relationships/image" Target="../media/image563.png"/><Relationship Id="rId17" Type="http://schemas.openxmlformats.org/officeDocument/2006/relationships/customXml" Target="../ink/ink620.xml"/><Relationship Id="rId25" Type="http://schemas.openxmlformats.org/officeDocument/2006/relationships/customXml" Target="../ink/ink624.xml"/><Relationship Id="rId33" Type="http://schemas.openxmlformats.org/officeDocument/2006/relationships/customXml" Target="../ink/ink628.xml"/><Relationship Id="rId38" Type="http://schemas.openxmlformats.org/officeDocument/2006/relationships/image" Target="../media/image576.png"/><Relationship Id="rId46" Type="http://schemas.openxmlformats.org/officeDocument/2006/relationships/image" Target="../media/image318.png"/><Relationship Id="rId59" Type="http://schemas.openxmlformats.org/officeDocument/2006/relationships/customXml" Target="../ink/ink641.xml"/><Relationship Id="rId20" Type="http://schemas.openxmlformats.org/officeDocument/2006/relationships/image" Target="../media/image567.png"/><Relationship Id="rId41" Type="http://schemas.openxmlformats.org/officeDocument/2006/relationships/customXml" Target="../ink/ink632.xml"/><Relationship Id="rId54" Type="http://schemas.openxmlformats.org/officeDocument/2006/relationships/image" Target="../media/image583.png"/><Relationship Id="rId62" Type="http://schemas.openxmlformats.org/officeDocument/2006/relationships/image" Target="../media/image5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0.png"/><Relationship Id="rId15" Type="http://schemas.openxmlformats.org/officeDocument/2006/relationships/customXml" Target="../ink/ink619.xml"/><Relationship Id="rId23" Type="http://schemas.openxmlformats.org/officeDocument/2006/relationships/customXml" Target="../ink/ink623.xml"/><Relationship Id="rId28" Type="http://schemas.openxmlformats.org/officeDocument/2006/relationships/image" Target="../media/image571.png"/><Relationship Id="rId36" Type="http://schemas.openxmlformats.org/officeDocument/2006/relationships/image" Target="../media/image575.png"/><Relationship Id="rId49" Type="http://schemas.openxmlformats.org/officeDocument/2006/relationships/customXml" Target="../ink/ink636.xml"/><Relationship Id="rId57" Type="http://schemas.openxmlformats.org/officeDocument/2006/relationships/customXml" Target="../ink/ink640.xml"/><Relationship Id="rId10" Type="http://schemas.openxmlformats.org/officeDocument/2006/relationships/image" Target="../media/image562.png"/><Relationship Id="rId31" Type="http://schemas.openxmlformats.org/officeDocument/2006/relationships/customXml" Target="../ink/ink627.xml"/><Relationship Id="rId44" Type="http://schemas.openxmlformats.org/officeDocument/2006/relationships/image" Target="../media/image579.png"/><Relationship Id="rId52" Type="http://schemas.openxmlformats.org/officeDocument/2006/relationships/image" Target="../media/image582.png"/><Relationship Id="rId60" Type="http://schemas.openxmlformats.org/officeDocument/2006/relationships/image" Target="../media/image586.png"/><Relationship Id="rId65" Type="http://schemas.openxmlformats.org/officeDocument/2006/relationships/customXml" Target="../ink/ink644.xml"/><Relationship Id="rId4" Type="http://schemas.openxmlformats.org/officeDocument/2006/relationships/image" Target="../media/image559.png"/><Relationship Id="rId9" Type="http://schemas.openxmlformats.org/officeDocument/2006/relationships/customXml" Target="../ink/ink616.xml"/><Relationship Id="rId13" Type="http://schemas.openxmlformats.org/officeDocument/2006/relationships/customXml" Target="../ink/ink618.xml"/><Relationship Id="rId18" Type="http://schemas.openxmlformats.org/officeDocument/2006/relationships/image" Target="../media/image566.png"/><Relationship Id="rId39" Type="http://schemas.openxmlformats.org/officeDocument/2006/relationships/customXml" Target="../ink/ink631.xml"/></Relationships>
</file>

<file path=ppt/slides/_rels/slide4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02.png"/><Relationship Id="rId21" Type="http://schemas.openxmlformats.org/officeDocument/2006/relationships/customXml" Target="../ink/ink654.xml"/><Relationship Id="rId42" Type="http://schemas.openxmlformats.org/officeDocument/2006/relationships/image" Target="../media/image610.png"/><Relationship Id="rId47" Type="http://schemas.openxmlformats.org/officeDocument/2006/relationships/customXml" Target="../ink/ink667.xml"/><Relationship Id="rId63" Type="http://schemas.openxmlformats.org/officeDocument/2006/relationships/customXml" Target="../ink/ink675.xml"/><Relationship Id="rId68" Type="http://schemas.openxmlformats.org/officeDocument/2006/relationships/image" Target="../media/image623.png"/><Relationship Id="rId84" Type="http://schemas.openxmlformats.org/officeDocument/2006/relationships/image" Target="../media/image631.png"/><Relationship Id="rId89" Type="http://schemas.openxmlformats.org/officeDocument/2006/relationships/customXml" Target="../ink/ink688.xml"/><Relationship Id="rId112" Type="http://schemas.openxmlformats.org/officeDocument/2006/relationships/image" Target="../media/image645.png"/><Relationship Id="rId16" Type="http://schemas.openxmlformats.org/officeDocument/2006/relationships/image" Target="../media/image597.png"/><Relationship Id="rId107" Type="http://schemas.openxmlformats.org/officeDocument/2006/relationships/customXml" Target="../ink/ink697.xml"/><Relationship Id="rId11" Type="http://schemas.openxmlformats.org/officeDocument/2006/relationships/customXml" Target="../ink/ink649.xml"/><Relationship Id="rId32" Type="http://schemas.openxmlformats.org/officeDocument/2006/relationships/image" Target="../media/image605.png"/><Relationship Id="rId37" Type="http://schemas.openxmlformats.org/officeDocument/2006/relationships/customXml" Target="../ink/ink662.xml"/><Relationship Id="rId53" Type="http://schemas.openxmlformats.org/officeDocument/2006/relationships/customXml" Target="../ink/ink670.xml"/><Relationship Id="rId58" Type="http://schemas.openxmlformats.org/officeDocument/2006/relationships/image" Target="../media/image618.png"/><Relationship Id="rId74" Type="http://schemas.openxmlformats.org/officeDocument/2006/relationships/image" Target="../media/image626.png"/><Relationship Id="rId79" Type="http://schemas.openxmlformats.org/officeDocument/2006/relationships/customXml" Target="../ink/ink683.xml"/><Relationship Id="rId102" Type="http://schemas.openxmlformats.org/officeDocument/2006/relationships/image" Target="../media/image640.png"/><Relationship Id="rId5" Type="http://schemas.openxmlformats.org/officeDocument/2006/relationships/customXml" Target="../ink/ink646.xml"/><Relationship Id="rId90" Type="http://schemas.openxmlformats.org/officeDocument/2006/relationships/image" Target="../media/image634.png"/><Relationship Id="rId95" Type="http://schemas.openxmlformats.org/officeDocument/2006/relationships/customXml" Target="../ink/ink691.xml"/><Relationship Id="rId22" Type="http://schemas.openxmlformats.org/officeDocument/2006/relationships/image" Target="../media/image600.png"/><Relationship Id="rId27" Type="http://schemas.openxmlformats.org/officeDocument/2006/relationships/customXml" Target="../ink/ink657.xml"/><Relationship Id="rId43" Type="http://schemas.openxmlformats.org/officeDocument/2006/relationships/customXml" Target="../ink/ink665.xml"/><Relationship Id="rId48" Type="http://schemas.openxmlformats.org/officeDocument/2006/relationships/image" Target="../media/image613.png"/><Relationship Id="rId64" Type="http://schemas.openxmlformats.org/officeDocument/2006/relationships/image" Target="../media/image621.png"/><Relationship Id="rId69" Type="http://schemas.openxmlformats.org/officeDocument/2006/relationships/customXml" Target="../ink/ink678.xml"/><Relationship Id="rId113" Type="http://schemas.openxmlformats.org/officeDocument/2006/relationships/customXml" Target="../ink/ink700.xml"/><Relationship Id="rId80" Type="http://schemas.openxmlformats.org/officeDocument/2006/relationships/image" Target="../media/image629.png"/><Relationship Id="rId85" Type="http://schemas.openxmlformats.org/officeDocument/2006/relationships/customXml" Target="../ink/ink686.xml"/><Relationship Id="rId12" Type="http://schemas.openxmlformats.org/officeDocument/2006/relationships/image" Target="../media/image595.png"/><Relationship Id="rId17" Type="http://schemas.openxmlformats.org/officeDocument/2006/relationships/customXml" Target="../ink/ink652.xml"/><Relationship Id="rId33" Type="http://schemas.openxmlformats.org/officeDocument/2006/relationships/customXml" Target="../ink/ink660.xml"/><Relationship Id="rId38" Type="http://schemas.openxmlformats.org/officeDocument/2006/relationships/image" Target="../media/image608.png"/><Relationship Id="rId59" Type="http://schemas.openxmlformats.org/officeDocument/2006/relationships/customXml" Target="../ink/ink673.xml"/><Relationship Id="rId103" Type="http://schemas.openxmlformats.org/officeDocument/2006/relationships/customXml" Target="../ink/ink695.xml"/><Relationship Id="rId108" Type="http://schemas.openxmlformats.org/officeDocument/2006/relationships/image" Target="../media/image643.png"/><Relationship Id="rId54" Type="http://schemas.openxmlformats.org/officeDocument/2006/relationships/image" Target="../media/image616.png"/><Relationship Id="rId70" Type="http://schemas.openxmlformats.org/officeDocument/2006/relationships/image" Target="../media/image624.png"/><Relationship Id="rId75" Type="http://schemas.openxmlformats.org/officeDocument/2006/relationships/customXml" Target="../ink/ink681.xml"/><Relationship Id="rId91" Type="http://schemas.openxmlformats.org/officeDocument/2006/relationships/customXml" Target="../ink/ink689.xml"/><Relationship Id="rId96" Type="http://schemas.openxmlformats.org/officeDocument/2006/relationships/image" Target="../media/image6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2.png"/><Relationship Id="rId15" Type="http://schemas.openxmlformats.org/officeDocument/2006/relationships/customXml" Target="../ink/ink651.xml"/><Relationship Id="rId23" Type="http://schemas.openxmlformats.org/officeDocument/2006/relationships/customXml" Target="../ink/ink655.xml"/><Relationship Id="rId28" Type="http://schemas.openxmlformats.org/officeDocument/2006/relationships/image" Target="../media/image603.png"/><Relationship Id="rId36" Type="http://schemas.openxmlformats.org/officeDocument/2006/relationships/image" Target="../media/image607.png"/><Relationship Id="rId49" Type="http://schemas.openxmlformats.org/officeDocument/2006/relationships/customXml" Target="../ink/ink668.xml"/><Relationship Id="rId57" Type="http://schemas.openxmlformats.org/officeDocument/2006/relationships/customXml" Target="../ink/ink672.xml"/><Relationship Id="rId106" Type="http://schemas.openxmlformats.org/officeDocument/2006/relationships/image" Target="../media/image642.png"/><Relationship Id="rId114" Type="http://schemas.openxmlformats.org/officeDocument/2006/relationships/image" Target="../media/image646.png"/><Relationship Id="rId10" Type="http://schemas.openxmlformats.org/officeDocument/2006/relationships/image" Target="../media/image594.png"/><Relationship Id="rId31" Type="http://schemas.openxmlformats.org/officeDocument/2006/relationships/customXml" Target="../ink/ink659.xml"/><Relationship Id="rId44" Type="http://schemas.openxmlformats.org/officeDocument/2006/relationships/image" Target="../media/image611.png"/><Relationship Id="rId52" Type="http://schemas.openxmlformats.org/officeDocument/2006/relationships/image" Target="../media/image615.png"/><Relationship Id="rId60" Type="http://schemas.openxmlformats.org/officeDocument/2006/relationships/image" Target="../media/image619.png"/><Relationship Id="rId65" Type="http://schemas.openxmlformats.org/officeDocument/2006/relationships/customXml" Target="../ink/ink676.xml"/><Relationship Id="rId73" Type="http://schemas.openxmlformats.org/officeDocument/2006/relationships/customXml" Target="../ink/ink680.xml"/><Relationship Id="rId78" Type="http://schemas.openxmlformats.org/officeDocument/2006/relationships/image" Target="../media/image628.png"/><Relationship Id="rId81" Type="http://schemas.openxmlformats.org/officeDocument/2006/relationships/customXml" Target="../ink/ink684.xml"/><Relationship Id="rId86" Type="http://schemas.openxmlformats.org/officeDocument/2006/relationships/image" Target="../media/image632.png"/><Relationship Id="rId94" Type="http://schemas.openxmlformats.org/officeDocument/2006/relationships/image" Target="../media/image636.png"/><Relationship Id="rId99" Type="http://schemas.openxmlformats.org/officeDocument/2006/relationships/customXml" Target="../ink/ink693.xml"/><Relationship Id="rId101" Type="http://schemas.openxmlformats.org/officeDocument/2006/relationships/customXml" Target="../ink/ink694.xml"/><Relationship Id="rId4" Type="http://schemas.openxmlformats.org/officeDocument/2006/relationships/image" Target="../media/image591.png"/><Relationship Id="rId9" Type="http://schemas.openxmlformats.org/officeDocument/2006/relationships/customXml" Target="../ink/ink648.xml"/><Relationship Id="rId13" Type="http://schemas.openxmlformats.org/officeDocument/2006/relationships/customXml" Target="../ink/ink650.xml"/><Relationship Id="rId18" Type="http://schemas.openxmlformats.org/officeDocument/2006/relationships/image" Target="../media/image598.png"/><Relationship Id="rId39" Type="http://schemas.openxmlformats.org/officeDocument/2006/relationships/customXml" Target="../ink/ink663.xml"/><Relationship Id="rId109" Type="http://schemas.openxmlformats.org/officeDocument/2006/relationships/customXml" Target="../ink/ink698.xml"/><Relationship Id="rId34" Type="http://schemas.openxmlformats.org/officeDocument/2006/relationships/image" Target="../media/image606.png"/><Relationship Id="rId50" Type="http://schemas.openxmlformats.org/officeDocument/2006/relationships/image" Target="../media/image614.png"/><Relationship Id="rId55" Type="http://schemas.openxmlformats.org/officeDocument/2006/relationships/customXml" Target="../ink/ink671.xml"/><Relationship Id="rId76" Type="http://schemas.openxmlformats.org/officeDocument/2006/relationships/image" Target="../media/image627.png"/><Relationship Id="rId97" Type="http://schemas.openxmlformats.org/officeDocument/2006/relationships/customXml" Target="../ink/ink692.xml"/><Relationship Id="rId104" Type="http://schemas.openxmlformats.org/officeDocument/2006/relationships/image" Target="../media/image641.png"/><Relationship Id="rId7" Type="http://schemas.openxmlformats.org/officeDocument/2006/relationships/customXml" Target="../ink/ink647.xml"/><Relationship Id="rId71" Type="http://schemas.openxmlformats.org/officeDocument/2006/relationships/customXml" Target="../ink/ink679.xml"/><Relationship Id="rId92" Type="http://schemas.openxmlformats.org/officeDocument/2006/relationships/image" Target="../media/image635.png"/><Relationship Id="rId2" Type="http://schemas.openxmlformats.org/officeDocument/2006/relationships/image" Target="../media/image590.png"/><Relationship Id="rId29" Type="http://schemas.openxmlformats.org/officeDocument/2006/relationships/customXml" Target="../ink/ink658.xml"/><Relationship Id="rId24" Type="http://schemas.openxmlformats.org/officeDocument/2006/relationships/image" Target="../media/image601.png"/><Relationship Id="rId40" Type="http://schemas.openxmlformats.org/officeDocument/2006/relationships/image" Target="../media/image609.png"/><Relationship Id="rId45" Type="http://schemas.openxmlformats.org/officeDocument/2006/relationships/customXml" Target="../ink/ink666.xml"/><Relationship Id="rId66" Type="http://schemas.openxmlformats.org/officeDocument/2006/relationships/image" Target="../media/image622.png"/><Relationship Id="rId87" Type="http://schemas.openxmlformats.org/officeDocument/2006/relationships/customXml" Target="../ink/ink687.xml"/><Relationship Id="rId110" Type="http://schemas.openxmlformats.org/officeDocument/2006/relationships/image" Target="../media/image644.png"/><Relationship Id="rId61" Type="http://schemas.openxmlformats.org/officeDocument/2006/relationships/customXml" Target="../ink/ink674.xml"/><Relationship Id="rId82" Type="http://schemas.openxmlformats.org/officeDocument/2006/relationships/image" Target="../media/image630.png"/><Relationship Id="rId19" Type="http://schemas.openxmlformats.org/officeDocument/2006/relationships/customXml" Target="../ink/ink653.xml"/><Relationship Id="rId14" Type="http://schemas.openxmlformats.org/officeDocument/2006/relationships/image" Target="../media/image596.png"/><Relationship Id="rId30" Type="http://schemas.openxmlformats.org/officeDocument/2006/relationships/image" Target="../media/image604.png"/><Relationship Id="rId35" Type="http://schemas.openxmlformats.org/officeDocument/2006/relationships/customXml" Target="../ink/ink661.xml"/><Relationship Id="rId56" Type="http://schemas.openxmlformats.org/officeDocument/2006/relationships/image" Target="../media/image617.png"/><Relationship Id="rId77" Type="http://schemas.openxmlformats.org/officeDocument/2006/relationships/customXml" Target="../ink/ink682.xml"/><Relationship Id="rId100" Type="http://schemas.openxmlformats.org/officeDocument/2006/relationships/image" Target="../media/image639.png"/><Relationship Id="rId105" Type="http://schemas.openxmlformats.org/officeDocument/2006/relationships/customXml" Target="../ink/ink696.xml"/><Relationship Id="rId8" Type="http://schemas.openxmlformats.org/officeDocument/2006/relationships/image" Target="../media/image593.png"/><Relationship Id="rId51" Type="http://schemas.openxmlformats.org/officeDocument/2006/relationships/customXml" Target="../ink/ink669.xml"/><Relationship Id="rId72" Type="http://schemas.openxmlformats.org/officeDocument/2006/relationships/image" Target="../media/image625.png"/><Relationship Id="rId93" Type="http://schemas.openxmlformats.org/officeDocument/2006/relationships/customXml" Target="../ink/ink690.xml"/><Relationship Id="rId98" Type="http://schemas.openxmlformats.org/officeDocument/2006/relationships/image" Target="../media/image638.png"/><Relationship Id="rId3" Type="http://schemas.openxmlformats.org/officeDocument/2006/relationships/customXml" Target="../ink/ink645.xml"/><Relationship Id="rId25" Type="http://schemas.openxmlformats.org/officeDocument/2006/relationships/customXml" Target="../ink/ink656.xml"/><Relationship Id="rId46" Type="http://schemas.openxmlformats.org/officeDocument/2006/relationships/image" Target="../media/image612.png"/><Relationship Id="rId67" Type="http://schemas.openxmlformats.org/officeDocument/2006/relationships/customXml" Target="../ink/ink677.xml"/><Relationship Id="rId20" Type="http://schemas.openxmlformats.org/officeDocument/2006/relationships/image" Target="../media/image599.png"/><Relationship Id="rId41" Type="http://schemas.openxmlformats.org/officeDocument/2006/relationships/customXml" Target="../ink/ink664.xml"/><Relationship Id="rId62" Type="http://schemas.openxmlformats.org/officeDocument/2006/relationships/image" Target="../media/image620.png"/><Relationship Id="rId83" Type="http://schemas.openxmlformats.org/officeDocument/2006/relationships/customXml" Target="../ink/ink685.xml"/><Relationship Id="rId88" Type="http://schemas.openxmlformats.org/officeDocument/2006/relationships/image" Target="../media/image633.png"/><Relationship Id="rId111" Type="http://schemas.openxmlformats.org/officeDocument/2006/relationships/customXml" Target="../ink/ink69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64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64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649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customXml" Target="../ink/ink704.xml"/><Relationship Id="rId13" Type="http://schemas.openxmlformats.org/officeDocument/2006/relationships/image" Target="../media/image655.png"/><Relationship Id="rId18" Type="http://schemas.openxmlformats.org/officeDocument/2006/relationships/customXml" Target="../ink/ink709.xml"/><Relationship Id="rId26" Type="http://schemas.openxmlformats.org/officeDocument/2006/relationships/customXml" Target="../ink/ink713.xml"/><Relationship Id="rId3" Type="http://schemas.openxmlformats.org/officeDocument/2006/relationships/image" Target="../media/image650.png"/><Relationship Id="rId21" Type="http://schemas.openxmlformats.org/officeDocument/2006/relationships/image" Target="../media/image659.png"/><Relationship Id="rId7" Type="http://schemas.openxmlformats.org/officeDocument/2006/relationships/image" Target="../media/image652.png"/><Relationship Id="rId12" Type="http://schemas.openxmlformats.org/officeDocument/2006/relationships/customXml" Target="../ink/ink706.xml"/><Relationship Id="rId17" Type="http://schemas.openxmlformats.org/officeDocument/2006/relationships/image" Target="../media/image657.png"/><Relationship Id="rId25" Type="http://schemas.openxmlformats.org/officeDocument/2006/relationships/image" Target="../media/image661.png"/><Relationship Id="rId2" Type="http://schemas.openxmlformats.org/officeDocument/2006/relationships/customXml" Target="../ink/ink701.xml"/><Relationship Id="rId16" Type="http://schemas.openxmlformats.org/officeDocument/2006/relationships/customXml" Target="../ink/ink708.xml"/><Relationship Id="rId20" Type="http://schemas.openxmlformats.org/officeDocument/2006/relationships/customXml" Target="../ink/ink7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03.xml"/><Relationship Id="rId11" Type="http://schemas.openxmlformats.org/officeDocument/2006/relationships/image" Target="../media/image654.png"/><Relationship Id="rId24" Type="http://schemas.openxmlformats.org/officeDocument/2006/relationships/customXml" Target="../ink/ink712.xml"/><Relationship Id="rId5" Type="http://schemas.openxmlformats.org/officeDocument/2006/relationships/image" Target="../media/image651.png"/><Relationship Id="rId15" Type="http://schemas.openxmlformats.org/officeDocument/2006/relationships/image" Target="../media/image656.png"/><Relationship Id="rId23" Type="http://schemas.openxmlformats.org/officeDocument/2006/relationships/image" Target="../media/image660.png"/><Relationship Id="rId10" Type="http://schemas.openxmlformats.org/officeDocument/2006/relationships/customXml" Target="../ink/ink705.xml"/><Relationship Id="rId19" Type="http://schemas.openxmlformats.org/officeDocument/2006/relationships/image" Target="../media/image658.png"/><Relationship Id="rId4" Type="http://schemas.openxmlformats.org/officeDocument/2006/relationships/customXml" Target="../ink/ink702.xml"/><Relationship Id="rId9" Type="http://schemas.openxmlformats.org/officeDocument/2006/relationships/image" Target="../media/image653.png"/><Relationship Id="rId14" Type="http://schemas.openxmlformats.org/officeDocument/2006/relationships/customXml" Target="../ink/ink707.xml"/><Relationship Id="rId22" Type="http://schemas.openxmlformats.org/officeDocument/2006/relationships/customXml" Target="../ink/ink711.xml"/><Relationship Id="rId27" Type="http://schemas.openxmlformats.org/officeDocument/2006/relationships/image" Target="../media/image6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70C78-CF19-AD56-B59D-B6CCDB22B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BB40410-6D38-4AC5-85C5-66A42A6868FE}"/>
              </a:ext>
            </a:extLst>
          </p:cNvPr>
          <p:cNvSpPr txBox="1"/>
          <p:nvPr/>
        </p:nvSpPr>
        <p:spPr>
          <a:xfrm>
            <a:off x="3268461" y="2770933"/>
            <a:ext cx="565507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6600" dirty="0">
                <a:latin typeface="Kaiti SC" panose="02010600040101010101" pitchFamily="2" charset="-122"/>
                <a:ea typeface="Kaiti SC" panose="02010600040101010101" pitchFamily="2" charset="-122"/>
                <a:cs typeface="Yuppy SC" panose="020F0603040207020204" pitchFamily="34" charset="-122"/>
              </a:rPr>
              <a:t>會長壓榨我</a:t>
            </a:r>
            <a:endParaRPr kumimoji="1" lang="en-US" altLang="zh-TW" sz="6600" dirty="0">
              <a:latin typeface="Kaiti SC" panose="02010600040101010101" pitchFamily="2" charset="-122"/>
              <a:ea typeface="Kaiti SC" panose="02010600040101010101" pitchFamily="2" charset="-122"/>
              <a:cs typeface="Yuppy SC" panose="020F0603040207020204" pitchFamily="34" charset="-122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DC9A139-1EC1-1379-08E2-E25BCBF885B1}"/>
              </a:ext>
            </a:extLst>
          </p:cNvPr>
          <p:cNvSpPr txBox="1"/>
          <p:nvPr/>
        </p:nvSpPr>
        <p:spPr>
          <a:xfrm>
            <a:off x="-865572" y="1222444"/>
            <a:ext cx="2214978" cy="7786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50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merican Typewriter" panose="02090604020004020304" pitchFamily="18" charset="0"/>
                <a:ea typeface="Apple Symbols" panose="02000000000000000000" pitchFamily="2" charset="-79"/>
                <a:cs typeface="Apple Symbols" panose="02000000000000000000" pitchFamily="2" charset="-79"/>
              </a:rPr>
              <a:t>&amp;</a:t>
            </a:r>
            <a:endParaRPr lang="zh-TW" altLang="en-US" sz="50000" dirty="0">
              <a:solidFill>
                <a:schemeClr val="accent2">
                  <a:lumMod val="20000"/>
                  <a:lumOff val="80000"/>
                </a:schemeClr>
              </a:solidFill>
              <a:latin typeface="American Typewriter" panose="02090604020004020304" pitchFamily="18" charset="0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753F6A2-8DF2-9485-EFB4-CAAF044025F1}"/>
              </a:ext>
            </a:extLst>
          </p:cNvPr>
          <p:cNvSpPr txBox="1"/>
          <p:nvPr/>
        </p:nvSpPr>
        <p:spPr>
          <a:xfrm>
            <a:off x="4152530" y="853112"/>
            <a:ext cx="3886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Kaiti SC" panose="02010600040101010101" pitchFamily="2" charset="-122"/>
                <a:ea typeface="Kaiti SC" panose="02010600040101010101" pitchFamily="2" charset="-122"/>
              </a:rPr>
              <a:t>115</a:t>
            </a:r>
            <a:r>
              <a:rPr kumimoji="1" lang="zh-TW" altLang="en-US" dirty="0">
                <a:latin typeface="Kaiti SC" panose="02010600040101010101" pitchFamily="2" charset="-122"/>
                <a:ea typeface="Kaiti SC" panose="02010600040101010101" pitchFamily="2" charset="-122"/>
              </a:rPr>
              <a:t>年高雄科技大學機械工程系學會</a:t>
            </a: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CBF5B8E3-AB0C-3D65-C14A-0509D1CD14DB}"/>
              </a:ext>
            </a:extLst>
          </p:cNvPr>
          <p:cNvGrpSpPr/>
          <p:nvPr/>
        </p:nvGrpSpPr>
        <p:grpSpPr>
          <a:xfrm>
            <a:off x="2198845" y="2066611"/>
            <a:ext cx="1888560" cy="1695240"/>
            <a:chOff x="2198845" y="2066611"/>
            <a:chExt cx="1888560" cy="169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筆跡 2">
                  <a:extLst>
                    <a:ext uri="{FF2B5EF4-FFF2-40B4-BE49-F238E27FC236}">
                      <a16:creationId xmlns:a16="http://schemas.microsoft.com/office/drawing/2014/main" id="{ECB50D9F-E01F-3696-0468-A34E434109C4}"/>
                    </a:ext>
                  </a:extLst>
                </p14:cNvPr>
                <p14:cNvContentPartPr/>
                <p14:nvPr/>
              </p14:nvContentPartPr>
              <p14:xfrm>
                <a:off x="2902285" y="2139331"/>
                <a:ext cx="166680" cy="240840"/>
              </p14:xfrm>
            </p:contentPart>
          </mc:Choice>
          <mc:Fallback>
            <p:pic>
              <p:nvPicPr>
                <p:cNvPr id="3" name="筆跡 2">
                  <a:extLst>
                    <a:ext uri="{FF2B5EF4-FFF2-40B4-BE49-F238E27FC236}">
                      <a16:creationId xmlns:a16="http://schemas.microsoft.com/office/drawing/2014/main" id="{ECB50D9F-E01F-3696-0468-A34E434109C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839285" y="2076691"/>
                  <a:ext cx="29232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筆跡 4">
                  <a:extLst>
                    <a:ext uri="{FF2B5EF4-FFF2-40B4-BE49-F238E27FC236}">
                      <a16:creationId xmlns:a16="http://schemas.microsoft.com/office/drawing/2014/main" id="{2158779A-8C43-AC5F-4FF4-8D2A0B0F434E}"/>
                    </a:ext>
                  </a:extLst>
                </p14:cNvPr>
                <p14:cNvContentPartPr/>
                <p14:nvPr/>
              </p14:nvContentPartPr>
              <p14:xfrm>
                <a:off x="3650365" y="2066611"/>
                <a:ext cx="55440" cy="262440"/>
              </p14:xfrm>
            </p:contentPart>
          </mc:Choice>
          <mc:Fallback>
            <p:pic>
              <p:nvPicPr>
                <p:cNvPr id="5" name="筆跡 4">
                  <a:extLst>
                    <a:ext uri="{FF2B5EF4-FFF2-40B4-BE49-F238E27FC236}">
                      <a16:creationId xmlns:a16="http://schemas.microsoft.com/office/drawing/2014/main" id="{2158779A-8C43-AC5F-4FF4-8D2A0B0F434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587725" y="2003971"/>
                  <a:ext cx="18108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筆跡 7">
                  <a:extLst>
                    <a:ext uri="{FF2B5EF4-FFF2-40B4-BE49-F238E27FC236}">
                      <a16:creationId xmlns:a16="http://schemas.microsoft.com/office/drawing/2014/main" id="{5F08E2E0-3634-9C87-09E7-5C861C394CCC}"/>
                    </a:ext>
                  </a:extLst>
                </p14:cNvPr>
                <p14:cNvContentPartPr/>
                <p14:nvPr/>
              </p14:nvContentPartPr>
              <p14:xfrm>
                <a:off x="3109285" y="2746291"/>
                <a:ext cx="623160" cy="18000"/>
              </p14:xfrm>
            </p:contentPart>
          </mc:Choice>
          <mc:Fallback>
            <p:pic>
              <p:nvPicPr>
                <p:cNvPr id="8" name="筆跡 7">
                  <a:extLst>
                    <a:ext uri="{FF2B5EF4-FFF2-40B4-BE49-F238E27FC236}">
                      <a16:creationId xmlns:a16="http://schemas.microsoft.com/office/drawing/2014/main" id="{5F08E2E0-3634-9C87-09E7-5C861C394CC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046285" y="2683651"/>
                  <a:ext cx="7488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筆跡 8">
                  <a:extLst>
                    <a:ext uri="{FF2B5EF4-FFF2-40B4-BE49-F238E27FC236}">
                      <a16:creationId xmlns:a16="http://schemas.microsoft.com/office/drawing/2014/main" id="{68A93777-EE4E-13D2-541C-333BEF0A10DF}"/>
                    </a:ext>
                  </a:extLst>
                </p14:cNvPr>
                <p14:cNvContentPartPr/>
                <p14:nvPr/>
              </p14:nvContentPartPr>
              <p14:xfrm>
                <a:off x="3295405" y="2077771"/>
                <a:ext cx="72360" cy="1672200"/>
              </p14:xfrm>
            </p:contentPart>
          </mc:Choice>
          <mc:Fallback>
            <p:pic>
              <p:nvPicPr>
                <p:cNvPr id="9" name="筆跡 8">
                  <a:extLst>
                    <a:ext uri="{FF2B5EF4-FFF2-40B4-BE49-F238E27FC236}">
                      <a16:creationId xmlns:a16="http://schemas.microsoft.com/office/drawing/2014/main" id="{68A93777-EE4E-13D2-541C-333BEF0A10D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232765" y="2015131"/>
                  <a:ext cx="198000" cy="179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2" name="筆跡 11">
                  <a:extLst>
                    <a:ext uri="{FF2B5EF4-FFF2-40B4-BE49-F238E27FC236}">
                      <a16:creationId xmlns:a16="http://schemas.microsoft.com/office/drawing/2014/main" id="{8CC6A1D5-7021-294D-D5B2-9A0EDEDCD18F}"/>
                    </a:ext>
                  </a:extLst>
                </p14:cNvPr>
                <p14:cNvContentPartPr/>
                <p14:nvPr/>
              </p14:nvContentPartPr>
              <p14:xfrm>
                <a:off x="3077965" y="3226891"/>
                <a:ext cx="52200" cy="173160"/>
              </p14:xfrm>
            </p:contentPart>
          </mc:Choice>
          <mc:Fallback>
            <p:pic>
              <p:nvPicPr>
                <p:cNvPr id="12" name="筆跡 11">
                  <a:extLst>
                    <a:ext uri="{FF2B5EF4-FFF2-40B4-BE49-F238E27FC236}">
                      <a16:creationId xmlns:a16="http://schemas.microsoft.com/office/drawing/2014/main" id="{8CC6A1D5-7021-294D-D5B2-9A0EDEDCD18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014965" y="3164251"/>
                  <a:ext cx="1778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3" name="筆跡 12">
                  <a:extLst>
                    <a:ext uri="{FF2B5EF4-FFF2-40B4-BE49-F238E27FC236}">
                      <a16:creationId xmlns:a16="http://schemas.microsoft.com/office/drawing/2014/main" id="{A5137FEA-E922-A9FF-9115-5B148937FFDB}"/>
                    </a:ext>
                  </a:extLst>
                </p14:cNvPr>
                <p14:cNvContentPartPr/>
                <p14:nvPr/>
              </p14:nvContentPartPr>
              <p14:xfrm>
                <a:off x="3772765" y="3213571"/>
                <a:ext cx="81360" cy="118800"/>
              </p14:xfrm>
            </p:contentPart>
          </mc:Choice>
          <mc:Fallback>
            <p:pic>
              <p:nvPicPr>
                <p:cNvPr id="13" name="筆跡 12">
                  <a:extLst>
                    <a:ext uri="{FF2B5EF4-FFF2-40B4-BE49-F238E27FC236}">
                      <a16:creationId xmlns:a16="http://schemas.microsoft.com/office/drawing/2014/main" id="{A5137FEA-E922-A9FF-9115-5B148937FFD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710125" y="3150931"/>
                  <a:ext cx="2070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4" name="筆跡 13">
                  <a:extLst>
                    <a:ext uri="{FF2B5EF4-FFF2-40B4-BE49-F238E27FC236}">
                      <a16:creationId xmlns:a16="http://schemas.microsoft.com/office/drawing/2014/main" id="{0D0208B9-6976-E4A2-30CB-723175338C17}"/>
                    </a:ext>
                  </a:extLst>
                </p14:cNvPr>
                <p14:cNvContentPartPr/>
                <p14:nvPr/>
              </p14:nvContentPartPr>
              <p14:xfrm>
                <a:off x="2392885" y="2518411"/>
                <a:ext cx="109080" cy="129600"/>
              </p14:xfrm>
            </p:contentPart>
          </mc:Choice>
          <mc:Fallback>
            <p:pic>
              <p:nvPicPr>
                <p:cNvPr id="14" name="筆跡 13">
                  <a:extLst>
                    <a:ext uri="{FF2B5EF4-FFF2-40B4-BE49-F238E27FC236}">
                      <a16:creationId xmlns:a16="http://schemas.microsoft.com/office/drawing/2014/main" id="{0D0208B9-6976-E4A2-30CB-723175338C1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329885" y="2455411"/>
                  <a:ext cx="2347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筆跡 14">
                  <a:extLst>
                    <a:ext uri="{FF2B5EF4-FFF2-40B4-BE49-F238E27FC236}">
                      <a16:creationId xmlns:a16="http://schemas.microsoft.com/office/drawing/2014/main" id="{1DF88312-EF6B-A57B-04BB-292BDC929BDB}"/>
                    </a:ext>
                  </a:extLst>
                </p14:cNvPr>
                <p14:cNvContentPartPr/>
                <p14:nvPr/>
              </p14:nvContentPartPr>
              <p14:xfrm>
                <a:off x="2388565" y="2796691"/>
                <a:ext cx="229680" cy="638640"/>
              </p14:xfrm>
            </p:contentPart>
          </mc:Choice>
          <mc:Fallback>
            <p:pic>
              <p:nvPicPr>
                <p:cNvPr id="15" name="筆跡 14">
                  <a:extLst>
                    <a:ext uri="{FF2B5EF4-FFF2-40B4-BE49-F238E27FC236}">
                      <a16:creationId xmlns:a16="http://schemas.microsoft.com/office/drawing/2014/main" id="{1DF88312-EF6B-A57B-04BB-292BDC929BD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325565" y="2734051"/>
                  <a:ext cx="355320" cy="76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6" name="筆跡 15">
                  <a:extLst>
                    <a:ext uri="{FF2B5EF4-FFF2-40B4-BE49-F238E27FC236}">
                      <a16:creationId xmlns:a16="http://schemas.microsoft.com/office/drawing/2014/main" id="{E3A21669-9253-F31E-AE4C-0592ADD3D112}"/>
                    </a:ext>
                  </a:extLst>
                </p14:cNvPr>
                <p14:cNvContentPartPr/>
                <p14:nvPr/>
              </p14:nvContentPartPr>
              <p14:xfrm>
                <a:off x="2198845" y="3639091"/>
                <a:ext cx="1888560" cy="122760"/>
              </p14:xfrm>
            </p:contentPart>
          </mc:Choice>
          <mc:Fallback>
            <p:pic>
              <p:nvPicPr>
                <p:cNvPr id="16" name="筆跡 15">
                  <a:extLst>
                    <a:ext uri="{FF2B5EF4-FFF2-40B4-BE49-F238E27FC236}">
                      <a16:creationId xmlns:a16="http://schemas.microsoft.com/office/drawing/2014/main" id="{E3A21669-9253-F31E-AE4C-0592ADD3D11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136205" y="3576451"/>
                  <a:ext cx="2014200" cy="24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3" name="筆跡 22">
                <a:extLst>
                  <a:ext uri="{FF2B5EF4-FFF2-40B4-BE49-F238E27FC236}">
                    <a16:creationId xmlns:a16="http://schemas.microsoft.com/office/drawing/2014/main" id="{959CAA9C-E3DD-703F-F42E-8A291AF5B028}"/>
                  </a:ext>
                </a:extLst>
              </p14:cNvPr>
              <p14:cNvContentPartPr/>
              <p14:nvPr/>
            </p14:nvContentPartPr>
            <p14:xfrm>
              <a:off x="4767805" y="2216731"/>
              <a:ext cx="84960" cy="1297440"/>
            </p14:xfrm>
          </p:contentPart>
        </mc:Choice>
        <mc:Fallback>
          <p:pic>
            <p:nvPicPr>
              <p:cNvPr id="23" name="筆跡 22">
                <a:extLst>
                  <a:ext uri="{FF2B5EF4-FFF2-40B4-BE49-F238E27FC236}">
                    <a16:creationId xmlns:a16="http://schemas.microsoft.com/office/drawing/2014/main" id="{959CAA9C-E3DD-703F-F42E-8A291AF5B02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704805" y="2154091"/>
                <a:ext cx="210600" cy="142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4" name="筆跡 23">
                <a:extLst>
                  <a:ext uri="{FF2B5EF4-FFF2-40B4-BE49-F238E27FC236}">
                    <a16:creationId xmlns:a16="http://schemas.microsoft.com/office/drawing/2014/main" id="{DF471B67-4463-A97C-0670-1F9D5CA90A4F}"/>
                  </a:ext>
                </a:extLst>
              </p14:cNvPr>
              <p14:cNvContentPartPr/>
              <p14:nvPr/>
            </p14:nvContentPartPr>
            <p14:xfrm>
              <a:off x="4760245" y="2017291"/>
              <a:ext cx="1152000" cy="1366560"/>
            </p14:xfrm>
          </p:contentPart>
        </mc:Choice>
        <mc:Fallback>
          <p:pic>
            <p:nvPicPr>
              <p:cNvPr id="24" name="筆跡 23">
                <a:extLst>
                  <a:ext uri="{FF2B5EF4-FFF2-40B4-BE49-F238E27FC236}">
                    <a16:creationId xmlns:a16="http://schemas.microsoft.com/office/drawing/2014/main" id="{DF471B67-4463-A97C-0670-1F9D5CA90A4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697605" y="1954651"/>
                <a:ext cx="1277640" cy="149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5" name="筆跡 24">
                <a:extLst>
                  <a:ext uri="{FF2B5EF4-FFF2-40B4-BE49-F238E27FC236}">
                    <a16:creationId xmlns:a16="http://schemas.microsoft.com/office/drawing/2014/main" id="{895B5EC4-2C3A-4D19-F022-B16A1537B956}"/>
                  </a:ext>
                </a:extLst>
              </p14:cNvPr>
              <p14:cNvContentPartPr/>
              <p14:nvPr/>
            </p14:nvContentPartPr>
            <p14:xfrm>
              <a:off x="5076325" y="2727931"/>
              <a:ext cx="411480" cy="107280"/>
            </p14:xfrm>
          </p:contentPart>
        </mc:Choice>
        <mc:Fallback>
          <p:pic>
            <p:nvPicPr>
              <p:cNvPr id="25" name="筆跡 24">
                <a:extLst>
                  <a:ext uri="{FF2B5EF4-FFF2-40B4-BE49-F238E27FC236}">
                    <a16:creationId xmlns:a16="http://schemas.microsoft.com/office/drawing/2014/main" id="{895B5EC4-2C3A-4D19-F022-B16A1537B95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013685" y="2664931"/>
                <a:ext cx="53712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6" name="筆跡 25">
                <a:extLst>
                  <a:ext uri="{FF2B5EF4-FFF2-40B4-BE49-F238E27FC236}">
                    <a16:creationId xmlns:a16="http://schemas.microsoft.com/office/drawing/2014/main" id="{433DE9B7-36A8-0D87-58EE-6957F858C7E8}"/>
                  </a:ext>
                </a:extLst>
              </p14:cNvPr>
              <p14:cNvContentPartPr/>
              <p14:nvPr/>
            </p14:nvContentPartPr>
            <p14:xfrm>
              <a:off x="5158405" y="2543251"/>
              <a:ext cx="157320" cy="860400"/>
            </p14:xfrm>
          </p:contentPart>
        </mc:Choice>
        <mc:Fallback>
          <p:pic>
            <p:nvPicPr>
              <p:cNvPr id="26" name="筆跡 25">
                <a:extLst>
                  <a:ext uri="{FF2B5EF4-FFF2-40B4-BE49-F238E27FC236}">
                    <a16:creationId xmlns:a16="http://schemas.microsoft.com/office/drawing/2014/main" id="{433DE9B7-36A8-0D87-58EE-6957F858C7E8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095405" y="2480611"/>
                <a:ext cx="282960" cy="9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7" name="筆跡 26">
                <a:extLst>
                  <a:ext uri="{FF2B5EF4-FFF2-40B4-BE49-F238E27FC236}">
                    <a16:creationId xmlns:a16="http://schemas.microsoft.com/office/drawing/2014/main" id="{A34C90A7-1466-E574-5B1B-E50D17F0EE4D}"/>
                  </a:ext>
                </a:extLst>
              </p14:cNvPr>
              <p14:cNvContentPartPr/>
              <p14:nvPr/>
            </p14:nvContentPartPr>
            <p14:xfrm>
              <a:off x="5421565" y="3190171"/>
              <a:ext cx="122760" cy="54720"/>
            </p14:xfrm>
          </p:contentPart>
        </mc:Choice>
        <mc:Fallback>
          <p:pic>
            <p:nvPicPr>
              <p:cNvPr id="27" name="筆跡 26">
                <a:extLst>
                  <a:ext uri="{FF2B5EF4-FFF2-40B4-BE49-F238E27FC236}">
                    <a16:creationId xmlns:a16="http://schemas.microsoft.com/office/drawing/2014/main" id="{A34C90A7-1466-E574-5B1B-E50D17F0EE4D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358925" y="3127171"/>
                <a:ext cx="24840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8" name="筆跡 27">
                <a:extLst>
                  <a:ext uri="{FF2B5EF4-FFF2-40B4-BE49-F238E27FC236}">
                    <a16:creationId xmlns:a16="http://schemas.microsoft.com/office/drawing/2014/main" id="{6E45957C-567A-C3F1-7810-CA9820C43A8D}"/>
                  </a:ext>
                </a:extLst>
              </p14:cNvPr>
              <p14:cNvContentPartPr/>
              <p14:nvPr/>
            </p14:nvContentPartPr>
            <p14:xfrm>
              <a:off x="4990645" y="3434971"/>
              <a:ext cx="977400" cy="189360"/>
            </p14:xfrm>
          </p:contentPart>
        </mc:Choice>
        <mc:Fallback>
          <p:pic>
            <p:nvPicPr>
              <p:cNvPr id="28" name="筆跡 27">
                <a:extLst>
                  <a:ext uri="{FF2B5EF4-FFF2-40B4-BE49-F238E27FC236}">
                    <a16:creationId xmlns:a16="http://schemas.microsoft.com/office/drawing/2014/main" id="{6E45957C-567A-C3F1-7810-CA9820C43A8D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927645" y="3371971"/>
                <a:ext cx="110304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9" name="筆跡 28">
                <a:extLst>
                  <a:ext uri="{FF2B5EF4-FFF2-40B4-BE49-F238E27FC236}">
                    <a16:creationId xmlns:a16="http://schemas.microsoft.com/office/drawing/2014/main" id="{03229020-FDD0-8D9B-5727-50D4005BCD7A}"/>
                  </a:ext>
                </a:extLst>
              </p14:cNvPr>
              <p14:cNvContentPartPr/>
              <p14:nvPr/>
            </p14:nvContentPartPr>
            <p14:xfrm>
              <a:off x="6454045" y="2437411"/>
              <a:ext cx="1176120" cy="389520"/>
            </p14:xfrm>
          </p:contentPart>
        </mc:Choice>
        <mc:Fallback>
          <p:pic>
            <p:nvPicPr>
              <p:cNvPr id="29" name="筆跡 28">
                <a:extLst>
                  <a:ext uri="{FF2B5EF4-FFF2-40B4-BE49-F238E27FC236}">
                    <a16:creationId xmlns:a16="http://schemas.microsoft.com/office/drawing/2014/main" id="{03229020-FDD0-8D9B-5727-50D4005BCD7A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391405" y="2374411"/>
                <a:ext cx="1301760" cy="51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30" name="筆跡 29">
                <a:extLst>
                  <a:ext uri="{FF2B5EF4-FFF2-40B4-BE49-F238E27FC236}">
                    <a16:creationId xmlns:a16="http://schemas.microsoft.com/office/drawing/2014/main" id="{6C37290E-45FD-DFA8-8C50-400F48434DE0}"/>
                  </a:ext>
                </a:extLst>
              </p14:cNvPr>
              <p14:cNvContentPartPr/>
              <p14:nvPr/>
            </p14:nvContentPartPr>
            <p14:xfrm>
              <a:off x="6770845" y="2187931"/>
              <a:ext cx="187560" cy="1595880"/>
            </p14:xfrm>
          </p:contentPart>
        </mc:Choice>
        <mc:Fallback>
          <p:pic>
            <p:nvPicPr>
              <p:cNvPr id="30" name="筆跡 29">
                <a:extLst>
                  <a:ext uri="{FF2B5EF4-FFF2-40B4-BE49-F238E27FC236}">
                    <a16:creationId xmlns:a16="http://schemas.microsoft.com/office/drawing/2014/main" id="{6C37290E-45FD-DFA8-8C50-400F48434DE0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707845" y="2125291"/>
                <a:ext cx="313200" cy="172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31" name="筆跡 30">
                <a:extLst>
                  <a:ext uri="{FF2B5EF4-FFF2-40B4-BE49-F238E27FC236}">
                    <a16:creationId xmlns:a16="http://schemas.microsoft.com/office/drawing/2014/main" id="{0F48D769-56AC-48D3-12D1-BA76B315F325}"/>
                  </a:ext>
                </a:extLst>
              </p14:cNvPr>
              <p14:cNvContentPartPr/>
              <p14:nvPr/>
            </p14:nvContentPartPr>
            <p14:xfrm>
              <a:off x="7235965" y="3157051"/>
              <a:ext cx="594000" cy="302400"/>
            </p14:xfrm>
          </p:contentPart>
        </mc:Choice>
        <mc:Fallback>
          <p:pic>
            <p:nvPicPr>
              <p:cNvPr id="31" name="筆跡 30">
                <a:extLst>
                  <a:ext uri="{FF2B5EF4-FFF2-40B4-BE49-F238E27FC236}">
                    <a16:creationId xmlns:a16="http://schemas.microsoft.com/office/drawing/2014/main" id="{0F48D769-56AC-48D3-12D1-BA76B315F325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173325" y="3094411"/>
                <a:ext cx="719640" cy="42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群組 47">
            <a:extLst>
              <a:ext uri="{FF2B5EF4-FFF2-40B4-BE49-F238E27FC236}">
                <a16:creationId xmlns:a16="http://schemas.microsoft.com/office/drawing/2014/main" id="{AD413860-10EC-55AA-E855-D46153EDA76B}"/>
              </a:ext>
            </a:extLst>
          </p:cNvPr>
          <p:cNvGrpSpPr/>
          <p:nvPr/>
        </p:nvGrpSpPr>
        <p:grpSpPr>
          <a:xfrm>
            <a:off x="8417845" y="2044291"/>
            <a:ext cx="2444040" cy="1718640"/>
            <a:chOff x="8417845" y="2044291"/>
            <a:chExt cx="2444040" cy="171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4" name="筆跡 33">
                  <a:extLst>
                    <a:ext uri="{FF2B5EF4-FFF2-40B4-BE49-F238E27FC236}">
                      <a16:creationId xmlns:a16="http://schemas.microsoft.com/office/drawing/2014/main" id="{EC04DFEE-A942-463E-1493-6CB4EF50A828}"/>
                    </a:ext>
                  </a:extLst>
                </p14:cNvPr>
                <p14:cNvContentPartPr/>
                <p14:nvPr/>
              </p14:nvContentPartPr>
              <p14:xfrm>
                <a:off x="8417845" y="2162011"/>
                <a:ext cx="264600" cy="1437480"/>
              </p14:xfrm>
            </p:contentPart>
          </mc:Choice>
          <mc:Fallback>
            <p:pic>
              <p:nvPicPr>
                <p:cNvPr id="34" name="筆跡 33">
                  <a:extLst>
                    <a:ext uri="{FF2B5EF4-FFF2-40B4-BE49-F238E27FC236}">
                      <a16:creationId xmlns:a16="http://schemas.microsoft.com/office/drawing/2014/main" id="{EC04DFEE-A942-463E-1493-6CB4EF50A82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355205" y="2099371"/>
                  <a:ext cx="390240" cy="156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7" name="筆跡 36">
                  <a:extLst>
                    <a:ext uri="{FF2B5EF4-FFF2-40B4-BE49-F238E27FC236}">
                      <a16:creationId xmlns:a16="http://schemas.microsoft.com/office/drawing/2014/main" id="{90C3C601-8456-B40B-1259-AEC7889A9DFC}"/>
                    </a:ext>
                  </a:extLst>
                </p14:cNvPr>
                <p14:cNvContentPartPr/>
                <p14:nvPr/>
              </p14:nvContentPartPr>
              <p14:xfrm>
                <a:off x="8613685" y="2482771"/>
                <a:ext cx="700200" cy="323640"/>
              </p14:xfrm>
            </p:contentPart>
          </mc:Choice>
          <mc:Fallback>
            <p:pic>
              <p:nvPicPr>
                <p:cNvPr id="37" name="筆跡 36">
                  <a:extLst>
                    <a:ext uri="{FF2B5EF4-FFF2-40B4-BE49-F238E27FC236}">
                      <a16:creationId xmlns:a16="http://schemas.microsoft.com/office/drawing/2014/main" id="{90C3C601-8456-B40B-1259-AEC7889A9DF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551045" y="2420131"/>
                  <a:ext cx="82584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8" name="筆跡 37">
                  <a:extLst>
                    <a:ext uri="{FF2B5EF4-FFF2-40B4-BE49-F238E27FC236}">
                      <a16:creationId xmlns:a16="http://schemas.microsoft.com/office/drawing/2014/main" id="{2AF96BD3-AAFF-59E7-70EA-5D12CC619F9D}"/>
                    </a:ext>
                  </a:extLst>
                </p14:cNvPr>
                <p14:cNvContentPartPr/>
                <p14:nvPr/>
              </p14:nvContentPartPr>
              <p14:xfrm>
                <a:off x="8930485" y="2824411"/>
                <a:ext cx="602640" cy="175320"/>
              </p14:xfrm>
            </p:contentPart>
          </mc:Choice>
          <mc:Fallback>
            <p:pic>
              <p:nvPicPr>
                <p:cNvPr id="38" name="筆跡 37">
                  <a:extLst>
                    <a:ext uri="{FF2B5EF4-FFF2-40B4-BE49-F238E27FC236}">
                      <a16:creationId xmlns:a16="http://schemas.microsoft.com/office/drawing/2014/main" id="{2AF96BD3-AAFF-59E7-70EA-5D12CC619F9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867845" y="2761771"/>
                  <a:ext cx="72828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9" name="筆跡 38">
                  <a:extLst>
                    <a:ext uri="{FF2B5EF4-FFF2-40B4-BE49-F238E27FC236}">
                      <a16:creationId xmlns:a16="http://schemas.microsoft.com/office/drawing/2014/main" id="{BE3CD2E8-B549-75A5-C48A-B62A4477DB1B}"/>
                    </a:ext>
                  </a:extLst>
                </p14:cNvPr>
                <p14:cNvContentPartPr/>
                <p14:nvPr/>
              </p14:nvContentPartPr>
              <p14:xfrm>
                <a:off x="9025165" y="3286651"/>
                <a:ext cx="362160" cy="356400"/>
              </p14:xfrm>
            </p:contentPart>
          </mc:Choice>
          <mc:Fallback>
            <p:pic>
              <p:nvPicPr>
                <p:cNvPr id="39" name="筆跡 38">
                  <a:extLst>
                    <a:ext uri="{FF2B5EF4-FFF2-40B4-BE49-F238E27FC236}">
                      <a16:creationId xmlns:a16="http://schemas.microsoft.com/office/drawing/2014/main" id="{BE3CD2E8-B549-75A5-C48A-B62A4477DB1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962165" y="3223651"/>
                  <a:ext cx="48780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0" name="筆跡 39">
                  <a:extLst>
                    <a:ext uri="{FF2B5EF4-FFF2-40B4-BE49-F238E27FC236}">
                      <a16:creationId xmlns:a16="http://schemas.microsoft.com/office/drawing/2014/main" id="{E6649E5A-969F-6C0A-0589-E7DBA7DC36B9}"/>
                    </a:ext>
                  </a:extLst>
                </p14:cNvPr>
                <p14:cNvContentPartPr/>
                <p14:nvPr/>
              </p14:nvContentPartPr>
              <p14:xfrm>
                <a:off x="9091045" y="3615691"/>
                <a:ext cx="553320" cy="121680"/>
              </p14:xfrm>
            </p:contentPart>
          </mc:Choice>
          <mc:Fallback>
            <p:pic>
              <p:nvPicPr>
                <p:cNvPr id="40" name="筆跡 39">
                  <a:extLst>
                    <a:ext uri="{FF2B5EF4-FFF2-40B4-BE49-F238E27FC236}">
                      <a16:creationId xmlns:a16="http://schemas.microsoft.com/office/drawing/2014/main" id="{E6649E5A-969F-6C0A-0589-E7DBA7DC36B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028405" y="3553051"/>
                  <a:ext cx="6789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1" name="筆跡 40">
                  <a:extLst>
                    <a:ext uri="{FF2B5EF4-FFF2-40B4-BE49-F238E27FC236}">
                      <a16:creationId xmlns:a16="http://schemas.microsoft.com/office/drawing/2014/main" id="{71C29AAE-D943-8F9F-3DEC-F11184FE1DED}"/>
                    </a:ext>
                  </a:extLst>
                </p14:cNvPr>
                <p14:cNvContentPartPr/>
                <p14:nvPr/>
              </p14:nvContentPartPr>
              <p14:xfrm>
                <a:off x="9944245" y="2044291"/>
                <a:ext cx="555480" cy="157680"/>
              </p14:xfrm>
            </p:contentPart>
          </mc:Choice>
          <mc:Fallback>
            <p:pic>
              <p:nvPicPr>
                <p:cNvPr id="41" name="筆跡 40">
                  <a:extLst>
                    <a:ext uri="{FF2B5EF4-FFF2-40B4-BE49-F238E27FC236}">
                      <a16:creationId xmlns:a16="http://schemas.microsoft.com/office/drawing/2014/main" id="{71C29AAE-D943-8F9F-3DEC-F11184FE1DE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881245" y="1981651"/>
                  <a:ext cx="6811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2" name="筆跡 41">
                  <a:extLst>
                    <a:ext uri="{FF2B5EF4-FFF2-40B4-BE49-F238E27FC236}">
                      <a16:creationId xmlns:a16="http://schemas.microsoft.com/office/drawing/2014/main" id="{94CB4EF2-7461-4844-098C-E8EDD2B4F04E}"/>
                    </a:ext>
                  </a:extLst>
                </p14:cNvPr>
                <p14:cNvContentPartPr/>
                <p14:nvPr/>
              </p14:nvContentPartPr>
              <p14:xfrm>
                <a:off x="9898525" y="2747371"/>
                <a:ext cx="87840" cy="255960"/>
              </p14:xfrm>
            </p:contentPart>
          </mc:Choice>
          <mc:Fallback>
            <p:pic>
              <p:nvPicPr>
                <p:cNvPr id="42" name="筆跡 41">
                  <a:extLst>
                    <a:ext uri="{FF2B5EF4-FFF2-40B4-BE49-F238E27FC236}">
                      <a16:creationId xmlns:a16="http://schemas.microsoft.com/office/drawing/2014/main" id="{94CB4EF2-7461-4844-098C-E8EDD2B4F04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835525" y="2684371"/>
                  <a:ext cx="21348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3" name="筆跡 42">
                  <a:extLst>
                    <a:ext uri="{FF2B5EF4-FFF2-40B4-BE49-F238E27FC236}">
                      <a16:creationId xmlns:a16="http://schemas.microsoft.com/office/drawing/2014/main" id="{B7F6244E-1A9E-94B9-A90D-309D70905B96}"/>
                    </a:ext>
                  </a:extLst>
                </p14:cNvPr>
                <p14:cNvContentPartPr/>
                <p14:nvPr/>
              </p14:nvContentPartPr>
              <p14:xfrm>
                <a:off x="9973045" y="2543611"/>
                <a:ext cx="888840" cy="533160"/>
              </p14:xfrm>
            </p:contentPart>
          </mc:Choice>
          <mc:Fallback>
            <p:pic>
              <p:nvPicPr>
                <p:cNvPr id="43" name="筆跡 42">
                  <a:extLst>
                    <a:ext uri="{FF2B5EF4-FFF2-40B4-BE49-F238E27FC236}">
                      <a16:creationId xmlns:a16="http://schemas.microsoft.com/office/drawing/2014/main" id="{B7F6244E-1A9E-94B9-A90D-309D70905B9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910405" y="2480971"/>
                  <a:ext cx="1014480" cy="65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6" name="筆跡 45">
                  <a:extLst>
                    <a:ext uri="{FF2B5EF4-FFF2-40B4-BE49-F238E27FC236}">
                      <a16:creationId xmlns:a16="http://schemas.microsoft.com/office/drawing/2014/main" id="{FCBA550C-D8DD-D252-30D6-58BD9501C37C}"/>
                    </a:ext>
                  </a:extLst>
                </p14:cNvPr>
                <p14:cNvContentPartPr/>
                <p14:nvPr/>
              </p14:nvContentPartPr>
              <p14:xfrm>
                <a:off x="10265005" y="2295211"/>
                <a:ext cx="112680" cy="1467720"/>
              </p14:xfrm>
            </p:contentPart>
          </mc:Choice>
          <mc:Fallback>
            <p:pic>
              <p:nvPicPr>
                <p:cNvPr id="46" name="筆跡 45">
                  <a:extLst>
                    <a:ext uri="{FF2B5EF4-FFF2-40B4-BE49-F238E27FC236}">
                      <a16:creationId xmlns:a16="http://schemas.microsoft.com/office/drawing/2014/main" id="{FCBA550C-D8DD-D252-30D6-58BD9501C37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202005" y="2232571"/>
                  <a:ext cx="238320" cy="159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群組 60">
            <a:extLst>
              <a:ext uri="{FF2B5EF4-FFF2-40B4-BE49-F238E27FC236}">
                <a16:creationId xmlns:a16="http://schemas.microsoft.com/office/drawing/2014/main" id="{5568371C-B4B0-D930-CD02-A2C51448B236}"/>
              </a:ext>
            </a:extLst>
          </p:cNvPr>
          <p:cNvGrpSpPr/>
          <p:nvPr/>
        </p:nvGrpSpPr>
        <p:grpSpPr>
          <a:xfrm>
            <a:off x="3757645" y="4485451"/>
            <a:ext cx="1134000" cy="844200"/>
            <a:chOff x="3757645" y="4485451"/>
            <a:chExt cx="1134000" cy="84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9" name="筆跡 48">
                  <a:extLst>
                    <a:ext uri="{FF2B5EF4-FFF2-40B4-BE49-F238E27FC236}">
                      <a16:creationId xmlns:a16="http://schemas.microsoft.com/office/drawing/2014/main" id="{59E491FA-406E-A7FD-34E6-623FB291D57C}"/>
                    </a:ext>
                  </a:extLst>
                </p14:cNvPr>
                <p14:cNvContentPartPr/>
                <p14:nvPr/>
              </p14:nvContentPartPr>
              <p14:xfrm>
                <a:off x="3843325" y="4485451"/>
                <a:ext cx="653040" cy="160920"/>
              </p14:xfrm>
            </p:contentPart>
          </mc:Choice>
          <mc:Fallback>
            <p:pic>
              <p:nvPicPr>
                <p:cNvPr id="49" name="筆跡 48">
                  <a:extLst>
                    <a:ext uri="{FF2B5EF4-FFF2-40B4-BE49-F238E27FC236}">
                      <a16:creationId xmlns:a16="http://schemas.microsoft.com/office/drawing/2014/main" id="{59E491FA-406E-A7FD-34E6-623FB291D57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780685" y="4422811"/>
                  <a:ext cx="7786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0" name="筆跡 49">
                  <a:extLst>
                    <a:ext uri="{FF2B5EF4-FFF2-40B4-BE49-F238E27FC236}">
                      <a16:creationId xmlns:a16="http://schemas.microsoft.com/office/drawing/2014/main" id="{ED258B94-9236-F81C-25C4-5473BD92B5C5}"/>
                    </a:ext>
                  </a:extLst>
                </p14:cNvPr>
                <p14:cNvContentPartPr/>
                <p14:nvPr/>
              </p14:nvContentPartPr>
              <p14:xfrm>
                <a:off x="4067605" y="4733491"/>
                <a:ext cx="147600" cy="468360"/>
              </p14:xfrm>
            </p:contentPart>
          </mc:Choice>
          <mc:Fallback>
            <p:pic>
              <p:nvPicPr>
                <p:cNvPr id="50" name="筆跡 49">
                  <a:extLst>
                    <a:ext uri="{FF2B5EF4-FFF2-40B4-BE49-F238E27FC236}">
                      <a16:creationId xmlns:a16="http://schemas.microsoft.com/office/drawing/2014/main" id="{ED258B94-9236-F81C-25C4-5473BD92B5C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004965" y="4670491"/>
                  <a:ext cx="273240" cy="59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3" name="筆跡 52">
                  <a:extLst>
                    <a:ext uri="{FF2B5EF4-FFF2-40B4-BE49-F238E27FC236}">
                      <a16:creationId xmlns:a16="http://schemas.microsoft.com/office/drawing/2014/main" id="{A1B27515-B2E0-F7F2-6CD5-12BBDB1F3E23}"/>
                    </a:ext>
                  </a:extLst>
                </p14:cNvPr>
                <p14:cNvContentPartPr/>
                <p14:nvPr/>
              </p14:nvContentPartPr>
              <p14:xfrm>
                <a:off x="4292605" y="4930411"/>
                <a:ext cx="208080" cy="129600"/>
              </p14:xfrm>
            </p:contentPart>
          </mc:Choice>
          <mc:Fallback>
            <p:pic>
              <p:nvPicPr>
                <p:cNvPr id="53" name="筆跡 52">
                  <a:extLst>
                    <a:ext uri="{FF2B5EF4-FFF2-40B4-BE49-F238E27FC236}">
                      <a16:creationId xmlns:a16="http://schemas.microsoft.com/office/drawing/2014/main" id="{A1B27515-B2E0-F7F2-6CD5-12BBDB1F3E2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229965" y="4867771"/>
                  <a:ext cx="3337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6" name="筆跡 55">
                  <a:extLst>
                    <a:ext uri="{FF2B5EF4-FFF2-40B4-BE49-F238E27FC236}">
                      <a16:creationId xmlns:a16="http://schemas.microsoft.com/office/drawing/2014/main" id="{69640E39-04C4-19B5-D8A5-BBC9A1B9EB27}"/>
                    </a:ext>
                  </a:extLst>
                </p14:cNvPr>
                <p14:cNvContentPartPr/>
                <p14:nvPr/>
              </p14:nvContentPartPr>
              <p14:xfrm>
                <a:off x="3757645" y="4954171"/>
                <a:ext cx="95040" cy="344520"/>
              </p14:xfrm>
            </p:contentPart>
          </mc:Choice>
          <mc:Fallback>
            <p:pic>
              <p:nvPicPr>
                <p:cNvPr id="56" name="筆跡 55">
                  <a:extLst>
                    <a:ext uri="{FF2B5EF4-FFF2-40B4-BE49-F238E27FC236}">
                      <a16:creationId xmlns:a16="http://schemas.microsoft.com/office/drawing/2014/main" id="{69640E39-04C4-19B5-D8A5-BBC9A1B9EB2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695005" y="4891531"/>
                  <a:ext cx="22068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9" name="筆跡 58">
                  <a:extLst>
                    <a:ext uri="{FF2B5EF4-FFF2-40B4-BE49-F238E27FC236}">
                      <a16:creationId xmlns:a16="http://schemas.microsoft.com/office/drawing/2014/main" id="{7A7B8776-9708-2AA4-737B-436C628AF854}"/>
                    </a:ext>
                  </a:extLst>
                </p14:cNvPr>
                <p14:cNvContentPartPr/>
                <p14:nvPr/>
              </p14:nvContentPartPr>
              <p14:xfrm>
                <a:off x="3899845" y="4814491"/>
                <a:ext cx="991800" cy="515160"/>
              </p14:xfrm>
            </p:contentPart>
          </mc:Choice>
          <mc:Fallback>
            <p:pic>
              <p:nvPicPr>
                <p:cNvPr id="59" name="筆跡 58">
                  <a:extLst>
                    <a:ext uri="{FF2B5EF4-FFF2-40B4-BE49-F238E27FC236}">
                      <a16:creationId xmlns:a16="http://schemas.microsoft.com/office/drawing/2014/main" id="{7A7B8776-9708-2AA4-737B-436C628AF85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836845" y="4751851"/>
                  <a:ext cx="1117440" cy="64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群組 88">
            <a:extLst>
              <a:ext uri="{FF2B5EF4-FFF2-40B4-BE49-F238E27FC236}">
                <a16:creationId xmlns:a16="http://schemas.microsoft.com/office/drawing/2014/main" id="{24F3B6AB-9CFF-ADF8-E512-10944D9B698D}"/>
              </a:ext>
            </a:extLst>
          </p:cNvPr>
          <p:cNvGrpSpPr/>
          <p:nvPr/>
        </p:nvGrpSpPr>
        <p:grpSpPr>
          <a:xfrm>
            <a:off x="5542525" y="4231651"/>
            <a:ext cx="3313440" cy="1300680"/>
            <a:chOff x="5542525" y="4231651"/>
            <a:chExt cx="3313440" cy="130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62" name="筆跡 61">
                  <a:extLst>
                    <a:ext uri="{FF2B5EF4-FFF2-40B4-BE49-F238E27FC236}">
                      <a16:creationId xmlns:a16="http://schemas.microsoft.com/office/drawing/2014/main" id="{DC1325FA-F93D-1C3F-0F0D-8EA688513150}"/>
                    </a:ext>
                  </a:extLst>
                </p14:cNvPr>
                <p14:cNvContentPartPr/>
                <p14:nvPr/>
              </p14:nvContentPartPr>
              <p14:xfrm>
                <a:off x="5542525" y="4484011"/>
                <a:ext cx="133200" cy="346680"/>
              </p14:xfrm>
            </p:contentPart>
          </mc:Choice>
          <mc:Fallback>
            <p:pic>
              <p:nvPicPr>
                <p:cNvPr id="62" name="筆跡 61">
                  <a:extLst>
                    <a:ext uri="{FF2B5EF4-FFF2-40B4-BE49-F238E27FC236}">
                      <a16:creationId xmlns:a16="http://schemas.microsoft.com/office/drawing/2014/main" id="{DC1325FA-F93D-1C3F-0F0D-8EA68851315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479885" y="4421011"/>
                  <a:ext cx="258840" cy="47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3" name="筆跡 62">
                  <a:extLst>
                    <a:ext uri="{FF2B5EF4-FFF2-40B4-BE49-F238E27FC236}">
                      <a16:creationId xmlns:a16="http://schemas.microsoft.com/office/drawing/2014/main" id="{540D1278-A897-3B79-A549-9C683169AA8F}"/>
                    </a:ext>
                  </a:extLst>
                </p14:cNvPr>
                <p14:cNvContentPartPr/>
                <p14:nvPr/>
              </p14:nvContentPartPr>
              <p14:xfrm>
                <a:off x="5665285" y="4695331"/>
                <a:ext cx="184320" cy="423000"/>
              </p14:xfrm>
            </p:contentPart>
          </mc:Choice>
          <mc:Fallback>
            <p:pic>
              <p:nvPicPr>
                <p:cNvPr id="63" name="筆跡 62">
                  <a:extLst>
                    <a:ext uri="{FF2B5EF4-FFF2-40B4-BE49-F238E27FC236}">
                      <a16:creationId xmlns:a16="http://schemas.microsoft.com/office/drawing/2014/main" id="{540D1278-A897-3B79-A549-9C683169AA8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602285" y="4632691"/>
                  <a:ext cx="309960" cy="54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4" name="筆跡 63">
                  <a:extLst>
                    <a:ext uri="{FF2B5EF4-FFF2-40B4-BE49-F238E27FC236}">
                      <a16:creationId xmlns:a16="http://schemas.microsoft.com/office/drawing/2014/main" id="{D3E116B4-0B7A-3D66-452B-30A777EAB2A6}"/>
                    </a:ext>
                  </a:extLst>
                </p14:cNvPr>
                <p14:cNvContentPartPr/>
                <p14:nvPr/>
              </p14:nvContentPartPr>
              <p14:xfrm>
                <a:off x="5896765" y="5039131"/>
                <a:ext cx="88560" cy="142920"/>
              </p14:xfrm>
            </p:contentPart>
          </mc:Choice>
          <mc:Fallback>
            <p:pic>
              <p:nvPicPr>
                <p:cNvPr id="64" name="筆跡 63">
                  <a:extLst>
                    <a:ext uri="{FF2B5EF4-FFF2-40B4-BE49-F238E27FC236}">
                      <a16:creationId xmlns:a16="http://schemas.microsoft.com/office/drawing/2014/main" id="{D3E116B4-0B7A-3D66-452B-30A777EAB2A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833765" y="4976491"/>
                  <a:ext cx="2142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5" name="筆跡 64">
                  <a:extLst>
                    <a:ext uri="{FF2B5EF4-FFF2-40B4-BE49-F238E27FC236}">
                      <a16:creationId xmlns:a16="http://schemas.microsoft.com/office/drawing/2014/main" id="{FC46C98E-B0B1-A23D-668B-DFAAAAD87E97}"/>
                    </a:ext>
                  </a:extLst>
                </p14:cNvPr>
                <p14:cNvContentPartPr/>
                <p14:nvPr/>
              </p14:nvContentPartPr>
              <p14:xfrm>
                <a:off x="5563045" y="5255131"/>
                <a:ext cx="61560" cy="142920"/>
              </p14:xfrm>
            </p:contentPart>
          </mc:Choice>
          <mc:Fallback>
            <p:pic>
              <p:nvPicPr>
                <p:cNvPr id="65" name="筆跡 64">
                  <a:extLst>
                    <a:ext uri="{FF2B5EF4-FFF2-40B4-BE49-F238E27FC236}">
                      <a16:creationId xmlns:a16="http://schemas.microsoft.com/office/drawing/2014/main" id="{FC46C98E-B0B1-A23D-668B-DFAAAAD87E9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500045" y="5192491"/>
                  <a:ext cx="1872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6" name="筆跡 65">
                  <a:extLst>
                    <a:ext uri="{FF2B5EF4-FFF2-40B4-BE49-F238E27FC236}">
                      <a16:creationId xmlns:a16="http://schemas.microsoft.com/office/drawing/2014/main" id="{757A654E-4B61-2615-E4F8-6199FABDDD19}"/>
                    </a:ext>
                  </a:extLst>
                </p14:cNvPr>
                <p14:cNvContentPartPr/>
                <p14:nvPr/>
              </p14:nvContentPartPr>
              <p14:xfrm>
                <a:off x="5786965" y="5363491"/>
                <a:ext cx="34200" cy="20880"/>
              </p14:xfrm>
            </p:contentPart>
          </mc:Choice>
          <mc:Fallback>
            <p:pic>
              <p:nvPicPr>
                <p:cNvPr id="66" name="筆跡 65">
                  <a:extLst>
                    <a:ext uri="{FF2B5EF4-FFF2-40B4-BE49-F238E27FC236}">
                      <a16:creationId xmlns:a16="http://schemas.microsoft.com/office/drawing/2014/main" id="{757A654E-4B61-2615-E4F8-6199FABDDD1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724325" y="5300851"/>
                  <a:ext cx="1598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7" name="筆跡 66">
                  <a:extLst>
                    <a:ext uri="{FF2B5EF4-FFF2-40B4-BE49-F238E27FC236}">
                      <a16:creationId xmlns:a16="http://schemas.microsoft.com/office/drawing/2014/main" id="{B3B01D6E-7A61-2B19-064C-CF708D355DBD}"/>
                    </a:ext>
                  </a:extLst>
                </p14:cNvPr>
                <p14:cNvContentPartPr/>
                <p14:nvPr/>
              </p14:nvContentPartPr>
              <p14:xfrm>
                <a:off x="5956885" y="5384011"/>
                <a:ext cx="47880" cy="34200"/>
              </p14:xfrm>
            </p:contentPart>
          </mc:Choice>
          <mc:Fallback>
            <p:pic>
              <p:nvPicPr>
                <p:cNvPr id="67" name="筆跡 66">
                  <a:extLst>
                    <a:ext uri="{FF2B5EF4-FFF2-40B4-BE49-F238E27FC236}">
                      <a16:creationId xmlns:a16="http://schemas.microsoft.com/office/drawing/2014/main" id="{B3B01D6E-7A61-2B19-064C-CF708D355DB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894245" y="5321011"/>
                  <a:ext cx="1735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8" name="筆跡 67">
                  <a:extLst>
                    <a:ext uri="{FF2B5EF4-FFF2-40B4-BE49-F238E27FC236}">
                      <a16:creationId xmlns:a16="http://schemas.microsoft.com/office/drawing/2014/main" id="{F2B6DDED-B5DF-4831-C496-F26FFB21C5B1}"/>
                    </a:ext>
                  </a:extLst>
                </p14:cNvPr>
                <p14:cNvContentPartPr/>
                <p14:nvPr/>
              </p14:nvContentPartPr>
              <p14:xfrm>
                <a:off x="6143005" y="4494451"/>
                <a:ext cx="402120" cy="156600"/>
              </p14:xfrm>
            </p:contentPart>
          </mc:Choice>
          <mc:Fallback>
            <p:pic>
              <p:nvPicPr>
                <p:cNvPr id="68" name="筆跡 67">
                  <a:extLst>
                    <a:ext uri="{FF2B5EF4-FFF2-40B4-BE49-F238E27FC236}">
                      <a16:creationId xmlns:a16="http://schemas.microsoft.com/office/drawing/2014/main" id="{F2B6DDED-B5DF-4831-C496-F26FFB21C5B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080005" y="4431811"/>
                  <a:ext cx="5277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9" name="筆跡 68">
                  <a:extLst>
                    <a:ext uri="{FF2B5EF4-FFF2-40B4-BE49-F238E27FC236}">
                      <a16:creationId xmlns:a16="http://schemas.microsoft.com/office/drawing/2014/main" id="{668DF108-44EC-146C-E2AD-ECE9D385DAE3}"/>
                    </a:ext>
                  </a:extLst>
                </p14:cNvPr>
                <p14:cNvContentPartPr/>
                <p14:nvPr/>
              </p14:nvContentPartPr>
              <p14:xfrm>
                <a:off x="6292045" y="4739251"/>
                <a:ext cx="26640" cy="563400"/>
              </p14:xfrm>
            </p:contentPart>
          </mc:Choice>
          <mc:Fallback>
            <p:pic>
              <p:nvPicPr>
                <p:cNvPr id="69" name="筆跡 68">
                  <a:extLst>
                    <a:ext uri="{FF2B5EF4-FFF2-40B4-BE49-F238E27FC236}">
                      <a16:creationId xmlns:a16="http://schemas.microsoft.com/office/drawing/2014/main" id="{668DF108-44EC-146C-E2AD-ECE9D385DAE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229405" y="4676251"/>
                  <a:ext cx="152280" cy="68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70" name="筆跡 69">
                  <a:extLst>
                    <a:ext uri="{FF2B5EF4-FFF2-40B4-BE49-F238E27FC236}">
                      <a16:creationId xmlns:a16="http://schemas.microsoft.com/office/drawing/2014/main" id="{7BBA1979-DDA4-2D5F-7C69-E9B3F7B2FD26}"/>
                    </a:ext>
                  </a:extLst>
                </p14:cNvPr>
                <p14:cNvContentPartPr/>
                <p14:nvPr/>
              </p14:nvContentPartPr>
              <p14:xfrm>
                <a:off x="6403645" y="4995571"/>
                <a:ext cx="291240" cy="350280"/>
              </p14:xfrm>
            </p:contentPart>
          </mc:Choice>
          <mc:Fallback>
            <p:pic>
              <p:nvPicPr>
                <p:cNvPr id="70" name="筆跡 69">
                  <a:extLst>
                    <a:ext uri="{FF2B5EF4-FFF2-40B4-BE49-F238E27FC236}">
                      <a16:creationId xmlns:a16="http://schemas.microsoft.com/office/drawing/2014/main" id="{7BBA1979-DDA4-2D5F-7C69-E9B3F7B2FD2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340645" y="4932931"/>
                  <a:ext cx="416880" cy="4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71" name="筆跡 70">
                  <a:extLst>
                    <a:ext uri="{FF2B5EF4-FFF2-40B4-BE49-F238E27FC236}">
                      <a16:creationId xmlns:a16="http://schemas.microsoft.com/office/drawing/2014/main" id="{622D68FF-36F0-3B20-29ED-D76CD8D3B540}"/>
                    </a:ext>
                  </a:extLst>
                </p14:cNvPr>
                <p14:cNvContentPartPr/>
                <p14:nvPr/>
              </p14:nvContentPartPr>
              <p14:xfrm>
                <a:off x="6366205" y="5150731"/>
                <a:ext cx="719280" cy="284040"/>
              </p14:xfrm>
            </p:contentPart>
          </mc:Choice>
          <mc:Fallback>
            <p:pic>
              <p:nvPicPr>
                <p:cNvPr id="71" name="筆跡 70">
                  <a:extLst>
                    <a:ext uri="{FF2B5EF4-FFF2-40B4-BE49-F238E27FC236}">
                      <a16:creationId xmlns:a16="http://schemas.microsoft.com/office/drawing/2014/main" id="{622D68FF-36F0-3B20-29ED-D76CD8D3B54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303565" y="5088091"/>
                  <a:ext cx="84492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74" name="筆跡 73">
                  <a:extLst>
                    <a:ext uri="{FF2B5EF4-FFF2-40B4-BE49-F238E27FC236}">
                      <a16:creationId xmlns:a16="http://schemas.microsoft.com/office/drawing/2014/main" id="{18CA59D9-01A0-E4AD-08B8-F5E5EED4982E}"/>
                    </a:ext>
                  </a:extLst>
                </p14:cNvPr>
                <p14:cNvContentPartPr/>
                <p14:nvPr/>
              </p14:nvContentPartPr>
              <p14:xfrm>
                <a:off x="7543045" y="4445851"/>
                <a:ext cx="132120" cy="230040"/>
              </p14:xfrm>
            </p:contentPart>
          </mc:Choice>
          <mc:Fallback>
            <p:pic>
              <p:nvPicPr>
                <p:cNvPr id="74" name="筆跡 73">
                  <a:extLst>
                    <a:ext uri="{FF2B5EF4-FFF2-40B4-BE49-F238E27FC236}">
                      <a16:creationId xmlns:a16="http://schemas.microsoft.com/office/drawing/2014/main" id="{18CA59D9-01A0-E4AD-08B8-F5E5EED4982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480045" y="4382851"/>
                  <a:ext cx="25776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5" name="筆跡 74">
                  <a:extLst>
                    <a:ext uri="{FF2B5EF4-FFF2-40B4-BE49-F238E27FC236}">
                      <a16:creationId xmlns:a16="http://schemas.microsoft.com/office/drawing/2014/main" id="{021D0BC6-9D39-0F8E-ABC9-0E1969A21D4F}"/>
                    </a:ext>
                  </a:extLst>
                </p14:cNvPr>
                <p14:cNvContentPartPr/>
                <p14:nvPr/>
              </p14:nvContentPartPr>
              <p14:xfrm>
                <a:off x="7652125" y="4351531"/>
                <a:ext cx="451800" cy="242640"/>
              </p14:xfrm>
            </p:contentPart>
          </mc:Choice>
          <mc:Fallback>
            <p:pic>
              <p:nvPicPr>
                <p:cNvPr id="75" name="筆跡 74">
                  <a:extLst>
                    <a:ext uri="{FF2B5EF4-FFF2-40B4-BE49-F238E27FC236}">
                      <a16:creationId xmlns:a16="http://schemas.microsoft.com/office/drawing/2014/main" id="{021D0BC6-9D39-0F8E-ABC9-0E1969A21D4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589485" y="4288891"/>
                  <a:ext cx="57744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6" name="筆跡 75">
                  <a:extLst>
                    <a:ext uri="{FF2B5EF4-FFF2-40B4-BE49-F238E27FC236}">
                      <a16:creationId xmlns:a16="http://schemas.microsoft.com/office/drawing/2014/main" id="{475753CF-C970-0501-3FFB-294C2322F8E1}"/>
                    </a:ext>
                  </a:extLst>
                </p14:cNvPr>
                <p14:cNvContentPartPr/>
                <p14:nvPr/>
              </p14:nvContentPartPr>
              <p14:xfrm>
                <a:off x="7832845" y="4641331"/>
                <a:ext cx="95400" cy="7200"/>
              </p14:xfrm>
            </p:contentPart>
          </mc:Choice>
          <mc:Fallback>
            <p:pic>
              <p:nvPicPr>
                <p:cNvPr id="76" name="筆跡 75">
                  <a:extLst>
                    <a:ext uri="{FF2B5EF4-FFF2-40B4-BE49-F238E27FC236}">
                      <a16:creationId xmlns:a16="http://schemas.microsoft.com/office/drawing/2014/main" id="{475753CF-C970-0501-3FFB-294C2322F8E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770205" y="4578691"/>
                  <a:ext cx="2210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7" name="筆跡 76">
                  <a:extLst>
                    <a:ext uri="{FF2B5EF4-FFF2-40B4-BE49-F238E27FC236}">
                      <a16:creationId xmlns:a16="http://schemas.microsoft.com/office/drawing/2014/main" id="{6A0D19CC-79DD-CD12-C2D2-52A873A13FC2}"/>
                    </a:ext>
                  </a:extLst>
                </p14:cNvPr>
                <p14:cNvContentPartPr/>
                <p14:nvPr/>
              </p14:nvContentPartPr>
              <p14:xfrm>
                <a:off x="7846165" y="4893691"/>
                <a:ext cx="71280" cy="7200"/>
              </p14:xfrm>
            </p:contentPart>
          </mc:Choice>
          <mc:Fallback>
            <p:pic>
              <p:nvPicPr>
                <p:cNvPr id="77" name="筆跡 76">
                  <a:extLst>
                    <a:ext uri="{FF2B5EF4-FFF2-40B4-BE49-F238E27FC236}">
                      <a16:creationId xmlns:a16="http://schemas.microsoft.com/office/drawing/2014/main" id="{6A0D19CC-79DD-CD12-C2D2-52A873A13FC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783165" y="4831051"/>
                  <a:ext cx="1969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8" name="筆跡 77">
                  <a:extLst>
                    <a:ext uri="{FF2B5EF4-FFF2-40B4-BE49-F238E27FC236}">
                      <a16:creationId xmlns:a16="http://schemas.microsoft.com/office/drawing/2014/main" id="{A858903C-2F2E-C17F-D272-37773F5FBE2B}"/>
                    </a:ext>
                  </a:extLst>
                </p14:cNvPr>
                <p14:cNvContentPartPr/>
                <p14:nvPr/>
              </p14:nvContentPartPr>
              <p14:xfrm>
                <a:off x="7589125" y="4982971"/>
                <a:ext cx="823680" cy="66240"/>
              </p14:xfrm>
            </p:contentPart>
          </mc:Choice>
          <mc:Fallback>
            <p:pic>
              <p:nvPicPr>
                <p:cNvPr id="78" name="筆跡 77">
                  <a:extLst>
                    <a:ext uri="{FF2B5EF4-FFF2-40B4-BE49-F238E27FC236}">
                      <a16:creationId xmlns:a16="http://schemas.microsoft.com/office/drawing/2014/main" id="{A858903C-2F2E-C17F-D272-37773F5FBE2B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526485" y="4919971"/>
                  <a:ext cx="9493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9" name="筆跡 78">
                  <a:extLst>
                    <a:ext uri="{FF2B5EF4-FFF2-40B4-BE49-F238E27FC236}">
                      <a16:creationId xmlns:a16="http://schemas.microsoft.com/office/drawing/2014/main" id="{BAE2FD6A-4448-2FDB-B80A-A9413EE139AF}"/>
                    </a:ext>
                  </a:extLst>
                </p14:cNvPr>
                <p14:cNvContentPartPr/>
                <p14:nvPr/>
              </p14:nvContentPartPr>
              <p14:xfrm>
                <a:off x="8066845" y="5102851"/>
                <a:ext cx="7200" cy="142920"/>
              </p14:xfrm>
            </p:contentPart>
          </mc:Choice>
          <mc:Fallback>
            <p:pic>
              <p:nvPicPr>
                <p:cNvPr id="79" name="筆跡 78">
                  <a:extLst>
                    <a:ext uri="{FF2B5EF4-FFF2-40B4-BE49-F238E27FC236}">
                      <a16:creationId xmlns:a16="http://schemas.microsoft.com/office/drawing/2014/main" id="{BAE2FD6A-4448-2FDB-B80A-A9413EE139AF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003845" y="5039851"/>
                  <a:ext cx="1328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80" name="筆跡 79">
                  <a:extLst>
                    <a:ext uri="{FF2B5EF4-FFF2-40B4-BE49-F238E27FC236}">
                      <a16:creationId xmlns:a16="http://schemas.microsoft.com/office/drawing/2014/main" id="{B1FDD3E2-D1F0-34F2-C708-7A450E7D6A92}"/>
                    </a:ext>
                  </a:extLst>
                </p14:cNvPr>
                <p14:cNvContentPartPr/>
                <p14:nvPr/>
              </p14:nvContentPartPr>
              <p14:xfrm>
                <a:off x="8086645" y="5224891"/>
                <a:ext cx="82080" cy="7200"/>
              </p14:xfrm>
            </p:contentPart>
          </mc:Choice>
          <mc:Fallback>
            <p:pic>
              <p:nvPicPr>
                <p:cNvPr id="80" name="筆跡 79">
                  <a:extLst>
                    <a:ext uri="{FF2B5EF4-FFF2-40B4-BE49-F238E27FC236}">
                      <a16:creationId xmlns:a16="http://schemas.microsoft.com/office/drawing/2014/main" id="{B1FDD3E2-D1F0-34F2-C708-7A450E7D6A9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023645" y="5161891"/>
                  <a:ext cx="2077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81" name="筆跡 80">
                  <a:extLst>
                    <a:ext uri="{FF2B5EF4-FFF2-40B4-BE49-F238E27FC236}">
                      <a16:creationId xmlns:a16="http://schemas.microsoft.com/office/drawing/2014/main" id="{3D36B863-C452-72D4-BC6B-C2ACDD43FF88}"/>
                    </a:ext>
                  </a:extLst>
                </p14:cNvPr>
                <p14:cNvContentPartPr/>
                <p14:nvPr/>
              </p14:nvContentPartPr>
              <p14:xfrm>
                <a:off x="7665805" y="5214811"/>
                <a:ext cx="1190160" cy="317520"/>
              </p14:xfrm>
            </p:contentPart>
          </mc:Choice>
          <mc:Fallback>
            <p:pic>
              <p:nvPicPr>
                <p:cNvPr id="81" name="筆跡 80">
                  <a:extLst>
                    <a:ext uri="{FF2B5EF4-FFF2-40B4-BE49-F238E27FC236}">
                      <a16:creationId xmlns:a16="http://schemas.microsoft.com/office/drawing/2014/main" id="{3D36B863-C452-72D4-BC6B-C2ACDD43FF8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603165" y="5152171"/>
                  <a:ext cx="131580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84" name="筆跡 83">
                  <a:extLst>
                    <a:ext uri="{FF2B5EF4-FFF2-40B4-BE49-F238E27FC236}">
                      <a16:creationId xmlns:a16="http://schemas.microsoft.com/office/drawing/2014/main" id="{ADA176E6-9AFE-B1B7-035A-13BDE714EF8B}"/>
                    </a:ext>
                  </a:extLst>
                </p14:cNvPr>
                <p14:cNvContentPartPr/>
                <p14:nvPr/>
              </p14:nvContentPartPr>
              <p14:xfrm>
                <a:off x="8292205" y="4231651"/>
                <a:ext cx="303120" cy="523080"/>
              </p14:xfrm>
            </p:contentPart>
          </mc:Choice>
          <mc:Fallback>
            <p:pic>
              <p:nvPicPr>
                <p:cNvPr id="84" name="筆跡 83">
                  <a:extLst>
                    <a:ext uri="{FF2B5EF4-FFF2-40B4-BE49-F238E27FC236}">
                      <a16:creationId xmlns:a16="http://schemas.microsoft.com/office/drawing/2014/main" id="{ADA176E6-9AFE-B1B7-035A-13BDE714EF8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229565" y="4169011"/>
                  <a:ext cx="428760" cy="64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5" name="筆跡 84">
                  <a:extLst>
                    <a:ext uri="{FF2B5EF4-FFF2-40B4-BE49-F238E27FC236}">
                      <a16:creationId xmlns:a16="http://schemas.microsoft.com/office/drawing/2014/main" id="{101B3C98-3EEB-E33C-C9C2-4EBE5AFC3BB5}"/>
                    </a:ext>
                  </a:extLst>
                </p14:cNvPr>
                <p14:cNvContentPartPr/>
                <p14:nvPr/>
              </p14:nvContentPartPr>
              <p14:xfrm>
                <a:off x="8414605" y="4603531"/>
                <a:ext cx="273960" cy="507600"/>
              </p14:xfrm>
            </p:contentPart>
          </mc:Choice>
          <mc:Fallback>
            <p:pic>
              <p:nvPicPr>
                <p:cNvPr id="85" name="筆跡 84">
                  <a:extLst>
                    <a:ext uri="{FF2B5EF4-FFF2-40B4-BE49-F238E27FC236}">
                      <a16:creationId xmlns:a16="http://schemas.microsoft.com/office/drawing/2014/main" id="{101B3C98-3EEB-E33C-C9C2-4EBE5AFC3BB5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351605" y="4540531"/>
                  <a:ext cx="399600" cy="63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6" name="筆跡 85">
                  <a:extLst>
                    <a:ext uri="{FF2B5EF4-FFF2-40B4-BE49-F238E27FC236}">
                      <a16:creationId xmlns:a16="http://schemas.microsoft.com/office/drawing/2014/main" id="{465DF1EF-C853-6A29-F3C7-91A8D6EA48C9}"/>
                    </a:ext>
                  </a:extLst>
                </p14:cNvPr>
                <p14:cNvContentPartPr/>
                <p14:nvPr/>
              </p14:nvContentPartPr>
              <p14:xfrm>
                <a:off x="8495245" y="4945531"/>
                <a:ext cx="102240" cy="236880"/>
              </p14:xfrm>
            </p:contentPart>
          </mc:Choice>
          <mc:Fallback>
            <p:pic>
              <p:nvPicPr>
                <p:cNvPr id="86" name="筆跡 85">
                  <a:extLst>
                    <a:ext uri="{FF2B5EF4-FFF2-40B4-BE49-F238E27FC236}">
                      <a16:creationId xmlns:a16="http://schemas.microsoft.com/office/drawing/2014/main" id="{465DF1EF-C853-6A29-F3C7-91A8D6EA48C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432605" y="4882891"/>
                  <a:ext cx="22788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7" name="筆跡 86">
                  <a:extLst>
                    <a:ext uri="{FF2B5EF4-FFF2-40B4-BE49-F238E27FC236}">
                      <a16:creationId xmlns:a16="http://schemas.microsoft.com/office/drawing/2014/main" id="{52A4449F-4B83-00A9-269F-737D030F5841}"/>
                    </a:ext>
                  </a:extLst>
                </p14:cNvPr>
                <p14:cNvContentPartPr/>
                <p14:nvPr/>
              </p14:nvContentPartPr>
              <p14:xfrm>
                <a:off x="8556445" y="5175211"/>
                <a:ext cx="159840" cy="125640"/>
              </p14:xfrm>
            </p:contentPart>
          </mc:Choice>
          <mc:Fallback>
            <p:pic>
              <p:nvPicPr>
                <p:cNvPr id="87" name="筆跡 86">
                  <a:extLst>
                    <a:ext uri="{FF2B5EF4-FFF2-40B4-BE49-F238E27FC236}">
                      <a16:creationId xmlns:a16="http://schemas.microsoft.com/office/drawing/2014/main" id="{52A4449F-4B83-00A9-269F-737D030F584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493805" y="5112211"/>
                  <a:ext cx="285480" cy="25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群組 103">
            <a:extLst>
              <a:ext uri="{FF2B5EF4-FFF2-40B4-BE49-F238E27FC236}">
                <a16:creationId xmlns:a16="http://schemas.microsoft.com/office/drawing/2014/main" id="{17E15FF5-64B0-3E25-ED0C-F43EFC457761}"/>
              </a:ext>
            </a:extLst>
          </p:cNvPr>
          <p:cNvGrpSpPr/>
          <p:nvPr/>
        </p:nvGrpSpPr>
        <p:grpSpPr>
          <a:xfrm>
            <a:off x="9426565" y="4277371"/>
            <a:ext cx="992160" cy="1619280"/>
            <a:chOff x="9426565" y="4277371"/>
            <a:chExt cx="992160" cy="161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90" name="筆跡 89">
                  <a:extLst>
                    <a:ext uri="{FF2B5EF4-FFF2-40B4-BE49-F238E27FC236}">
                      <a16:creationId xmlns:a16="http://schemas.microsoft.com/office/drawing/2014/main" id="{8ADEA5E1-B904-0501-8709-FBA3AD3AB037}"/>
                    </a:ext>
                  </a:extLst>
                </p14:cNvPr>
                <p14:cNvContentPartPr/>
                <p14:nvPr/>
              </p14:nvContentPartPr>
              <p14:xfrm>
                <a:off x="9816445" y="4277371"/>
                <a:ext cx="41040" cy="34200"/>
              </p14:xfrm>
            </p:contentPart>
          </mc:Choice>
          <mc:Fallback>
            <p:pic>
              <p:nvPicPr>
                <p:cNvPr id="90" name="筆跡 89">
                  <a:extLst>
                    <a:ext uri="{FF2B5EF4-FFF2-40B4-BE49-F238E27FC236}">
                      <a16:creationId xmlns:a16="http://schemas.microsoft.com/office/drawing/2014/main" id="{8ADEA5E1-B904-0501-8709-FBA3AD3AB03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753805" y="4214371"/>
                  <a:ext cx="1666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91" name="筆跡 90">
                  <a:extLst>
                    <a:ext uri="{FF2B5EF4-FFF2-40B4-BE49-F238E27FC236}">
                      <a16:creationId xmlns:a16="http://schemas.microsoft.com/office/drawing/2014/main" id="{EF1A3750-1D65-6056-CAB7-2913FD7AB8B5}"/>
                    </a:ext>
                  </a:extLst>
                </p14:cNvPr>
                <p14:cNvContentPartPr/>
                <p14:nvPr/>
              </p14:nvContentPartPr>
              <p14:xfrm>
                <a:off x="9601525" y="4398331"/>
                <a:ext cx="817200" cy="109800"/>
              </p14:xfrm>
            </p:contentPart>
          </mc:Choice>
          <mc:Fallback>
            <p:pic>
              <p:nvPicPr>
                <p:cNvPr id="91" name="筆跡 90">
                  <a:extLst>
                    <a:ext uri="{FF2B5EF4-FFF2-40B4-BE49-F238E27FC236}">
                      <a16:creationId xmlns:a16="http://schemas.microsoft.com/office/drawing/2014/main" id="{EF1A3750-1D65-6056-CAB7-2913FD7AB8B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538525" y="4335331"/>
                  <a:ext cx="94284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92" name="筆跡 91">
                  <a:extLst>
                    <a:ext uri="{FF2B5EF4-FFF2-40B4-BE49-F238E27FC236}">
                      <a16:creationId xmlns:a16="http://schemas.microsoft.com/office/drawing/2014/main" id="{38393CBF-25F6-D9D0-FF57-FF8450E0CBF7}"/>
                    </a:ext>
                  </a:extLst>
                </p14:cNvPr>
                <p14:cNvContentPartPr/>
                <p14:nvPr/>
              </p14:nvContentPartPr>
              <p14:xfrm>
                <a:off x="9426565" y="4675891"/>
                <a:ext cx="142200" cy="915840"/>
              </p14:xfrm>
            </p:contentPart>
          </mc:Choice>
          <mc:Fallback>
            <p:pic>
              <p:nvPicPr>
                <p:cNvPr id="92" name="筆跡 91">
                  <a:extLst>
                    <a:ext uri="{FF2B5EF4-FFF2-40B4-BE49-F238E27FC236}">
                      <a16:creationId xmlns:a16="http://schemas.microsoft.com/office/drawing/2014/main" id="{38393CBF-25F6-D9D0-FF57-FF8450E0CBF7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363925" y="4613251"/>
                  <a:ext cx="267840" cy="10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95" name="筆跡 94">
                  <a:extLst>
                    <a:ext uri="{FF2B5EF4-FFF2-40B4-BE49-F238E27FC236}">
                      <a16:creationId xmlns:a16="http://schemas.microsoft.com/office/drawing/2014/main" id="{B9FFDC22-4FAB-2C28-038F-12CD7B9DDF5C}"/>
                    </a:ext>
                  </a:extLst>
                </p14:cNvPr>
                <p14:cNvContentPartPr/>
                <p14:nvPr/>
              </p14:nvContentPartPr>
              <p14:xfrm>
                <a:off x="9811765" y="4752931"/>
                <a:ext cx="376560" cy="47160"/>
              </p14:xfrm>
            </p:contentPart>
          </mc:Choice>
          <mc:Fallback>
            <p:pic>
              <p:nvPicPr>
                <p:cNvPr id="95" name="筆跡 94">
                  <a:extLst>
                    <a:ext uri="{FF2B5EF4-FFF2-40B4-BE49-F238E27FC236}">
                      <a16:creationId xmlns:a16="http://schemas.microsoft.com/office/drawing/2014/main" id="{B9FFDC22-4FAB-2C28-038F-12CD7B9DDF5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749125" y="4689931"/>
                  <a:ext cx="5022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98" name="筆跡 97">
                  <a:extLst>
                    <a:ext uri="{FF2B5EF4-FFF2-40B4-BE49-F238E27FC236}">
                      <a16:creationId xmlns:a16="http://schemas.microsoft.com/office/drawing/2014/main" id="{634BB017-C7DD-7119-8F88-C9A7EF7ED67F}"/>
                    </a:ext>
                  </a:extLst>
                </p14:cNvPr>
                <p14:cNvContentPartPr/>
                <p14:nvPr/>
              </p14:nvContentPartPr>
              <p14:xfrm>
                <a:off x="9727885" y="5082691"/>
                <a:ext cx="82080" cy="136440"/>
              </p14:xfrm>
            </p:contentPart>
          </mc:Choice>
          <mc:Fallback>
            <p:pic>
              <p:nvPicPr>
                <p:cNvPr id="98" name="筆跡 97">
                  <a:extLst>
                    <a:ext uri="{FF2B5EF4-FFF2-40B4-BE49-F238E27FC236}">
                      <a16:creationId xmlns:a16="http://schemas.microsoft.com/office/drawing/2014/main" id="{634BB017-C7DD-7119-8F88-C9A7EF7ED67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664885" y="5019691"/>
                  <a:ext cx="20772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9" name="筆跡 98">
                  <a:extLst>
                    <a:ext uri="{FF2B5EF4-FFF2-40B4-BE49-F238E27FC236}">
                      <a16:creationId xmlns:a16="http://schemas.microsoft.com/office/drawing/2014/main" id="{896679D8-D15D-E3AF-2B3A-D6292C1F1716}"/>
                    </a:ext>
                  </a:extLst>
                </p14:cNvPr>
                <p14:cNvContentPartPr/>
                <p14:nvPr/>
              </p14:nvContentPartPr>
              <p14:xfrm>
                <a:off x="9760645" y="4961731"/>
                <a:ext cx="519480" cy="231480"/>
              </p14:xfrm>
            </p:contentPart>
          </mc:Choice>
          <mc:Fallback>
            <p:pic>
              <p:nvPicPr>
                <p:cNvPr id="99" name="筆跡 98">
                  <a:extLst>
                    <a:ext uri="{FF2B5EF4-FFF2-40B4-BE49-F238E27FC236}">
                      <a16:creationId xmlns:a16="http://schemas.microsoft.com/office/drawing/2014/main" id="{896679D8-D15D-E3AF-2B3A-D6292C1F171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698005" y="4899091"/>
                  <a:ext cx="64512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00" name="筆跡 99">
                  <a:extLst>
                    <a:ext uri="{FF2B5EF4-FFF2-40B4-BE49-F238E27FC236}">
                      <a16:creationId xmlns:a16="http://schemas.microsoft.com/office/drawing/2014/main" id="{A434F994-07BF-A1F1-B99F-52D2C5B0D064}"/>
                    </a:ext>
                  </a:extLst>
                </p14:cNvPr>
                <p14:cNvContentPartPr/>
                <p14:nvPr/>
              </p14:nvContentPartPr>
              <p14:xfrm>
                <a:off x="9903925" y="5222731"/>
                <a:ext cx="234720" cy="143280"/>
              </p14:xfrm>
            </p:contentPart>
          </mc:Choice>
          <mc:Fallback>
            <p:pic>
              <p:nvPicPr>
                <p:cNvPr id="100" name="筆跡 99">
                  <a:extLst>
                    <a:ext uri="{FF2B5EF4-FFF2-40B4-BE49-F238E27FC236}">
                      <a16:creationId xmlns:a16="http://schemas.microsoft.com/office/drawing/2014/main" id="{A434F994-07BF-A1F1-B99F-52D2C5B0D06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841285" y="5159731"/>
                  <a:ext cx="3603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01" name="筆跡 100">
                  <a:extLst>
                    <a:ext uri="{FF2B5EF4-FFF2-40B4-BE49-F238E27FC236}">
                      <a16:creationId xmlns:a16="http://schemas.microsoft.com/office/drawing/2014/main" id="{62BD256B-4379-B57D-ABBE-547066D068D6}"/>
                    </a:ext>
                  </a:extLst>
                </p14:cNvPr>
                <p14:cNvContentPartPr/>
                <p14:nvPr/>
              </p14:nvContentPartPr>
              <p14:xfrm>
                <a:off x="9674965" y="5496331"/>
                <a:ext cx="663120" cy="55440"/>
              </p14:xfrm>
            </p:contentPart>
          </mc:Choice>
          <mc:Fallback>
            <p:pic>
              <p:nvPicPr>
                <p:cNvPr id="101" name="筆跡 100">
                  <a:extLst>
                    <a:ext uri="{FF2B5EF4-FFF2-40B4-BE49-F238E27FC236}">
                      <a16:creationId xmlns:a16="http://schemas.microsoft.com/office/drawing/2014/main" id="{62BD256B-4379-B57D-ABBE-547066D068D6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611965" y="5433691"/>
                  <a:ext cx="7887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02" name="筆跡 101">
                  <a:extLst>
                    <a:ext uri="{FF2B5EF4-FFF2-40B4-BE49-F238E27FC236}">
                      <a16:creationId xmlns:a16="http://schemas.microsoft.com/office/drawing/2014/main" id="{C3E8926E-FA60-8AF4-0834-CF2058E6E79D}"/>
                    </a:ext>
                  </a:extLst>
                </p14:cNvPr>
                <p14:cNvContentPartPr/>
                <p14:nvPr/>
              </p14:nvContentPartPr>
              <p14:xfrm>
                <a:off x="9923005" y="4652491"/>
                <a:ext cx="101880" cy="1244160"/>
              </p14:xfrm>
            </p:contentPart>
          </mc:Choice>
          <mc:Fallback>
            <p:pic>
              <p:nvPicPr>
                <p:cNvPr id="102" name="筆跡 101">
                  <a:extLst>
                    <a:ext uri="{FF2B5EF4-FFF2-40B4-BE49-F238E27FC236}">
                      <a16:creationId xmlns:a16="http://schemas.microsoft.com/office/drawing/2014/main" id="{C3E8926E-FA60-8AF4-0834-CF2058E6E79D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860005" y="4589491"/>
                  <a:ext cx="227520" cy="1369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52377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B7D54-1B5D-F7F1-945A-0EB17EE1F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5C63B7F-B1B4-E33B-C4D2-0893D9B01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8038681"/>
          </a:xfrm>
          <a:prstGeom prst="rect">
            <a:avLst/>
          </a:prstGeom>
        </p:spPr>
      </p:pic>
      <p:sp>
        <p:nvSpPr>
          <p:cNvPr id="61" name="Accent Bar"/>
          <p:cNvSpPr/>
          <p:nvPr/>
        </p:nvSpPr>
        <p:spPr>
          <a:xfrm>
            <a:off x="558800" y="635000"/>
            <a:ext cx="685800" cy="762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Quote Rule"/>
          <p:cNvSpPr/>
          <p:nvPr/>
        </p:nvSpPr>
        <p:spPr>
          <a:xfrm>
            <a:off x="533400" y="4800600"/>
            <a:ext cx="50800" cy="9398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4" name="筆跡 33">
                <a:extLst>
                  <a:ext uri="{FF2B5EF4-FFF2-40B4-BE49-F238E27FC236}">
                    <a16:creationId xmlns:a16="http://schemas.microsoft.com/office/drawing/2014/main" id="{908F9871-17BE-C172-9C0D-9D6F866B3045}"/>
                  </a:ext>
                </a:extLst>
              </p14:cNvPr>
              <p14:cNvContentPartPr/>
              <p14:nvPr/>
            </p14:nvContentPartPr>
            <p14:xfrm>
              <a:off x="1657216" y="5471135"/>
              <a:ext cx="174240" cy="123480"/>
            </p14:xfrm>
          </p:contentPart>
        </mc:Choice>
        <mc:Fallback>
          <p:pic>
            <p:nvPicPr>
              <p:cNvPr id="34" name="筆跡 33">
                <a:extLst>
                  <a:ext uri="{FF2B5EF4-FFF2-40B4-BE49-F238E27FC236}">
                    <a16:creationId xmlns:a16="http://schemas.microsoft.com/office/drawing/2014/main" id="{908F9871-17BE-C172-9C0D-9D6F866B304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51096" y="5465015"/>
                <a:ext cx="18648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5" name="筆跡 84">
                <a:extLst>
                  <a:ext uri="{FF2B5EF4-FFF2-40B4-BE49-F238E27FC236}">
                    <a16:creationId xmlns:a16="http://schemas.microsoft.com/office/drawing/2014/main" id="{F2B11F46-D6DA-E564-EC84-E0002010EB50}"/>
                  </a:ext>
                </a:extLst>
              </p14:cNvPr>
              <p14:cNvContentPartPr/>
              <p14:nvPr/>
            </p14:nvContentPartPr>
            <p14:xfrm>
              <a:off x="1854856" y="4999535"/>
              <a:ext cx="633600" cy="900000"/>
            </p14:xfrm>
          </p:contentPart>
        </mc:Choice>
        <mc:Fallback>
          <p:pic>
            <p:nvPicPr>
              <p:cNvPr id="85" name="筆跡 84">
                <a:extLst>
                  <a:ext uri="{FF2B5EF4-FFF2-40B4-BE49-F238E27FC236}">
                    <a16:creationId xmlns:a16="http://schemas.microsoft.com/office/drawing/2014/main" id="{F2B11F46-D6DA-E564-EC84-E0002010EB5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19216" y="4963535"/>
                <a:ext cx="705240" cy="9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4" name="筆跡 93">
                <a:extLst>
                  <a:ext uri="{FF2B5EF4-FFF2-40B4-BE49-F238E27FC236}">
                    <a16:creationId xmlns:a16="http://schemas.microsoft.com/office/drawing/2014/main" id="{E9294A7C-BD20-F2F0-14F4-109BB7D2A5A2}"/>
                  </a:ext>
                </a:extLst>
              </p14:cNvPr>
              <p14:cNvContentPartPr/>
              <p14:nvPr/>
            </p14:nvContentPartPr>
            <p14:xfrm>
              <a:off x="1665856" y="5786855"/>
              <a:ext cx="1652400" cy="798120"/>
            </p14:xfrm>
          </p:contentPart>
        </mc:Choice>
        <mc:Fallback>
          <p:pic>
            <p:nvPicPr>
              <p:cNvPr id="94" name="筆跡 93">
                <a:extLst>
                  <a:ext uri="{FF2B5EF4-FFF2-40B4-BE49-F238E27FC236}">
                    <a16:creationId xmlns:a16="http://schemas.microsoft.com/office/drawing/2014/main" id="{E9294A7C-BD20-F2F0-14F4-109BB7D2A5A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29856" y="5751215"/>
                <a:ext cx="1724040" cy="86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11" name="筆跡 110">
                <a:extLst>
                  <a:ext uri="{FF2B5EF4-FFF2-40B4-BE49-F238E27FC236}">
                    <a16:creationId xmlns:a16="http://schemas.microsoft.com/office/drawing/2014/main" id="{13C190AA-7778-9BE3-8262-7C013085096D}"/>
                  </a:ext>
                </a:extLst>
              </p14:cNvPr>
              <p14:cNvContentPartPr/>
              <p14:nvPr/>
            </p14:nvContentPartPr>
            <p14:xfrm>
              <a:off x="3664936" y="5932295"/>
              <a:ext cx="358200" cy="45720"/>
            </p14:xfrm>
          </p:contentPart>
        </mc:Choice>
        <mc:Fallback>
          <p:pic>
            <p:nvPicPr>
              <p:cNvPr id="111" name="筆跡 110">
                <a:extLst>
                  <a:ext uri="{FF2B5EF4-FFF2-40B4-BE49-F238E27FC236}">
                    <a16:creationId xmlns:a16="http://schemas.microsoft.com/office/drawing/2014/main" id="{13C190AA-7778-9BE3-8262-7C013085096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629296" y="5896655"/>
                <a:ext cx="42984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27" name="筆跡 126">
                <a:extLst>
                  <a:ext uri="{FF2B5EF4-FFF2-40B4-BE49-F238E27FC236}">
                    <a16:creationId xmlns:a16="http://schemas.microsoft.com/office/drawing/2014/main" id="{104127A6-22D3-C89A-F0BB-DB94800690F3}"/>
                  </a:ext>
                </a:extLst>
              </p14:cNvPr>
              <p14:cNvContentPartPr/>
              <p14:nvPr/>
            </p14:nvContentPartPr>
            <p14:xfrm>
              <a:off x="5750776" y="5653655"/>
              <a:ext cx="642600" cy="1644840"/>
            </p14:xfrm>
          </p:contentPart>
        </mc:Choice>
        <mc:Fallback>
          <p:pic>
            <p:nvPicPr>
              <p:cNvPr id="127" name="筆跡 126">
                <a:extLst>
                  <a:ext uri="{FF2B5EF4-FFF2-40B4-BE49-F238E27FC236}">
                    <a16:creationId xmlns:a16="http://schemas.microsoft.com/office/drawing/2014/main" id="{104127A6-22D3-C89A-F0BB-DB94800690F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714776" y="5617655"/>
                <a:ext cx="714240" cy="171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40" name="筆跡 139">
                <a:extLst>
                  <a:ext uri="{FF2B5EF4-FFF2-40B4-BE49-F238E27FC236}">
                    <a16:creationId xmlns:a16="http://schemas.microsoft.com/office/drawing/2014/main" id="{F7DBB0E4-BDC0-66E4-07BD-44DC20EDA138}"/>
                  </a:ext>
                </a:extLst>
              </p14:cNvPr>
              <p14:cNvContentPartPr/>
              <p14:nvPr/>
            </p14:nvContentPartPr>
            <p14:xfrm>
              <a:off x="5874976" y="6649055"/>
              <a:ext cx="770040" cy="51840"/>
            </p14:xfrm>
          </p:contentPart>
        </mc:Choice>
        <mc:Fallback>
          <p:pic>
            <p:nvPicPr>
              <p:cNvPr id="140" name="筆跡 139">
                <a:extLst>
                  <a:ext uri="{FF2B5EF4-FFF2-40B4-BE49-F238E27FC236}">
                    <a16:creationId xmlns:a16="http://schemas.microsoft.com/office/drawing/2014/main" id="{F7DBB0E4-BDC0-66E4-07BD-44DC20EDA13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838976" y="6613055"/>
                <a:ext cx="84168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45" name="筆跡 144">
                <a:extLst>
                  <a:ext uri="{FF2B5EF4-FFF2-40B4-BE49-F238E27FC236}">
                    <a16:creationId xmlns:a16="http://schemas.microsoft.com/office/drawing/2014/main" id="{8AD0017A-5ADA-500D-E996-2A82D573E8A8}"/>
                  </a:ext>
                </a:extLst>
              </p14:cNvPr>
              <p14:cNvContentPartPr/>
              <p14:nvPr/>
            </p14:nvContentPartPr>
            <p14:xfrm>
              <a:off x="6621976" y="5817095"/>
              <a:ext cx="578880" cy="524880"/>
            </p14:xfrm>
          </p:contentPart>
        </mc:Choice>
        <mc:Fallback>
          <p:pic>
            <p:nvPicPr>
              <p:cNvPr id="145" name="筆跡 144">
                <a:extLst>
                  <a:ext uri="{FF2B5EF4-FFF2-40B4-BE49-F238E27FC236}">
                    <a16:creationId xmlns:a16="http://schemas.microsoft.com/office/drawing/2014/main" id="{8AD0017A-5ADA-500D-E996-2A82D573E8A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585976" y="5781455"/>
                <a:ext cx="650520" cy="59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0" name="群組 149">
            <a:extLst>
              <a:ext uri="{FF2B5EF4-FFF2-40B4-BE49-F238E27FC236}">
                <a16:creationId xmlns:a16="http://schemas.microsoft.com/office/drawing/2014/main" id="{9FFC10E4-59C3-50BD-FC18-9A47B83DCAEC}"/>
              </a:ext>
            </a:extLst>
          </p:cNvPr>
          <p:cNvGrpSpPr/>
          <p:nvPr/>
        </p:nvGrpSpPr>
        <p:grpSpPr>
          <a:xfrm>
            <a:off x="1636696" y="4972535"/>
            <a:ext cx="5575320" cy="2363040"/>
            <a:chOff x="1636696" y="4972535"/>
            <a:chExt cx="5575320" cy="236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4" name="筆跡 3">
                  <a:extLst>
                    <a:ext uri="{FF2B5EF4-FFF2-40B4-BE49-F238E27FC236}">
                      <a16:creationId xmlns:a16="http://schemas.microsoft.com/office/drawing/2014/main" id="{634482EA-1DE9-E5D4-8431-C2DFE9E79B13}"/>
                    </a:ext>
                  </a:extLst>
                </p14:cNvPr>
                <p14:cNvContentPartPr/>
                <p14:nvPr/>
              </p14:nvContentPartPr>
              <p14:xfrm>
                <a:off x="3435256" y="4972535"/>
                <a:ext cx="5760" cy="11520"/>
              </p14:xfrm>
            </p:contentPart>
          </mc:Choice>
          <mc:Fallback>
            <p:pic>
              <p:nvPicPr>
                <p:cNvPr id="4" name="筆跡 3">
                  <a:extLst>
                    <a:ext uri="{FF2B5EF4-FFF2-40B4-BE49-F238E27FC236}">
                      <a16:creationId xmlns:a16="http://schemas.microsoft.com/office/drawing/2014/main" id="{634482EA-1DE9-E5D4-8431-C2DFE9E79B1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424816" y="4962095"/>
                  <a:ext cx="270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5" name="筆跡 4">
                  <a:extLst>
                    <a:ext uri="{FF2B5EF4-FFF2-40B4-BE49-F238E27FC236}">
                      <a16:creationId xmlns:a16="http://schemas.microsoft.com/office/drawing/2014/main" id="{E8CAD7D8-BD05-4AEF-F82E-87368D1D4A09}"/>
                    </a:ext>
                  </a:extLst>
                </p14:cNvPr>
                <p14:cNvContentPartPr/>
                <p14:nvPr/>
              </p14:nvContentPartPr>
              <p14:xfrm>
                <a:off x="3797776" y="6926615"/>
                <a:ext cx="5760" cy="16920"/>
              </p14:xfrm>
            </p:contentPart>
          </mc:Choice>
          <mc:Fallback>
            <p:pic>
              <p:nvPicPr>
                <p:cNvPr id="5" name="筆跡 4">
                  <a:extLst>
                    <a:ext uri="{FF2B5EF4-FFF2-40B4-BE49-F238E27FC236}">
                      <a16:creationId xmlns:a16="http://schemas.microsoft.com/office/drawing/2014/main" id="{E8CAD7D8-BD05-4AEF-F82E-87368D1D4A0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787336" y="6916175"/>
                  <a:ext cx="270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57" name="筆跡 56">
                  <a:extLst>
                    <a:ext uri="{FF2B5EF4-FFF2-40B4-BE49-F238E27FC236}">
                      <a16:creationId xmlns:a16="http://schemas.microsoft.com/office/drawing/2014/main" id="{375645B3-0D8E-21F8-FE25-48729AD0AC3D}"/>
                    </a:ext>
                  </a:extLst>
                </p14:cNvPr>
                <p14:cNvContentPartPr/>
                <p14:nvPr/>
              </p14:nvContentPartPr>
              <p14:xfrm>
                <a:off x="3575296" y="6200855"/>
                <a:ext cx="1405800" cy="12240"/>
              </p14:xfrm>
            </p:contentPart>
          </mc:Choice>
          <mc:Fallback>
            <p:pic>
              <p:nvPicPr>
                <p:cNvPr id="57" name="筆跡 56">
                  <a:extLst>
                    <a:ext uri="{FF2B5EF4-FFF2-40B4-BE49-F238E27FC236}">
                      <a16:creationId xmlns:a16="http://schemas.microsoft.com/office/drawing/2014/main" id="{375645B3-0D8E-21F8-FE25-48729AD0AC3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569176" y="6194735"/>
                  <a:ext cx="14180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58" name="筆跡 57">
                  <a:extLst>
                    <a:ext uri="{FF2B5EF4-FFF2-40B4-BE49-F238E27FC236}">
                      <a16:creationId xmlns:a16="http://schemas.microsoft.com/office/drawing/2014/main" id="{15052F3D-0DBC-71A8-DE10-4A5DDD4236D1}"/>
                    </a:ext>
                  </a:extLst>
                </p14:cNvPr>
                <p14:cNvContentPartPr/>
                <p14:nvPr/>
              </p14:nvContentPartPr>
              <p14:xfrm>
                <a:off x="5108896" y="5983415"/>
                <a:ext cx="180360" cy="328320"/>
              </p14:xfrm>
            </p:contentPart>
          </mc:Choice>
          <mc:Fallback>
            <p:pic>
              <p:nvPicPr>
                <p:cNvPr id="58" name="筆跡 57">
                  <a:extLst>
                    <a:ext uri="{FF2B5EF4-FFF2-40B4-BE49-F238E27FC236}">
                      <a16:creationId xmlns:a16="http://schemas.microsoft.com/office/drawing/2014/main" id="{15052F3D-0DBC-71A8-DE10-4A5DDD4236D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102776" y="5977295"/>
                  <a:ext cx="19260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59" name="筆跡 58">
                  <a:extLst>
                    <a:ext uri="{FF2B5EF4-FFF2-40B4-BE49-F238E27FC236}">
                      <a16:creationId xmlns:a16="http://schemas.microsoft.com/office/drawing/2014/main" id="{719F0BBA-38DA-9C5A-4CAA-B63593ADA9B4}"/>
                    </a:ext>
                  </a:extLst>
                </p14:cNvPr>
                <p14:cNvContentPartPr/>
                <p14:nvPr/>
              </p14:nvContentPartPr>
              <p14:xfrm>
                <a:off x="5249656" y="6067295"/>
                <a:ext cx="250200" cy="131040"/>
              </p14:xfrm>
            </p:contentPart>
          </mc:Choice>
          <mc:Fallback>
            <p:pic>
              <p:nvPicPr>
                <p:cNvPr id="59" name="筆跡 58">
                  <a:extLst>
                    <a:ext uri="{FF2B5EF4-FFF2-40B4-BE49-F238E27FC236}">
                      <a16:creationId xmlns:a16="http://schemas.microsoft.com/office/drawing/2014/main" id="{719F0BBA-38DA-9C5A-4CAA-B63593ADA9B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243536" y="6061175"/>
                  <a:ext cx="2624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60" name="筆跡 59">
                  <a:extLst>
                    <a:ext uri="{FF2B5EF4-FFF2-40B4-BE49-F238E27FC236}">
                      <a16:creationId xmlns:a16="http://schemas.microsoft.com/office/drawing/2014/main" id="{708A1FF6-0F88-40D6-1F99-14214E655B3A}"/>
                    </a:ext>
                  </a:extLst>
                </p14:cNvPr>
                <p14:cNvContentPartPr/>
                <p14:nvPr/>
              </p14:nvContentPartPr>
              <p14:xfrm>
                <a:off x="5300416" y="6251975"/>
                <a:ext cx="586080" cy="40320"/>
              </p14:xfrm>
            </p:contentPart>
          </mc:Choice>
          <mc:Fallback>
            <p:pic>
              <p:nvPicPr>
                <p:cNvPr id="60" name="筆跡 59">
                  <a:extLst>
                    <a:ext uri="{FF2B5EF4-FFF2-40B4-BE49-F238E27FC236}">
                      <a16:creationId xmlns:a16="http://schemas.microsoft.com/office/drawing/2014/main" id="{708A1FF6-0F88-40D6-1F99-14214E655B3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294296" y="6245855"/>
                  <a:ext cx="5983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62" name="筆跡 61">
                  <a:extLst>
                    <a:ext uri="{FF2B5EF4-FFF2-40B4-BE49-F238E27FC236}">
                      <a16:creationId xmlns:a16="http://schemas.microsoft.com/office/drawing/2014/main" id="{E914E8E9-4440-333A-F3D3-B8827874D404}"/>
                    </a:ext>
                  </a:extLst>
                </p14:cNvPr>
                <p14:cNvContentPartPr/>
                <p14:nvPr/>
              </p14:nvContentPartPr>
              <p14:xfrm>
                <a:off x="5815936" y="5626655"/>
                <a:ext cx="573120" cy="1704960"/>
              </p14:xfrm>
            </p:contentPart>
          </mc:Choice>
          <mc:Fallback>
            <p:pic>
              <p:nvPicPr>
                <p:cNvPr id="62" name="筆跡 61">
                  <a:extLst>
                    <a:ext uri="{FF2B5EF4-FFF2-40B4-BE49-F238E27FC236}">
                      <a16:creationId xmlns:a16="http://schemas.microsoft.com/office/drawing/2014/main" id="{E914E8E9-4440-333A-F3D3-B8827874D40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809816" y="5620535"/>
                  <a:ext cx="585360" cy="171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66" name="筆跡 65">
                  <a:extLst>
                    <a:ext uri="{FF2B5EF4-FFF2-40B4-BE49-F238E27FC236}">
                      <a16:creationId xmlns:a16="http://schemas.microsoft.com/office/drawing/2014/main" id="{64BEB30C-B347-CB07-5EA9-4838152FD3DD}"/>
                    </a:ext>
                  </a:extLst>
                </p14:cNvPr>
                <p14:cNvContentPartPr/>
                <p14:nvPr/>
              </p14:nvContentPartPr>
              <p14:xfrm>
                <a:off x="5865616" y="5974775"/>
                <a:ext cx="132120" cy="1189440"/>
              </p14:xfrm>
            </p:contentPart>
          </mc:Choice>
          <mc:Fallback>
            <p:pic>
              <p:nvPicPr>
                <p:cNvPr id="66" name="筆跡 65">
                  <a:extLst>
                    <a:ext uri="{FF2B5EF4-FFF2-40B4-BE49-F238E27FC236}">
                      <a16:creationId xmlns:a16="http://schemas.microsoft.com/office/drawing/2014/main" id="{64BEB30C-B347-CB07-5EA9-4838152FD3D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859496" y="5968655"/>
                  <a:ext cx="144360" cy="12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69" name="筆跡 68">
                  <a:extLst>
                    <a:ext uri="{FF2B5EF4-FFF2-40B4-BE49-F238E27FC236}">
                      <a16:creationId xmlns:a16="http://schemas.microsoft.com/office/drawing/2014/main" id="{45DC47D2-19C3-4DBB-23F0-6EDB4EA10392}"/>
                    </a:ext>
                  </a:extLst>
                </p14:cNvPr>
                <p14:cNvContentPartPr/>
                <p14:nvPr/>
              </p14:nvContentPartPr>
              <p14:xfrm>
                <a:off x="5862736" y="6204455"/>
                <a:ext cx="803880" cy="31680"/>
              </p14:xfrm>
            </p:contentPart>
          </mc:Choice>
          <mc:Fallback>
            <p:pic>
              <p:nvPicPr>
                <p:cNvPr id="69" name="筆跡 68">
                  <a:extLst>
                    <a:ext uri="{FF2B5EF4-FFF2-40B4-BE49-F238E27FC236}">
                      <a16:creationId xmlns:a16="http://schemas.microsoft.com/office/drawing/2014/main" id="{45DC47D2-19C3-4DBB-23F0-6EDB4EA1039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856616" y="6198335"/>
                  <a:ext cx="8161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72" name="筆跡 71">
                  <a:extLst>
                    <a:ext uri="{FF2B5EF4-FFF2-40B4-BE49-F238E27FC236}">
                      <a16:creationId xmlns:a16="http://schemas.microsoft.com/office/drawing/2014/main" id="{55601B4B-89FF-C63B-8CBF-EA535587429C}"/>
                    </a:ext>
                  </a:extLst>
                </p14:cNvPr>
                <p14:cNvContentPartPr/>
                <p14:nvPr/>
              </p14:nvContentPartPr>
              <p14:xfrm>
                <a:off x="5919976" y="6642575"/>
                <a:ext cx="766800" cy="37800"/>
              </p14:xfrm>
            </p:contentPart>
          </mc:Choice>
          <mc:Fallback>
            <p:pic>
              <p:nvPicPr>
                <p:cNvPr id="72" name="筆跡 71">
                  <a:extLst>
                    <a:ext uri="{FF2B5EF4-FFF2-40B4-BE49-F238E27FC236}">
                      <a16:creationId xmlns:a16="http://schemas.microsoft.com/office/drawing/2014/main" id="{55601B4B-89FF-C63B-8CBF-EA535587429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913856" y="6636455"/>
                  <a:ext cx="7790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75" name="筆跡 74">
                  <a:extLst>
                    <a:ext uri="{FF2B5EF4-FFF2-40B4-BE49-F238E27FC236}">
                      <a16:creationId xmlns:a16="http://schemas.microsoft.com/office/drawing/2014/main" id="{7B089CEC-B658-9214-7319-B78F53D90586}"/>
                    </a:ext>
                  </a:extLst>
                </p14:cNvPr>
                <p14:cNvContentPartPr/>
                <p14:nvPr/>
              </p14:nvContentPartPr>
              <p14:xfrm>
                <a:off x="6632776" y="5800535"/>
                <a:ext cx="579240" cy="491040"/>
              </p14:xfrm>
            </p:contentPart>
          </mc:Choice>
          <mc:Fallback>
            <p:pic>
              <p:nvPicPr>
                <p:cNvPr id="75" name="筆跡 74">
                  <a:extLst>
                    <a:ext uri="{FF2B5EF4-FFF2-40B4-BE49-F238E27FC236}">
                      <a16:creationId xmlns:a16="http://schemas.microsoft.com/office/drawing/2014/main" id="{7B089CEC-B658-9214-7319-B78F53D9058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626656" y="5794415"/>
                  <a:ext cx="59148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78" name="筆跡 77">
                  <a:extLst>
                    <a:ext uri="{FF2B5EF4-FFF2-40B4-BE49-F238E27FC236}">
                      <a16:creationId xmlns:a16="http://schemas.microsoft.com/office/drawing/2014/main" id="{FA8398B1-1974-6102-D68E-CE8A67504822}"/>
                    </a:ext>
                  </a:extLst>
                </p14:cNvPr>
                <p14:cNvContentPartPr/>
                <p14:nvPr/>
              </p14:nvContentPartPr>
              <p14:xfrm>
                <a:off x="6798016" y="5992775"/>
                <a:ext cx="65520" cy="1342800"/>
              </p14:xfrm>
            </p:contentPart>
          </mc:Choice>
          <mc:Fallback>
            <p:pic>
              <p:nvPicPr>
                <p:cNvPr id="78" name="筆跡 77">
                  <a:extLst>
                    <a:ext uri="{FF2B5EF4-FFF2-40B4-BE49-F238E27FC236}">
                      <a16:creationId xmlns:a16="http://schemas.microsoft.com/office/drawing/2014/main" id="{FA8398B1-1974-6102-D68E-CE8A6750482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791896" y="5986655"/>
                  <a:ext cx="77760" cy="13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7" name="筆跡 36">
                  <a:extLst>
                    <a:ext uri="{FF2B5EF4-FFF2-40B4-BE49-F238E27FC236}">
                      <a16:creationId xmlns:a16="http://schemas.microsoft.com/office/drawing/2014/main" id="{0A4D7738-55E0-CCF4-62E3-05CE16DE8EF9}"/>
                    </a:ext>
                  </a:extLst>
                </p14:cNvPr>
                <p14:cNvContentPartPr/>
                <p14:nvPr/>
              </p14:nvContentPartPr>
              <p14:xfrm>
                <a:off x="1636696" y="5752295"/>
                <a:ext cx="1567800" cy="758880"/>
              </p14:xfrm>
            </p:contentPart>
          </mc:Choice>
          <mc:Fallback>
            <p:pic>
              <p:nvPicPr>
                <p:cNvPr id="37" name="筆跡 36">
                  <a:extLst>
                    <a:ext uri="{FF2B5EF4-FFF2-40B4-BE49-F238E27FC236}">
                      <a16:creationId xmlns:a16="http://schemas.microsoft.com/office/drawing/2014/main" id="{0A4D7738-55E0-CCF4-62E3-05CE16DE8EF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630576" y="5746175"/>
                  <a:ext cx="1580040" cy="77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0" name="筆跡 39">
                  <a:extLst>
                    <a:ext uri="{FF2B5EF4-FFF2-40B4-BE49-F238E27FC236}">
                      <a16:creationId xmlns:a16="http://schemas.microsoft.com/office/drawing/2014/main" id="{D3915A59-FA16-6394-B5AF-C05CD391EAC5}"/>
                    </a:ext>
                  </a:extLst>
                </p14:cNvPr>
                <p14:cNvContentPartPr/>
                <p14:nvPr/>
              </p14:nvContentPartPr>
              <p14:xfrm>
                <a:off x="3267856" y="5503895"/>
                <a:ext cx="924840" cy="71280"/>
              </p14:xfrm>
            </p:contentPart>
          </mc:Choice>
          <mc:Fallback>
            <p:pic>
              <p:nvPicPr>
                <p:cNvPr id="40" name="筆跡 39">
                  <a:extLst>
                    <a:ext uri="{FF2B5EF4-FFF2-40B4-BE49-F238E27FC236}">
                      <a16:creationId xmlns:a16="http://schemas.microsoft.com/office/drawing/2014/main" id="{D3915A59-FA16-6394-B5AF-C05CD391EAC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261736" y="5497775"/>
                  <a:ext cx="9370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1" name="筆跡 40">
                  <a:extLst>
                    <a:ext uri="{FF2B5EF4-FFF2-40B4-BE49-F238E27FC236}">
                      <a16:creationId xmlns:a16="http://schemas.microsoft.com/office/drawing/2014/main" id="{4489FA71-B807-9BA9-A725-AB74CF39CB81}"/>
                    </a:ext>
                  </a:extLst>
                </p14:cNvPr>
                <p14:cNvContentPartPr/>
                <p14:nvPr/>
              </p14:nvContentPartPr>
              <p14:xfrm>
                <a:off x="3197656" y="5357375"/>
                <a:ext cx="465480" cy="569880"/>
              </p14:xfrm>
            </p:contentPart>
          </mc:Choice>
          <mc:Fallback>
            <p:pic>
              <p:nvPicPr>
                <p:cNvPr id="41" name="筆跡 40">
                  <a:extLst>
                    <a:ext uri="{FF2B5EF4-FFF2-40B4-BE49-F238E27FC236}">
                      <a16:creationId xmlns:a16="http://schemas.microsoft.com/office/drawing/2014/main" id="{4489FA71-B807-9BA9-A725-AB74CF39CB8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191536" y="5351255"/>
                  <a:ext cx="477720" cy="58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4" name="筆跡 43">
                  <a:extLst>
                    <a:ext uri="{FF2B5EF4-FFF2-40B4-BE49-F238E27FC236}">
                      <a16:creationId xmlns:a16="http://schemas.microsoft.com/office/drawing/2014/main" id="{ABEDBB42-1F22-C3E6-0547-FB9955D3EBFF}"/>
                    </a:ext>
                  </a:extLst>
                </p14:cNvPr>
                <p14:cNvContentPartPr/>
                <p14:nvPr/>
              </p14:nvContentPartPr>
              <p14:xfrm>
                <a:off x="3496456" y="5882255"/>
                <a:ext cx="27360" cy="308880"/>
              </p14:xfrm>
            </p:contentPart>
          </mc:Choice>
          <mc:Fallback>
            <p:pic>
              <p:nvPicPr>
                <p:cNvPr id="44" name="筆跡 43">
                  <a:extLst>
                    <a:ext uri="{FF2B5EF4-FFF2-40B4-BE49-F238E27FC236}">
                      <a16:creationId xmlns:a16="http://schemas.microsoft.com/office/drawing/2014/main" id="{ABEDBB42-1F22-C3E6-0547-FB9955D3EBF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490336" y="5876135"/>
                  <a:ext cx="3960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8" name="筆跡 47">
                  <a:extLst>
                    <a:ext uri="{FF2B5EF4-FFF2-40B4-BE49-F238E27FC236}">
                      <a16:creationId xmlns:a16="http://schemas.microsoft.com/office/drawing/2014/main" id="{EC1E2E8D-CC8D-FC3B-57A2-F6C065C8A55C}"/>
                    </a:ext>
                  </a:extLst>
                </p14:cNvPr>
                <p14:cNvContentPartPr/>
                <p14:nvPr/>
              </p14:nvContentPartPr>
              <p14:xfrm>
                <a:off x="3614536" y="5920055"/>
                <a:ext cx="344880" cy="20520"/>
              </p14:xfrm>
            </p:contentPart>
          </mc:Choice>
          <mc:Fallback>
            <p:pic>
              <p:nvPicPr>
                <p:cNvPr id="48" name="筆跡 47">
                  <a:extLst>
                    <a:ext uri="{FF2B5EF4-FFF2-40B4-BE49-F238E27FC236}">
                      <a16:creationId xmlns:a16="http://schemas.microsoft.com/office/drawing/2014/main" id="{EC1E2E8D-CC8D-FC3B-57A2-F6C065C8A55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608416" y="5913935"/>
                  <a:ext cx="3571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1" name="筆跡 50">
                  <a:extLst>
                    <a:ext uri="{FF2B5EF4-FFF2-40B4-BE49-F238E27FC236}">
                      <a16:creationId xmlns:a16="http://schemas.microsoft.com/office/drawing/2014/main" id="{9FD0B6AC-8B7F-0A59-D9D0-87F778CAED14}"/>
                    </a:ext>
                  </a:extLst>
                </p14:cNvPr>
                <p14:cNvContentPartPr/>
                <p14:nvPr/>
              </p14:nvContentPartPr>
              <p14:xfrm>
                <a:off x="3788056" y="5823935"/>
                <a:ext cx="21960" cy="318240"/>
              </p14:xfrm>
            </p:contentPart>
          </mc:Choice>
          <mc:Fallback>
            <p:pic>
              <p:nvPicPr>
                <p:cNvPr id="51" name="筆跡 50">
                  <a:extLst>
                    <a:ext uri="{FF2B5EF4-FFF2-40B4-BE49-F238E27FC236}">
                      <a16:creationId xmlns:a16="http://schemas.microsoft.com/office/drawing/2014/main" id="{9FD0B6AC-8B7F-0A59-D9D0-87F778CAED1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781936" y="5817815"/>
                  <a:ext cx="342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11" name="筆跡 10">
                  <a:extLst>
                    <a:ext uri="{FF2B5EF4-FFF2-40B4-BE49-F238E27FC236}">
                      <a16:creationId xmlns:a16="http://schemas.microsoft.com/office/drawing/2014/main" id="{C2806549-B769-D9D6-771F-09856B3B3F09}"/>
                    </a:ext>
                  </a:extLst>
                </p14:cNvPr>
                <p14:cNvContentPartPr/>
                <p14:nvPr/>
              </p14:nvContentPartPr>
              <p14:xfrm>
                <a:off x="1947016" y="5058575"/>
                <a:ext cx="397080" cy="868320"/>
              </p14:xfrm>
            </p:contentPart>
          </mc:Choice>
          <mc:Fallback>
            <p:pic>
              <p:nvPicPr>
                <p:cNvPr id="11" name="筆跡 10">
                  <a:extLst>
                    <a:ext uri="{FF2B5EF4-FFF2-40B4-BE49-F238E27FC236}">
                      <a16:creationId xmlns:a16="http://schemas.microsoft.com/office/drawing/2014/main" id="{C2806549-B769-D9D6-771F-09856B3B3F0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936576" y="5047775"/>
                  <a:ext cx="418320" cy="88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12" name="筆跡 11">
                  <a:extLst>
                    <a:ext uri="{FF2B5EF4-FFF2-40B4-BE49-F238E27FC236}">
                      <a16:creationId xmlns:a16="http://schemas.microsoft.com/office/drawing/2014/main" id="{C6409616-DA31-9DD1-7501-A8062EDF323B}"/>
                    </a:ext>
                  </a:extLst>
                </p14:cNvPr>
                <p14:cNvContentPartPr/>
                <p14:nvPr/>
              </p14:nvContentPartPr>
              <p14:xfrm>
                <a:off x="2033776" y="6067295"/>
                <a:ext cx="464400" cy="287640"/>
              </p14:xfrm>
            </p:contentPart>
          </mc:Choice>
          <mc:Fallback>
            <p:pic>
              <p:nvPicPr>
                <p:cNvPr id="12" name="筆跡 11">
                  <a:extLst>
                    <a:ext uri="{FF2B5EF4-FFF2-40B4-BE49-F238E27FC236}">
                      <a16:creationId xmlns:a16="http://schemas.microsoft.com/office/drawing/2014/main" id="{C6409616-DA31-9DD1-7501-A8062EDF323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023336" y="6056495"/>
                  <a:ext cx="48564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88" name="筆跡 87">
                  <a:extLst>
                    <a:ext uri="{FF2B5EF4-FFF2-40B4-BE49-F238E27FC236}">
                      <a16:creationId xmlns:a16="http://schemas.microsoft.com/office/drawing/2014/main" id="{A3ED9CFE-B8F5-DF80-7BE9-7CEDEDCFA75A}"/>
                    </a:ext>
                  </a:extLst>
                </p14:cNvPr>
                <p14:cNvContentPartPr/>
                <p14:nvPr/>
              </p14:nvContentPartPr>
              <p14:xfrm>
                <a:off x="2089936" y="6098615"/>
                <a:ext cx="416520" cy="185400"/>
              </p14:xfrm>
            </p:contentPart>
          </mc:Choice>
          <mc:Fallback>
            <p:pic>
              <p:nvPicPr>
                <p:cNvPr id="88" name="筆跡 87">
                  <a:extLst>
                    <a:ext uri="{FF2B5EF4-FFF2-40B4-BE49-F238E27FC236}">
                      <a16:creationId xmlns:a16="http://schemas.microsoft.com/office/drawing/2014/main" id="{A3ED9CFE-B8F5-DF80-7BE9-7CEDEDCFA75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054296" y="6062615"/>
                  <a:ext cx="48816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89" name="筆跡 88">
                  <a:extLst>
                    <a:ext uri="{FF2B5EF4-FFF2-40B4-BE49-F238E27FC236}">
                      <a16:creationId xmlns:a16="http://schemas.microsoft.com/office/drawing/2014/main" id="{F71A65DA-E57B-9C0E-07A5-4E9302D8E357}"/>
                    </a:ext>
                  </a:extLst>
                </p14:cNvPr>
                <p14:cNvContentPartPr/>
                <p14:nvPr/>
              </p14:nvContentPartPr>
              <p14:xfrm>
                <a:off x="2263456" y="6256295"/>
                <a:ext cx="387360" cy="86040"/>
              </p14:xfrm>
            </p:contentPart>
          </mc:Choice>
          <mc:Fallback>
            <p:pic>
              <p:nvPicPr>
                <p:cNvPr id="89" name="筆跡 88">
                  <a:extLst>
                    <a:ext uri="{FF2B5EF4-FFF2-40B4-BE49-F238E27FC236}">
                      <a16:creationId xmlns:a16="http://schemas.microsoft.com/office/drawing/2014/main" id="{F71A65DA-E57B-9C0E-07A5-4E9302D8E35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227456" y="6220655"/>
                  <a:ext cx="4590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92" name="筆跡 91">
                  <a:extLst>
                    <a:ext uri="{FF2B5EF4-FFF2-40B4-BE49-F238E27FC236}">
                      <a16:creationId xmlns:a16="http://schemas.microsoft.com/office/drawing/2014/main" id="{4A77C7F2-8FB0-C04A-C31B-9C86F94A4144}"/>
                    </a:ext>
                  </a:extLst>
                </p14:cNvPr>
                <p14:cNvContentPartPr/>
                <p14:nvPr/>
              </p14:nvContentPartPr>
              <p14:xfrm>
                <a:off x="1637776" y="5481575"/>
                <a:ext cx="286920" cy="200160"/>
              </p14:xfrm>
            </p:contentPart>
          </mc:Choice>
          <mc:Fallback>
            <p:pic>
              <p:nvPicPr>
                <p:cNvPr id="92" name="筆跡 91">
                  <a:extLst>
                    <a:ext uri="{FF2B5EF4-FFF2-40B4-BE49-F238E27FC236}">
                      <a16:creationId xmlns:a16="http://schemas.microsoft.com/office/drawing/2014/main" id="{4A77C7F2-8FB0-C04A-C31B-9C86F94A414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601776" y="5445575"/>
                  <a:ext cx="3585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93" name="筆跡 92">
                  <a:extLst>
                    <a:ext uri="{FF2B5EF4-FFF2-40B4-BE49-F238E27FC236}">
                      <a16:creationId xmlns:a16="http://schemas.microsoft.com/office/drawing/2014/main" id="{97E3BAEF-515E-20C9-2CC2-49B909C2AEE2}"/>
                    </a:ext>
                  </a:extLst>
                </p14:cNvPr>
                <p14:cNvContentPartPr/>
                <p14:nvPr/>
              </p14:nvContentPartPr>
              <p14:xfrm>
                <a:off x="1644616" y="5828975"/>
                <a:ext cx="217080" cy="44280"/>
              </p14:xfrm>
            </p:contentPart>
          </mc:Choice>
          <mc:Fallback>
            <p:pic>
              <p:nvPicPr>
                <p:cNvPr id="93" name="筆跡 92">
                  <a:extLst>
                    <a:ext uri="{FF2B5EF4-FFF2-40B4-BE49-F238E27FC236}">
                      <a16:creationId xmlns:a16="http://schemas.microsoft.com/office/drawing/2014/main" id="{97E3BAEF-515E-20C9-2CC2-49B909C2AEE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608616" y="5792975"/>
                  <a:ext cx="2887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00" name="筆跡 99">
                  <a:extLst>
                    <a:ext uri="{FF2B5EF4-FFF2-40B4-BE49-F238E27FC236}">
                      <a16:creationId xmlns:a16="http://schemas.microsoft.com/office/drawing/2014/main" id="{7BE8528B-125B-BD7D-811A-1BCD73D5DD9F}"/>
                    </a:ext>
                  </a:extLst>
                </p14:cNvPr>
                <p14:cNvContentPartPr/>
                <p14:nvPr/>
              </p14:nvContentPartPr>
              <p14:xfrm>
                <a:off x="3294136" y="5547095"/>
                <a:ext cx="856800" cy="63360"/>
              </p14:xfrm>
            </p:contentPart>
          </mc:Choice>
          <mc:Fallback>
            <p:pic>
              <p:nvPicPr>
                <p:cNvPr id="100" name="筆跡 99">
                  <a:extLst>
                    <a:ext uri="{FF2B5EF4-FFF2-40B4-BE49-F238E27FC236}">
                      <a16:creationId xmlns:a16="http://schemas.microsoft.com/office/drawing/2014/main" id="{7BE8528B-125B-BD7D-811A-1BCD73D5DD9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258496" y="5511095"/>
                  <a:ext cx="9284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03" name="筆跡 102">
                  <a:extLst>
                    <a:ext uri="{FF2B5EF4-FFF2-40B4-BE49-F238E27FC236}">
                      <a16:creationId xmlns:a16="http://schemas.microsoft.com/office/drawing/2014/main" id="{940FBE21-CF0D-B96B-D782-526EE8139A49}"/>
                    </a:ext>
                  </a:extLst>
                </p14:cNvPr>
                <p14:cNvContentPartPr/>
                <p14:nvPr/>
              </p14:nvContentPartPr>
              <p14:xfrm>
                <a:off x="3191536" y="5307695"/>
                <a:ext cx="480600" cy="591840"/>
              </p14:xfrm>
            </p:contentPart>
          </mc:Choice>
          <mc:Fallback>
            <p:pic>
              <p:nvPicPr>
                <p:cNvPr id="103" name="筆跡 102">
                  <a:extLst>
                    <a:ext uri="{FF2B5EF4-FFF2-40B4-BE49-F238E27FC236}">
                      <a16:creationId xmlns:a16="http://schemas.microsoft.com/office/drawing/2014/main" id="{940FBE21-CF0D-B96B-D782-526EE8139A4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155896" y="5272055"/>
                  <a:ext cx="552240" cy="66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06" name="筆跡 105">
                  <a:extLst>
                    <a:ext uri="{FF2B5EF4-FFF2-40B4-BE49-F238E27FC236}">
                      <a16:creationId xmlns:a16="http://schemas.microsoft.com/office/drawing/2014/main" id="{9CDE1277-4432-4F68-C12A-76397623364A}"/>
                    </a:ext>
                  </a:extLst>
                </p14:cNvPr>
                <p14:cNvContentPartPr/>
                <p14:nvPr/>
              </p14:nvContentPartPr>
              <p14:xfrm>
                <a:off x="3417256" y="5857415"/>
                <a:ext cx="83520" cy="376200"/>
              </p14:xfrm>
            </p:contentPart>
          </mc:Choice>
          <mc:Fallback>
            <p:pic>
              <p:nvPicPr>
                <p:cNvPr id="106" name="筆跡 105">
                  <a:extLst>
                    <a:ext uri="{FF2B5EF4-FFF2-40B4-BE49-F238E27FC236}">
                      <a16:creationId xmlns:a16="http://schemas.microsoft.com/office/drawing/2014/main" id="{9CDE1277-4432-4F68-C12A-76397623364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381616" y="5821415"/>
                  <a:ext cx="15516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15" name="筆跡 114">
                  <a:extLst>
                    <a:ext uri="{FF2B5EF4-FFF2-40B4-BE49-F238E27FC236}">
                      <a16:creationId xmlns:a16="http://schemas.microsoft.com/office/drawing/2014/main" id="{49F523F8-5634-13D2-5C31-AE212F0B9F47}"/>
                    </a:ext>
                  </a:extLst>
                </p14:cNvPr>
                <p14:cNvContentPartPr/>
                <p14:nvPr/>
              </p14:nvContentPartPr>
              <p14:xfrm>
                <a:off x="3608416" y="6208775"/>
                <a:ext cx="1354320" cy="14040"/>
              </p14:xfrm>
            </p:contentPart>
          </mc:Choice>
          <mc:Fallback>
            <p:pic>
              <p:nvPicPr>
                <p:cNvPr id="115" name="筆跡 114">
                  <a:extLst>
                    <a:ext uri="{FF2B5EF4-FFF2-40B4-BE49-F238E27FC236}">
                      <a16:creationId xmlns:a16="http://schemas.microsoft.com/office/drawing/2014/main" id="{49F523F8-5634-13D2-5C31-AE212F0B9F4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572776" y="6173135"/>
                  <a:ext cx="14259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18" name="筆跡 117">
                  <a:extLst>
                    <a:ext uri="{FF2B5EF4-FFF2-40B4-BE49-F238E27FC236}">
                      <a16:creationId xmlns:a16="http://schemas.microsoft.com/office/drawing/2014/main" id="{DAB25897-9E1D-A1FE-23B1-8E5F972F7C80}"/>
                    </a:ext>
                  </a:extLst>
                </p14:cNvPr>
                <p14:cNvContentPartPr/>
                <p14:nvPr/>
              </p14:nvContentPartPr>
              <p14:xfrm>
                <a:off x="3760696" y="5832575"/>
                <a:ext cx="83880" cy="354960"/>
              </p14:xfrm>
            </p:contentPart>
          </mc:Choice>
          <mc:Fallback>
            <p:pic>
              <p:nvPicPr>
                <p:cNvPr id="118" name="筆跡 117">
                  <a:extLst>
                    <a:ext uri="{FF2B5EF4-FFF2-40B4-BE49-F238E27FC236}">
                      <a16:creationId xmlns:a16="http://schemas.microsoft.com/office/drawing/2014/main" id="{DAB25897-9E1D-A1FE-23B1-8E5F972F7C8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724696" y="5796935"/>
                  <a:ext cx="15552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21" name="筆跡 120">
                  <a:extLst>
                    <a:ext uri="{FF2B5EF4-FFF2-40B4-BE49-F238E27FC236}">
                      <a16:creationId xmlns:a16="http://schemas.microsoft.com/office/drawing/2014/main" id="{1ABB84C1-6A71-D9C1-EB37-E8FBCE92C817}"/>
                    </a:ext>
                  </a:extLst>
                </p14:cNvPr>
                <p14:cNvContentPartPr/>
                <p14:nvPr/>
              </p14:nvContentPartPr>
              <p14:xfrm>
                <a:off x="5112856" y="6024095"/>
                <a:ext cx="482400" cy="226800"/>
              </p14:xfrm>
            </p:contentPart>
          </mc:Choice>
          <mc:Fallback>
            <p:pic>
              <p:nvPicPr>
                <p:cNvPr id="121" name="筆跡 120">
                  <a:extLst>
                    <a:ext uri="{FF2B5EF4-FFF2-40B4-BE49-F238E27FC236}">
                      <a16:creationId xmlns:a16="http://schemas.microsoft.com/office/drawing/2014/main" id="{1ABB84C1-6A71-D9C1-EB37-E8FBCE92C817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076856" y="5988095"/>
                  <a:ext cx="5540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22" name="筆跡 121">
                  <a:extLst>
                    <a:ext uri="{FF2B5EF4-FFF2-40B4-BE49-F238E27FC236}">
                      <a16:creationId xmlns:a16="http://schemas.microsoft.com/office/drawing/2014/main" id="{EA8FB7B7-7658-C2FA-5F4B-0789EDCE35C4}"/>
                    </a:ext>
                  </a:extLst>
                </p14:cNvPr>
                <p14:cNvContentPartPr/>
                <p14:nvPr/>
              </p14:nvContentPartPr>
              <p14:xfrm>
                <a:off x="5323456" y="6286535"/>
                <a:ext cx="420120" cy="20160"/>
              </p14:xfrm>
            </p:contentPart>
          </mc:Choice>
          <mc:Fallback>
            <p:pic>
              <p:nvPicPr>
                <p:cNvPr id="122" name="筆跡 121">
                  <a:extLst>
                    <a:ext uri="{FF2B5EF4-FFF2-40B4-BE49-F238E27FC236}">
                      <a16:creationId xmlns:a16="http://schemas.microsoft.com/office/drawing/2014/main" id="{EA8FB7B7-7658-C2FA-5F4B-0789EDCE35C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287456" y="6250535"/>
                  <a:ext cx="4917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30" name="筆跡 129">
                  <a:extLst>
                    <a:ext uri="{FF2B5EF4-FFF2-40B4-BE49-F238E27FC236}">
                      <a16:creationId xmlns:a16="http://schemas.microsoft.com/office/drawing/2014/main" id="{CADB9D0D-7FE8-DEE6-9C4C-6A0F961961C9}"/>
                    </a:ext>
                  </a:extLst>
                </p14:cNvPr>
                <p14:cNvContentPartPr/>
                <p14:nvPr/>
              </p14:nvContentPartPr>
              <p14:xfrm>
                <a:off x="5521816" y="5915375"/>
                <a:ext cx="493560" cy="1294200"/>
              </p14:xfrm>
            </p:contentPart>
          </mc:Choice>
          <mc:Fallback>
            <p:pic>
              <p:nvPicPr>
                <p:cNvPr id="130" name="筆跡 129">
                  <a:extLst>
                    <a:ext uri="{FF2B5EF4-FFF2-40B4-BE49-F238E27FC236}">
                      <a16:creationId xmlns:a16="http://schemas.microsoft.com/office/drawing/2014/main" id="{CADB9D0D-7FE8-DEE6-9C4C-6A0F961961C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485816" y="5879735"/>
                  <a:ext cx="565200" cy="13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33" name="筆跡 132">
                  <a:extLst>
                    <a:ext uri="{FF2B5EF4-FFF2-40B4-BE49-F238E27FC236}">
                      <a16:creationId xmlns:a16="http://schemas.microsoft.com/office/drawing/2014/main" id="{9634A1DF-ADF7-A36E-161C-650BA7E60F59}"/>
                    </a:ext>
                  </a:extLst>
                </p14:cNvPr>
                <p14:cNvContentPartPr/>
                <p14:nvPr/>
              </p14:nvContentPartPr>
              <p14:xfrm>
                <a:off x="5754736" y="6165935"/>
                <a:ext cx="1001160" cy="130680"/>
              </p14:xfrm>
            </p:contentPart>
          </mc:Choice>
          <mc:Fallback>
            <p:pic>
              <p:nvPicPr>
                <p:cNvPr id="133" name="筆跡 132">
                  <a:extLst>
                    <a:ext uri="{FF2B5EF4-FFF2-40B4-BE49-F238E27FC236}">
                      <a16:creationId xmlns:a16="http://schemas.microsoft.com/office/drawing/2014/main" id="{9634A1DF-ADF7-A36E-161C-650BA7E60F5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718736" y="6129935"/>
                  <a:ext cx="10728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48" name="筆跡 147">
                  <a:extLst>
                    <a:ext uri="{FF2B5EF4-FFF2-40B4-BE49-F238E27FC236}">
                      <a16:creationId xmlns:a16="http://schemas.microsoft.com/office/drawing/2014/main" id="{1BF623EB-BAF9-2C82-5BEC-43BFE85DECED}"/>
                    </a:ext>
                  </a:extLst>
                </p14:cNvPr>
                <p14:cNvContentPartPr/>
                <p14:nvPr/>
              </p14:nvContentPartPr>
              <p14:xfrm>
                <a:off x="6720256" y="5931215"/>
                <a:ext cx="157680" cy="1372680"/>
              </p14:xfrm>
            </p:contentPart>
          </mc:Choice>
          <mc:Fallback>
            <p:pic>
              <p:nvPicPr>
                <p:cNvPr id="148" name="筆跡 147">
                  <a:extLst>
                    <a:ext uri="{FF2B5EF4-FFF2-40B4-BE49-F238E27FC236}">
                      <a16:creationId xmlns:a16="http://schemas.microsoft.com/office/drawing/2014/main" id="{1BF623EB-BAF9-2C82-5BEC-43BFE85DECE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684256" y="5895215"/>
                  <a:ext cx="229320" cy="1444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153" name="筆跡 152">
                <a:extLst>
                  <a:ext uri="{FF2B5EF4-FFF2-40B4-BE49-F238E27FC236}">
                    <a16:creationId xmlns:a16="http://schemas.microsoft.com/office/drawing/2014/main" id="{230E79E7-D17C-8962-3B44-92872B541FDF}"/>
                  </a:ext>
                </a:extLst>
              </p14:cNvPr>
              <p14:cNvContentPartPr/>
              <p14:nvPr/>
            </p14:nvContentPartPr>
            <p14:xfrm>
              <a:off x="8100856" y="5704415"/>
              <a:ext cx="467280" cy="750960"/>
            </p14:xfrm>
          </p:contentPart>
        </mc:Choice>
        <mc:Fallback>
          <p:pic>
            <p:nvPicPr>
              <p:cNvPr id="153" name="筆跡 152">
                <a:extLst>
                  <a:ext uri="{FF2B5EF4-FFF2-40B4-BE49-F238E27FC236}">
                    <a16:creationId xmlns:a16="http://schemas.microsoft.com/office/drawing/2014/main" id="{230E79E7-D17C-8962-3B44-92872B541FDF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8064856" y="5668415"/>
                <a:ext cx="538920" cy="82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8" name="群組 157">
            <a:extLst>
              <a:ext uri="{FF2B5EF4-FFF2-40B4-BE49-F238E27FC236}">
                <a16:creationId xmlns:a16="http://schemas.microsoft.com/office/drawing/2014/main" id="{744E7EE6-FAD2-858E-DBB7-C19D52C75FB7}"/>
              </a:ext>
            </a:extLst>
          </p:cNvPr>
          <p:cNvGrpSpPr/>
          <p:nvPr/>
        </p:nvGrpSpPr>
        <p:grpSpPr>
          <a:xfrm>
            <a:off x="8106256" y="5659415"/>
            <a:ext cx="468720" cy="1125720"/>
            <a:chOff x="8106256" y="5659415"/>
            <a:chExt cx="468720" cy="112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81" name="筆跡 80">
                  <a:extLst>
                    <a:ext uri="{FF2B5EF4-FFF2-40B4-BE49-F238E27FC236}">
                      <a16:creationId xmlns:a16="http://schemas.microsoft.com/office/drawing/2014/main" id="{4F7F7BFC-0146-6411-88D2-6CECE52A6E3C}"/>
                    </a:ext>
                  </a:extLst>
                </p14:cNvPr>
                <p14:cNvContentPartPr/>
                <p14:nvPr/>
              </p14:nvContentPartPr>
              <p14:xfrm>
                <a:off x="8106256" y="5659415"/>
                <a:ext cx="468720" cy="775800"/>
              </p14:xfrm>
            </p:contentPart>
          </mc:Choice>
          <mc:Fallback>
            <p:pic>
              <p:nvPicPr>
                <p:cNvPr id="81" name="筆跡 80">
                  <a:extLst>
                    <a:ext uri="{FF2B5EF4-FFF2-40B4-BE49-F238E27FC236}">
                      <a16:creationId xmlns:a16="http://schemas.microsoft.com/office/drawing/2014/main" id="{4F7F7BFC-0146-6411-88D2-6CECE52A6E3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100136" y="5653295"/>
                  <a:ext cx="480960" cy="78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82" name="筆跡 81">
                  <a:extLst>
                    <a:ext uri="{FF2B5EF4-FFF2-40B4-BE49-F238E27FC236}">
                      <a16:creationId xmlns:a16="http://schemas.microsoft.com/office/drawing/2014/main" id="{840622D6-541F-BB52-0C5A-0564C31ED726}"/>
                    </a:ext>
                  </a:extLst>
                </p14:cNvPr>
                <p14:cNvContentPartPr/>
                <p14:nvPr/>
              </p14:nvContentPartPr>
              <p14:xfrm>
                <a:off x="8352136" y="6719255"/>
                <a:ext cx="36720" cy="65880"/>
              </p14:xfrm>
            </p:contentPart>
          </mc:Choice>
          <mc:Fallback>
            <p:pic>
              <p:nvPicPr>
                <p:cNvPr id="82" name="筆跡 81">
                  <a:extLst>
                    <a:ext uri="{FF2B5EF4-FFF2-40B4-BE49-F238E27FC236}">
                      <a16:creationId xmlns:a16="http://schemas.microsoft.com/office/drawing/2014/main" id="{840622D6-541F-BB52-0C5A-0564C31ED72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346016" y="6713135"/>
                  <a:ext cx="489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56" name="筆跡 155">
                  <a:extLst>
                    <a:ext uri="{FF2B5EF4-FFF2-40B4-BE49-F238E27FC236}">
                      <a16:creationId xmlns:a16="http://schemas.microsoft.com/office/drawing/2014/main" id="{DC63DEB5-CB37-3646-34EB-55BC7904E461}"/>
                    </a:ext>
                  </a:extLst>
                </p14:cNvPr>
                <p14:cNvContentPartPr/>
                <p14:nvPr/>
              </p14:nvContentPartPr>
              <p14:xfrm>
                <a:off x="8369776" y="6686495"/>
                <a:ext cx="33480" cy="79560"/>
              </p14:xfrm>
            </p:contentPart>
          </mc:Choice>
          <mc:Fallback>
            <p:pic>
              <p:nvPicPr>
                <p:cNvPr id="156" name="筆跡 155">
                  <a:extLst>
                    <a:ext uri="{FF2B5EF4-FFF2-40B4-BE49-F238E27FC236}">
                      <a16:creationId xmlns:a16="http://schemas.microsoft.com/office/drawing/2014/main" id="{DC63DEB5-CB37-3646-34EB-55BC7904E46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334136" y="6650855"/>
                  <a:ext cx="105120" cy="151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63918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7ACB6-7673-CAFF-56D1-881E4819E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Accent Bar">
            <a:extLst>
              <a:ext uri="{FF2B5EF4-FFF2-40B4-BE49-F238E27FC236}">
                <a16:creationId xmlns:a16="http://schemas.microsoft.com/office/drawing/2014/main" id="{F25781B2-F596-0F98-6F79-CCCD115E13A9}"/>
              </a:ext>
            </a:extLst>
          </p:cNvPr>
          <p:cNvSpPr/>
          <p:nvPr/>
        </p:nvSpPr>
        <p:spPr>
          <a:xfrm>
            <a:off x="558800" y="635000"/>
            <a:ext cx="685800" cy="762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Quote Rule">
            <a:extLst>
              <a:ext uri="{FF2B5EF4-FFF2-40B4-BE49-F238E27FC236}">
                <a16:creationId xmlns:a16="http://schemas.microsoft.com/office/drawing/2014/main" id="{36403081-B7A3-F187-1B00-100885F1FD0C}"/>
              </a:ext>
            </a:extLst>
          </p:cNvPr>
          <p:cNvSpPr/>
          <p:nvPr/>
        </p:nvSpPr>
        <p:spPr>
          <a:xfrm>
            <a:off x="533400" y="4800600"/>
            <a:ext cx="50800" cy="9398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" name="線上媒體 1" descr="用生命在拍英文報告">
            <a:hlinkClick r:id="" action="ppaction://media"/>
            <a:extLst>
              <a:ext uri="{FF2B5EF4-FFF2-40B4-BE49-F238E27FC236}">
                <a16:creationId xmlns:a16="http://schemas.microsoft.com/office/drawing/2014/main" id="{78BD2A09-9F0F-9A27-AAF5-82D3C9D2B0EA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73" y="0"/>
            <a:ext cx="12165027" cy="687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964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728D1-4063-09B8-19C1-68D447EAF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46D1556-248A-47DA-EF8C-5F6410FC1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778023"/>
            <a:ext cx="12192000" cy="12192000"/>
          </a:xfrm>
          <a:prstGeom prst="rect">
            <a:avLst/>
          </a:prstGeom>
        </p:spPr>
      </p:pic>
      <p:grpSp>
        <p:nvGrpSpPr>
          <p:cNvPr id="14" name="群組 13">
            <a:extLst>
              <a:ext uri="{FF2B5EF4-FFF2-40B4-BE49-F238E27FC236}">
                <a16:creationId xmlns:a16="http://schemas.microsoft.com/office/drawing/2014/main" id="{8EAA04CA-F0A3-2C14-C4A3-02EB8F8456A9}"/>
              </a:ext>
            </a:extLst>
          </p:cNvPr>
          <p:cNvGrpSpPr/>
          <p:nvPr/>
        </p:nvGrpSpPr>
        <p:grpSpPr>
          <a:xfrm>
            <a:off x="4526056" y="1920815"/>
            <a:ext cx="6168240" cy="1255680"/>
            <a:chOff x="4526056" y="1920815"/>
            <a:chExt cx="6168240" cy="125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5" name="筆跡 4">
                  <a:extLst>
                    <a:ext uri="{FF2B5EF4-FFF2-40B4-BE49-F238E27FC236}">
                      <a16:creationId xmlns:a16="http://schemas.microsoft.com/office/drawing/2014/main" id="{9B1ECCD7-6736-6A76-316A-6DB2FD523B87}"/>
                    </a:ext>
                  </a:extLst>
                </p14:cNvPr>
                <p14:cNvContentPartPr/>
                <p14:nvPr/>
              </p14:nvContentPartPr>
              <p14:xfrm>
                <a:off x="4526056" y="2057615"/>
                <a:ext cx="1152720" cy="1118880"/>
              </p14:xfrm>
            </p:contentPart>
          </mc:Choice>
          <mc:Fallback>
            <p:pic>
              <p:nvPicPr>
                <p:cNvPr id="5" name="筆跡 4">
                  <a:extLst>
                    <a:ext uri="{FF2B5EF4-FFF2-40B4-BE49-F238E27FC236}">
                      <a16:creationId xmlns:a16="http://schemas.microsoft.com/office/drawing/2014/main" id="{9B1ECCD7-6736-6A76-316A-6DB2FD523B8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90056" y="2021615"/>
                  <a:ext cx="1224360" cy="11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筆跡 5">
                  <a:extLst>
                    <a:ext uri="{FF2B5EF4-FFF2-40B4-BE49-F238E27FC236}">
                      <a16:creationId xmlns:a16="http://schemas.microsoft.com/office/drawing/2014/main" id="{1F32617C-9273-7EAC-4EC0-87E2942E697D}"/>
                    </a:ext>
                  </a:extLst>
                </p14:cNvPr>
                <p14:cNvContentPartPr/>
                <p14:nvPr/>
              </p14:nvContentPartPr>
              <p14:xfrm>
                <a:off x="5825656" y="1920815"/>
                <a:ext cx="1022040" cy="1129320"/>
              </p14:xfrm>
            </p:contentPart>
          </mc:Choice>
          <mc:Fallback>
            <p:pic>
              <p:nvPicPr>
                <p:cNvPr id="6" name="筆跡 5">
                  <a:extLst>
                    <a:ext uri="{FF2B5EF4-FFF2-40B4-BE49-F238E27FC236}">
                      <a16:creationId xmlns:a16="http://schemas.microsoft.com/office/drawing/2014/main" id="{1F32617C-9273-7EAC-4EC0-87E2942E697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790016" y="1884815"/>
                  <a:ext cx="1093680" cy="12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筆跡 6">
                  <a:extLst>
                    <a:ext uri="{FF2B5EF4-FFF2-40B4-BE49-F238E27FC236}">
                      <a16:creationId xmlns:a16="http://schemas.microsoft.com/office/drawing/2014/main" id="{2E0E1C72-C74F-B21D-23D7-AB5CCEF4CA57}"/>
                    </a:ext>
                  </a:extLst>
                </p14:cNvPr>
                <p14:cNvContentPartPr/>
                <p14:nvPr/>
              </p14:nvContentPartPr>
              <p14:xfrm>
                <a:off x="7145776" y="2010815"/>
                <a:ext cx="903960" cy="840600"/>
              </p14:xfrm>
            </p:contentPart>
          </mc:Choice>
          <mc:Fallback>
            <p:pic>
              <p:nvPicPr>
                <p:cNvPr id="7" name="筆跡 6">
                  <a:extLst>
                    <a:ext uri="{FF2B5EF4-FFF2-40B4-BE49-F238E27FC236}">
                      <a16:creationId xmlns:a16="http://schemas.microsoft.com/office/drawing/2014/main" id="{2E0E1C72-C74F-B21D-23D7-AB5CCEF4CA5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109776" y="1974815"/>
                  <a:ext cx="975600" cy="91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筆跡 7">
                  <a:extLst>
                    <a:ext uri="{FF2B5EF4-FFF2-40B4-BE49-F238E27FC236}">
                      <a16:creationId xmlns:a16="http://schemas.microsoft.com/office/drawing/2014/main" id="{80AE293F-38DA-C0CA-83D9-329B2B188159}"/>
                    </a:ext>
                  </a:extLst>
                </p14:cNvPr>
                <p14:cNvContentPartPr/>
                <p14:nvPr/>
              </p14:nvContentPartPr>
              <p14:xfrm>
                <a:off x="8589016" y="2053295"/>
                <a:ext cx="942480" cy="835560"/>
              </p14:xfrm>
            </p:contentPart>
          </mc:Choice>
          <mc:Fallback>
            <p:pic>
              <p:nvPicPr>
                <p:cNvPr id="8" name="筆跡 7">
                  <a:extLst>
                    <a:ext uri="{FF2B5EF4-FFF2-40B4-BE49-F238E27FC236}">
                      <a16:creationId xmlns:a16="http://schemas.microsoft.com/office/drawing/2014/main" id="{80AE293F-38DA-C0CA-83D9-329B2B18815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553376" y="2017295"/>
                  <a:ext cx="1014120" cy="9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筆跡 8">
                  <a:extLst>
                    <a:ext uri="{FF2B5EF4-FFF2-40B4-BE49-F238E27FC236}">
                      <a16:creationId xmlns:a16="http://schemas.microsoft.com/office/drawing/2014/main" id="{FC15211A-FF2A-D6F7-FADF-438AB0F7D534}"/>
                    </a:ext>
                  </a:extLst>
                </p14:cNvPr>
                <p14:cNvContentPartPr/>
                <p14:nvPr/>
              </p14:nvContentPartPr>
              <p14:xfrm>
                <a:off x="10246456" y="2007575"/>
                <a:ext cx="447840" cy="717120"/>
              </p14:xfrm>
            </p:contentPart>
          </mc:Choice>
          <mc:Fallback>
            <p:pic>
              <p:nvPicPr>
                <p:cNvPr id="9" name="筆跡 8">
                  <a:extLst>
                    <a:ext uri="{FF2B5EF4-FFF2-40B4-BE49-F238E27FC236}">
                      <a16:creationId xmlns:a16="http://schemas.microsoft.com/office/drawing/2014/main" id="{FC15211A-FF2A-D6F7-FADF-438AB0F7D53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210816" y="1971935"/>
                  <a:ext cx="519480" cy="78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筆跡 9">
                  <a:extLst>
                    <a:ext uri="{FF2B5EF4-FFF2-40B4-BE49-F238E27FC236}">
                      <a16:creationId xmlns:a16="http://schemas.microsoft.com/office/drawing/2014/main" id="{9CAD380A-D6F1-F8CC-3DDA-FF3047BB9A02}"/>
                    </a:ext>
                  </a:extLst>
                </p14:cNvPr>
                <p14:cNvContentPartPr/>
                <p14:nvPr/>
              </p14:nvContentPartPr>
              <p14:xfrm>
                <a:off x="10466776" y="2981375"/>
                <a:ext cx="69120" cy="79920"/>
              </p14:xfrm>
            </p:contentPart>
          </mc:Choice>
          <mc:Fallback>
            <p:pic>
              <p:nvPicPr>
                <p:cNvPr id="10" name="筆跡 9">
                  <a:extLst>
                    <a:ext uri="{FF2B5EF4-FFF2-40B4-BE49-F238E27FC236}">
                      <a16:creationId xmlns:a16="http://schemas.microsoft.com/office/drawing/2014/main" id="{9CAD380A-D6F1-F8CC-3DDA-FF3047BB9A0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430776" y="2945375"/>
                  <a:ext cx="140760" cy="151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59833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15D9A-738C-C355-1C4A-C6ABAB42D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A89D807-64BD-95F4-B925-9446D4063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778023"/>
            <a:ext cx="12192000" cy="12192000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F136364E-6D80-C692-E149-C6CB32F6CE63}"/>
              </a:ext>
            </a:extLst>
          </p:cNvPr>
          <p:cNvSpPr txBox="1"/>
          <p:nvPr/>
        </p:nvSpPr>
        <p:spPr>
          <a:xfrm>
            <a:off x="4746979" y="1939835"/>
            <a:ext cx="556542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9600" dirty="0">
                <a:solidFill>
                  <a:schemeClr val="bg1"/>
                </a:solidFill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逆向行屎</a:t>
            </a:r>
          </a:p>
        </p:txBody>
      </p:sp>
      <p:cxnSp>
        <p:nvCxnSpPr>
          <p:cNvPr id="5" name="直線箭頭接點 4">
            <a:extLst>
              <a:ext uri="{FF2B5EF4-FFF2-40B4-BE49-F238E27FC236}">
                <a16:creationId xmlns:a16="http://schemas.microsoft.com/office/drawing/2014/main" id="{5C8EE971-FC74-9E91-7E3B-1E00D5A9D5C1}"/>
              </a:ext>
            </a:extLst>
          </p:cNvPr>
          <p:cNvCxnSpPr>
            <a:cxnSpLocks/>
          </p:cNvCxnSpPr>
          <p:nvPr/>
        </p:nvCxnSpPr>
        <p:spPr>
          <a:xfrm flipH="1">
            <a:off x="3917244" y="2980266"/>
            <a:ext cx="745067" cy="188524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7550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1F746-C07E-2833-3261-BC6AD0A05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36B5CD6-630E-E39B-AFEB-7A2EC3FD4C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090" t="34717" r="-1317"/>
          <a:stretch>
            <a:fillRect/>
          </a:stretch>
        </p:blipFill>
        <p:spPr>
          <a:xfrm>
            <a:off x="-133005" y="-116378"/>
            <a:ext cx="12485717" cy="7718492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866EA0F-BF12-7584-004A-DC521FD920D7}"/>
              </a:ext>
            </a:extLst>
          </p:cNvPr>
          <p:cNvSpPr txBox="1"/>
          <p:nvPr/>
        </p:nvSpPr>
        <p:spPr>
          <a:xfrm>
            <a:off x="5350934" y="582516"/>
            <a:ext cx="56218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6600" dirty="0">
                <a:solidFill>
                  <a:schemeClr val="bg1">
                    <a:lumMod val="95000"/>
                  </a:schemeClr>
                </a:solidFill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這題比較吉手</a:t>
            </a:r>
          </a:p>
        </p:txBody>
      </p:sp>
    </p:spTree>
    <p:extLst>
      <p:ext uri="{BB962C8B-B14F-4D97-AF65-F5344CB8AC3E}">
        <p14:creationId xmlns:p14="http://schemas.microsoft.com/office/powerpoint/2010/main" val="3232816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1F1BD-87A0-9753-C5A0-4BB24BF37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4B2DB3FB-9AE5-54EE-79D1-43BCD3E453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5702" b="629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41B79260-43DD-A11D-F74B-52F86F32D832}"/>
              </a:ext>
            </a:extLst>
          </p:cNvPr>
          <p:cNvSpPr txBox="1"/>
          <p:nvPr/>
        </p:nvSpPr>
        <p:spPr>
          <a:xfrm>
            <a:off x="5305778" y="440267"/>
            <a:ext cx="56218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9600" dirty="0">
                <a:solidFill>
                  <a:schemeClr val="bg1">
                    <a:lumMod val="95000"/>
                  </a:schemeClr>
                </a:solidFill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吉追側彎</a:t>
            </a:r>
          </a:p>
        </p:txBody>
      </p:sp>
    </p:spTree>
    <p:extLst>
      <p:ext uri="{BB962C8B-B14F-4D97-AF65-F5344CB8AC3E}">
        <p14:creationId xmlns:p14="http://schemas.microsoft.com/office/powerpoint/2010/main" val="3594513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DB772-E376-AFD3-947D-6A3DD4E96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FF5E4D5-F3C8-B502-4747-26F1D7482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078" y="0"/>
            <a:ext cx="7447844" cy="6876843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5C9B0DBD-2A6D-620B-E223-EBAE014B5B42}"/>
              </a:ext>
            </a:extLst>
          </p:cNvPr>
          <p:cNvSpPr/>
          <p:nvPr/>
        </p:nvSpPr>
        <p:spPr>
          <a:xfrm>
            <a:off x="3631474" y="6232973"/>
            <a:ext cx="4467497" cy="495340"/>
          </a:xfrm>
          <a:prstGeom prst="rect">
            <a:avLst/>
          </a:prstGeom>
          <a:ln w="66675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99B585-5FC4-8D60-56E9-55F9177BF200}"/>
              </a:ext>
            </a:extLst>
          </p:cNvPr>
          <p:cNvSpPr/>
          <p:nvPr/>
        </p:nvSpPr>
        <p:spPr>
          <a:xfrm>
            <a:off x="4153989" y="5521234"/>
            <a:ext cx="3474719" cy="495340"/>
          </a:xfrm>
          <a:prstGeom prst="rect">
            <a:avLst/>
          </a:prstGeom>
          <a:ln w="66675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9F092C68-CC9F-D7AE-AFBC-9E08F4E16FF4}"/>
              </a:ext>
            </a:extLst>
          </p:cNvPr>
          <p:cNvGrpSpPr/>
          <p:nvPr/>
        </p:nvGrpSpPr>
        <p:grpSpPr>
          <a:xfrm>
            <a:off x="771805" y="1031971"/>
            <a:ext cx="1564920" cy="1599480"/>
            <a:chOff x="771805" y="1031971"/>
            <a:chExt cx="1564920" cy="159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筆跡 1">
                  <a:extLst>
                    <a:ext uri="{FF2B5EF4-FFF2-40B4-BE49-F238E27FC236}">
                      <a16:creationId xmlns:a16="http://schemas.microsoft.com/office/drawing/2014/main" id="{1FF9E8F8-FE22-7B99-90D4-4316609C86B1}"/>
                    </a:ext>
                  </a:extLst>
                </p14:cNvPr>
                <p14:cNvContentPartPr/>
                <p14:nvPr/>
              </p14:nvContentPartPr>
              <p14:xfrm>
                <a:off x="771805" y="1031971"/>
                <a:ext cx="339840" cy="703440"/>
              </p14:xfrm>
            </p:contentPart>
          </mc:Choice>
          <mc:Fallback>
            <p:pic>
              <p:nvPicPr>
                <p:cNvPr id="2" name="筆跡 1">
                  <a:extLst>
                    <a:ext uri="{FF2B5EF4-FFF2-40B4-BE49-F238E27FC236}">
                      <a16:creationId xmlns:a16="http://schemas.microsoft.com/office/drawing/2014/main" id="{1FF9E8F8-FE22-7B99-90D4-4316609C86B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08805" y="968971"/>
                  <a:ext cx="465480" cy="82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筆跡 5">
                  <a:extLst>
                    <a:ext uri="{FF2B5EF4-FFF2-40B4-BE49-F238E27FC236}">
                      <a16:creationId xmlns:a16="http://schemas.microsoft.com/office/drawing/2014/main" id="{4F00E2FF-6D59-BAD4-AEDA-A13E55E7B350}"/>
                    </a:ext>
                  </a:extLst>
                </p14:cNvPr>
                <p14:cNvContentPartPr/>
                <p14:nvPr/>
              </p14:nvContentPartPr>
              <p14:xfrm>
                <a:off x="935605" y="1614451"/>
                <a:ext cx="198720" cy="577440"/>
              </p14:xfrm>
            </p:contentPart>
          </mc:Choice>
          <mc:Fallback>
            <p:pic>
              <p:nvPicPr>
                <p:cNvPr id="6" name="筆跡 5">
                  <a:extLst>
                    <a:ext uri="{FF2B5EF4-FFF2-40B4-BE49-F238E27FC236}">
                      <a16:creationId xmlns:a16="http://schemas.microsoft.com/office/drawing/2014/main" id="{4F00E2FF-6D59-BAD4-AEDA-A13E55E7B35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72965" y="1551811"/>
                  <a:ext cx="324360" cy="70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筆跡 6">
                  <a:extLst>
                    <a:ext uri="{FF2B5EF4-FFF2-40B4-BE49-F238E27FC236}">
                      <a16:creationId xmlns:a16="http://schemas.microsoft.com/office/drawing/2014/main" id="{563769D6-89B2-1319-56F2-C91A4331B092}"/>
                    </a:ext>
                  </a:extLst>
                </p14:cNvPr>
                <p14:cNvContentPartPr/>
                <p14:nvPr/>
              </p14:nvContentPartPr>
              <p14:xfrm>
                <a:off x="1137925" y="2154811"/>
                <a:ext cx="34200" cy="75240"/>
              </p14:xfrm>
            </p:contentPart>
          </mc:Choice>
          <mc:Fallback>
            <p:pic>
              <p:nvPicPr>
                <p:cNvPr id="7" name="筆跡 6">
                  <a:extLst>
                    <a:ext uri="{FF2B5EF4-FFF2-40B4-BE49-F238E27FC236}">
                      <a16:creationId xmlns:a16="http://schemas.microsoft.com/office/drawing/2014/main" id="{563769D6-89B2-1319-56F2-C91A4331B09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74925" y="2091811"/>
                  <a:ext cx="1598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筆跡 7">
                  <a:extLst>
                    <a:ext uri="{FF2B5EF4-FFF2-40B4-BE49-F238E27FC236}">
                      <a16:creationId xmlns:a16="http://schemas.microsoft.com/office/drawing/2014/main" id="{F5486467-0024-BE4D-87D6-BD7B80026D4B}"/>
                    </a:ext>
                  </a:extLst>
                </p14:cNvPr>
                <p14:cNvContentPartPr/>
                <p14:nvPr/>
              </p14:nvContentPartPr>
              <p14:xfrm>
                <a:off x="912565" y="2373331"/>
                <a:ext cx="109440" cy="245880"/>
              </p14:xfrm>
            </p:contentPart>
          </mc:Choice>
          <mc:Fallback>
            <p:pic>
              <p:nvPicPr>
                <p:cNvPr id="8" name="筆跡 7">
                  <a:extLst>
                    <a:ext uri="{FF2B5EF4-FFF2-40B4-BE49-F238E27FC236}">
                      <a16:creationId xmlns:a16="http://schemas.microsoft.com/office/drawing/2014/main" id="{F5486467-0024-BE4D-87D6-BD7B80026D4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49925" y="2310691"/>
                  <a:ext cx="23508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筆跡 8">
                  <a:extLst>
                    <a:ext uri="{FF2B5EF4-FFF2-40B4-BE49-F238E27FC236}">
                      <a16:creationId xmlns:a16="http://schemas.microsoft.com/office/drawing/2014/main" id="{F62B2398-E149-E4EA-B1FC-C0DB1539F75B}"/>
                    </a:ext>
                  </a:extLst>
                </p14:cNvPr>
                <p14:cNvContentPartPr/>
                <p14:nvPr/>
              </p14:nvContentPartPr>
              <p14:xfrm>
                <a:off x="1137205" y="2495011"/>
                <a:ext cx="122760" cy="136440"/>
              </p14:xfrm>
            </p:contentPart>
          </mc:Choice>
          <mc:Fallback>
            <p:pic>
              <p:nvPicPr>
                <p:cNvPr id="9" name="筆跡 8">
                  <a:extLst>
                    <a:ext uri="{FF2B5EF4-FFF2-40B4-BE49-F238E27FC236}">
                      <a16:creationId xmlns:a16="http://schemas.microsoft.com/office/drawing/2014/main" id="{F62B2398-E149-E4EA-B1FC-C0DB1539F75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74565" y="2432371"/>
                  <a:ext cx="2484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筆跡 9">
                  <a:extLst>
                    <a:ext uri="{FF2B5EF4-FFF2-40B4-BE49-F238E27FC236}">
                      <a16:creationId xmlns:a16="http://schemas.microsoft.com/office/drawing/2014/main" id="{DD13EC97-5086-46C0-E72C-BC1EBA5FE12C}"/>
                    </a:ext>
                  </a:extLst>
                </p14:cNvPr>
                <p14:cNvContentPartPr/>
                <p14:nvPr/>
              </p14:nvContentPartPr>
              <p14:xfrm>
                <a:off x="1361485" y="2527771"/>
                <a:ext cx="61560" cy="47880"/>
              </p14:xfrm>
            </p:contentPart>
          </mc:Choice>
          <mc:Fallback>
            <p:pic>
              <p:nvPicPr>
                <p:cNvPr id="10" name="筆跡 9">
                  <a:extLst>
                    <a:ext uri="{FF2B5EF4-FFF2-40B4-BE49-F238E27FC236}">
                      <a16:creationId xmlns:a16="http://schemas.microsoft.com/office/drawing/2014/main" id="{DD13EC97-5086-46C0-E72C-BC1EBA5FE12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298845" y="2465131"/>
                  <a:ext cx="1872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筆跡 10">
                  <a:extLst>
                    <a:ext uri="{FF2B5EF4-FFF2-40B4-BE49-F238E27FC236}">
                      <a16:creationId xmlns:a16="http://schemas.microsoft.com/office/drawing/2014/main" id="{0CB55EF1-271A-B00E-5238-4636D76A3864}"/>
                    </a:ext>
                  </a:extLst>
                </p14:cNvPr>
                <p14:cNvContentPartPr/>
                <p14:nvPr/>
              </p14:nvContentPartPr>
              <p14:xfrm>
                <a:off x="1604485" y="1073011"/>
                <a:ext cx="258480" cy="97560"/>
              </p14:xfrm>
            </p:contentPart>
          </mc:Choice>
          <mc:Fallback>
            <p:pic>
              <p:nvPicPr>
                <p:cNvPr id="11" name="筆跡 10">
                  <a:extLst>
                    <a:ext uri="{FF2B5EF4-FFF2-40B4-BE49-F238E27FC236}">
                      <a16:creationId xmlns:a16="http://schemas.microsoft.com/office/drawing/2014/main" id="{0CB55EF1-271A-B00E-5238-4636D76A386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541845" y="1010371"/>
                  <a:ext cx="3841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筆跡 11">
                  <a:extLst>
                    <a:ext uri="{FF2B5EF4-FFF2-40B4-BE49-F238E27FC236}">
                      <a16:creationId xmlns:a16="http://schemas.microsoft.com/office/drawing/2014/main" id="{24020C88-4F40-3311-DB27-8BDFE6F42B82}"/>
                    </a:ext>
                  </a:extLst>
                </p14:cNvPr>
                <p14:cNvContentPartPr/>
                <p14:nvPr/>
              </p14:nvContentPartPr>
              <p14:xfrm>
                <a:off x="1684045" y="1182451"/>
                <a:ext cx="86760" cy="306000"/>
              </p14:xfrm>
            </p:contentPart>
          </mc:Choice>
          <mc:Fallback>
            <p:pic>
              <p:nvPicPr>
                <p:cNvPr id="12" name="筆跡 11">
                  <a:extLst>
                    <a:ext uri="{FF2B5EF4-FFF2-40B4-BE49-F238E27FC236}">
                      <a16:creationId xmlns:a16="http://schemas.microsoft.com/office/drawing/2014/main" id="{24020C88-4F40-3311-DB27-8BDFE6F42B8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621405" y="1119811"/>
                  <a:ext cx="21240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筆跡 12">
                  <a:extLst>
                    <a:ext uri="{FF2B5EF4-FFF2-40B4-BE49-F238E27FC236}">
                      <a16:creationId xmlns:a16="http://schemas.microsoft.com/office/drawing/2014/main" id="{D41B85D8-3633-EFFA-B3A5-59FBFA31F736}"/>
                    </a:ext>
                  </a:extLst>
                </p14:cNvPr>
                <p14:cNvContentPartPr/>
                <p14:nvPr/>
              </p14:nvContentPartPr>
              <p14:xfrm>
                <a:off x="2001565" y="1294411"/>
                <a:ext cx="61560" cy="204120"/>
              </p14:xfrm>
            </p:contentPart>
          </mc:Choice>
          <mc:Fallback>
            <p:pic>
              <p:nvPicPr>
                <p:cNvPr id="13" name="筆跡 12">
                  <a:extLst>
                    <a:ext uri="{FF2B5EF4-FFF2-40B4-BE49-F238E27FC236}">
                      <a16:creationId xmlns:a16="http://schemas.microsoft.com/office/drawing/2014/main" id="{D41B85D8-3633-EFFA-B3A5-59FBFA31F73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38925" y="1231411"/>
                  <a:ext cx="18720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筆跡 13">
                  <a:extLst>
                    <a:ext uri="{FF2B5EF4-FFF2-40B4-BE49-F238E27FC236}">
                      <a16:creationId xmlns:a16="http://schemas.microsoft.com/office/drawing/2014/main" id="{28FD2962-6FDA-B2AF-5A85-8D581F752958}"/>
                    </a:ext>
                  </a:extLst>
                </p14:cNvPr>
                <p14:cNvContentPartPr/>
                <p14:nvPr/>
              </p14:nvContentPartPr>
              <p14:xfrm>
                <a:off x="1815085" y="1282891"/>
                <a:ext cx="486360" cy="654120"/>
              </p14:xfrm>
            </p:contentPart>
          </mc:Choice>
          <mc:Fallback>
            <p:pic>
              <p:nvPicPr>
                <p:cNvPr id="14" name="筆跡 13">
                  <a:extLst>
                    <a:ext uri="{FF2B5EF4-FFF2-40B4-BE49-F238E27FC236}">
                      <a16:creationId xmlns:a16="http://schemas.microsoft.com/office/drawing/2014/main" id="{28FD2962-6FDA-B2AF-5A85-8D581F75295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752085" y="1219891"/>
                  <a:ext cx="612000" cy="77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筆跡 14">
                  <a:extLst>
                    <a:ext uri="{FF2B5EF4-FFF2-40B4-BE49-F238E27FC236}">
                      <a16:creationId xmlns:a16="http://schemas.microsoft.com/office/drawing/2014/main" id="{BD9D565F-423B-9AD3-E71D-22BC32098B8E}"/>
                    </a:ext>
                  </a:extLst>
                </p14:cNvPr>
                <p14:cNvContentPartPr/>
                <p14:nvPr/>
              </p14:nvContentPartPr>
              <p14:xfrm>
                <a:off x="2035405" y="1994971"/>
                <a:ext cx="61560" cy="477720"/>
              </p14:xfrm>
            </p:contentPart>
          </mc:Choice>
          <mc:Fallback>
            <p:pic>
              <p:nvPicPr>
                <p:cNvPr id="15" name="筆跡 14">
                  <a:extLst>
                    <a:ext uri="{FF2B5EF4-FFF2-40B4-BE49-F238E27FC236}">
                      <a16:creationId xmlns:a16="http://schemas.microsoft.com/office/drawing/2014/main" id="{BD9D565F-423B-9AD3-E71D-22BC32098B8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972405" y="1931971"/>
                  <a:ext cx="187200" cy="60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筆跡 15">
                  <a:extLst>
                    <a:ext uri="{FF2B5EF4-FFF2-40B4-BE49-F238E27FC236}">
                      <a16:creationId xmlns:a16="http://schemas.microsoft.com/office/drawing/2014/main" id="{93E931C1-2106-86D8-729C-5E2BA3DD9B82}"/>
                    </a:ext>
                  </a:extLst>
                </p14:cNvPr>
                <p14:cNvContentPartPr/>
                <p14:nvPr/>
              </p14:nvContentPartPr>
              <p14:xfrm>
                <a:off x="1829845" y="2423731"/>
                <a:ext cx="506880" cy="187920"/>
              </p14:xfrm>
            </p:contentPart>
          </mc:Choice>
          <mc:Fallback>
            <p:pic>
              <p:nvPicPr>
                <p:cNvPr id="16" name="筆跡 15">
                  <a:extLst>
                    <a:ext uri="{FF2B5EF4-FFF2-40B4-BE49-F238E27FC236}">
                      <a16:creationId xmlns:a16="http://schemas.microsoft.com/office/drawing/2014/main" id="{93E931C1-2106-86D8-729C-5E2BA3DD9B8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767205" y="2360731"/>
                  <a:ext cx="632520" cy="31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51AC5DB5-77E6-7F4E-1E91-006C064F1F6D}"/>
              </a:ext>
            </a:extLst>
          </p:cNvPr>
          <p:cNvGrpSpPr/>
          <p:nvPr/>
        </p:nvGrpSpPr>
        <p:grpSpPr>
          <a:xfrm>
            <a:off x="588205" y="3568891"/>
            <a:ext cx="1845000" cy="1544400"/>
            <a:chOff x="588205" y="3568891"/>
            <a:chExt cx="1845000" cy="154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9" name="筆跡 18">
                  <a:extLst>
                    <a:ext uri="{FF2B5EF4-FFF2-40B4-BE49-F238E27FC236}">
                      <a16:creationId xmlns:a16="http://schemas.microsoft.com/office/drawing/2014/main" id="{23B810E4-FA57-CECB-6664-BAF688A559DC}"/>
                    </a:ext>
                  </a:extLst>
                </p14:cNvPr>
                <p14:cNvContentPartPr/>
                <p14:nvPr/>
              </p14:nvContentPartPr>
              <p14:xfrm>
                <a:off x="703045" y="4216891"/>
                <a:ext cx="258120" cy="169200"/>
              </p14:xfrm>
            </p:contentPart>
          </mc:Choice>
          <mc:Fallback>
            <p:pic>
              <p:nvPicPr>
                <p:cNvPr id="19" name="筆跡 18">
                  <a:extLst>
                    <a:ext uri="{FF2B5EF4-FFF2-40B4-BE49-F238E27FC236}">
                      <a16:creationId xmlns:a16="http://schemas.microsoft.com/office/drawing/2014/main" id="{23B810E4-FA57-CECB-6664-BAF688A559D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40045" y="4154251"/>
                  <a:ext cx="38376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0" name="筆跡 19">
                  <a:extLst>
                    <a:ext uri="{FF2B5EF4-FFF2-40B4-BE49-F238E27FC236}">
                      <a16:creationId xmlns:a16="http://schemas.microsoft.com/office/drawing/2014/main" id="{0C1263F9-6015-6A24-61AE-6F42B27D3F31}"/>
                    </a:ext>
                  </a:extLst>
                </p14:cNvPr>
                <p14:cNvContentPartPr/>
                <p14:nvPr/>
              </p14:nvContentPartPr>
              <p14:xfrm>
                <a:off x="915805" y="3880651"/>
                <a:ext cx="1098000" cy="414360"/>
              </p14:xfrm>
            </p:contentPart>
          </mc:Choice>
          <mc:Fallback>
            <p:pic>
              <p:nvPicPr>
                <p:cNvPr id="20" name="筆跡 19">
                  <a:extLst>
                    <a:ext uri="{FF2B5EF4-FFF2-40B4-BE49-F238E27FC236}">
                      <a16:creationId xmlns:a16="http://schemas.microsoft.com/office/drawing/2014/main" id="{0C1263F9-6015-6A24-61AE-6F42B27D3F3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52805" y="3817651"/>
                  <a:ext cx="122364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1" name="筆跡 20">
                  <a:extLst>
                    <a:ext uri="{FF2B5EF4-FFF2-40B4-BE49-F238E27FC236}">
                      <a16:creationId xmlns:a16="http://schemas.microsoft.com/office/drawing/2014/main" id="{AF9A2967-1FC5-AC2B-562E-6641F3BF8389}"/>
                    </a:ext>
                  </a:extLst>
                </p14:cNvPr>
                <p14:cNvContentPartPr/>
                <p14:nvPr/>
              </p14:nvContentPartPr>
              <p14:xfrm>
                <a:off x="588205" y="4234171"/>
                <a:ext cx="1845000" cy="609120"/>
              </p14:xfrm>
            </p:contentPart>
          </mc:Choice>
          <mc:Fallback>
            <p:pic>
              <p:nvPicPr>
                <p:cNvPr id="21" name="筆跡 20">
                  <a:extLst>
                    <a:ext uri="{FF2B5EF4-FFF2-40B4-BE49-F238E27FC236}">
                      <a16:creationId xmlns:a16="http://schemas.microsoft.com/office/drawing/2014/main" id="{AF9A2967-1FC5-AC2B-562E-6641F3BF838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25565" y="4171171"/>
                  <a:ext cx="1970640" cy="73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2" name="筆跡 21">
                  <a:extLst>
                    <a:ext uri="{FF2B5EF4-FFF2-40B4-BE49-F238E27FC236}">
                      <a16:creationId xmlns:a16="http://schemas.microsoft.com/office/drawing/2014/main" id="{46888111-AAAF-30C6-160E-FB8BFACEFCFF}"/>
                    </a:ext>
                  </a:extLst>
                </p14:cNvPr>
                <p14:cNvContentPartPr/>
                <p14:nvPr/>
              </p14:nvContentPartPr>
              <p14:xfrm>
                <a:off x="1156285" y="3594451"/>
                <a:ext cx="209520" cy="784080"/>
              </p14:xfrm>
            </p:contentPart>
          </mc:Choice>
          <mc:Fallback>
            <p:pic>
              <p:nvPicPr>
                <p:cNvPr id="22" name="筆跡 21">
                  <a:extLst>
                    <a:ext uri="{FF2B5EF4-FFF2-40B4-BE49-F238E27FC236}">
                      <a16:creationId xmlns:a16="http://schemas.microsoft.com/office/drawing/2014/main" id="{46888111-AAAF-30C6-160E-FB8BFACEFCF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93645" y="3531811"/>
                  <a:ext cx="335160" cy="90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5" name="筆跡 24">
                  <a:extLst>
                    <a:ext uri="{FF2B5EF4-FFF2-40B4-BE49-F238E27FC236}">
                      <a16:creationId xmlns:a16="http://schemas.microsoft.com/office/drawing/2014/main" id="{052E8A27-8E59-E9C5-C369-524DBCBB0F45}"/>
                    </a:ext>
                  </a:extLst>
                </p14:cNvPr>
                <p14:cNvContentPartPr/>
                <p14:nvPr/>
              </p14:nvContentPartPr>
              <p14:xfrm>
                <a:off x="1492525" y="3568891"/>
                <a:ext cx="155520" cy="647640"/>
              </p14:xfrm>
            </p:contentPart>
          </mc:Choice>
          <mc:Fallback>
            <p:pic>
              <p:nvPicPr>
                <p:cNvPr id="25" name="筆跡 24">
                  <a:extLst>
                    <a:ext uri="{FF2B5EF4-FFF2-40B4-BE49-F238E27FC236}">
                      <a16:creationId xmlns:a16="http://schemas.microsoft.com/office/drawing/2014/main" id="{052E8A27-8E59-E9C5-C369-524DBCBB0F4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429885" y="3506251"/>
                  <a:ext cx="281160" cy="77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6" name="筆跡 25">
                  <a:extLst>
                    <a:ext uri="{FF2B5EF4-FFF2-40B4-BE49-F238E27FC236}">
                      <a16:creationId xmlns:a16="http://schemas.microsoft.com/office/drawing/2014/main" id="{962369CE-6A64-E3A0-A9C7-8357A1B13373}"/>
                    </a:ext>
                  </a:extLst>
                </p14:cNvPr>
                <p14:cNvContentPartPr/>
                <p14:nvPr/>
              </p14:nvContentPartPr>
              <p14:xfrm>
                <a:off x="1311805" y="4970371"/>
                <a:ext cx="20880" cy="142920"/>
              </p14:xfrm>
            </p:contentPart>
          </mc:Choice>
          <mc:Fallback>
            <p:pic>
              <p:nvPicPr>
                <p:cNvPr id="26" name="筆跡 25">
                  <a:extLst>
                    <a:ext uri="{FF2B5EF4-FFF2-40B4-BE49-F238E27FC236}">
                      <a16:creationId xmlns:a16="http://schemas.microsoft.com/office/drawing/2014/main" id="{962369CE-6A64-E3A0-A9C7-8357A1B1337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248805" y="4907731"/>
                  <a:ext cx="1465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7" name="筆跡 26">
                  <a:extLst>
                    <a:ext uri="{FF2B5EF4-FFF2-40B4-BE49-F238E27FC236}">
                      <a16:creationId xmlns:a16="http://schemas.microsoft.com/office/drawing/2014/main" id="{E66ECDA4-CAE4-0B0F-3A93-C28199CDCDBC}"/>
                    </a:ext>
                  </a:extLst>
                </p14:cNvPr>
                <p14:cNvContentPartPr/>
                <p14:nvPr/>
              </p14:nvContentPartPr>
              <p14:xfrm>
                <a:off x="1726165" y="4879291"/>
                <a:ext cx="226800" cy="119880"/>
              </p14:xfrm>
            </p:contentPart>
          </mc:Choice>
          <mc:Fallback>
            <p:pic>
              <p:nvPicPr>
                <p:cNvPr id="27" name="筆跡 26">
                  <a:extLst>
                    <a:ext uri="{FF2B5EF4-FFF2-40B4-BE49-F238E27FC236}">
                      <a16:creationId xmlns:a16="http://schemas.microsoft.com/office/drawing/2014/main" id="{E66ECDA4-CAE4-0B0F-3A93-C28199CDCDB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663165" y="4816291"/>
                  <a:ext cx="352440" cy="24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群組 46">
            <a:extLst>
              <a:ext uri="{FF2B5EF4-FFF2-40B4-BE49-F238E27FC236}">
                <a16:creationId xmlns:a16="http://schemas.microsoft.com/office/drawing/2014/main" id="{E5FA71D0-4EDC-A8C1-9C19-5DEDE108FE9E}"/>
              </a:ext>
            </a:extLst>
          </p:cNvPr>
          <p:cNvGrpSpPr/>
          <p:nvPr/>
        </p:nvGrpSpPr>
        <p:grpSpPr>
          <a:xfrm>
            <a:off x="10394245" y="1140691"/>
            <a:ext cx="686520" cy="416160"/>
            <a:chOff x="10394245" y="1140691"/>
            <a:chExt cx="686520" cy="41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2" name="筆跡 31">
                  <a:extLst>
                    <a:ext uri="{FF2B5EF4-FFF2-40B4-BE49-F238E27FC236}">
                      <a16:creationId xmlns:a16="http://schemas.microsoft.com/office/drawing/2014/main" id="{CB73990D-A771-3143-FF31-F3EA3CC2DBC8}"/>
                    </a:ext>
                  </a:extLst>
                </p14:cNvPr>
                <p14:cNvContentPartPr/>
                <p14:nvPr/>
              </p14:nvContentPartPr>
              <p14:xfrm>
                <a:off x="10394245" y="1140691"/>
                <a:ext cx="605520" cy="397800"/>
              </p14:xfrm>
            </p:contentPart>
          </mc:Choice>
          <mc:Fallback>
            <p:pic>
              <p:nvPicPr>
                <p:cNvPr id="32" name="筆跡 31">
                  <a:extLst>
                    <a:ext uri="{FF2B5EF4-FFF2-40B4-BE49-F238E27FC236}">
                      <a16:creationId xmlns:a16="http://schemas.microsoft.com/office/drawing/2014/main" id="{CB73990D-A771-3143-FF31-F3EA3CC2DBC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331605" y="1078051"/>
                  <a:ext cx="73116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3" name="筆跡 32">
                  <a:extLst>
                    <a:ext uri="{FF2B5EF4-FFF2-40B4-BE49-F238E27FC236}">
                      <a16:creationId xmlns:a16="http://schemas.microsoft.com/office/drawing/2014/main" id="{25C0A548-FC57-098C-60C3-7EE75D0DE571}"/>
                    </a:ext>
                  </a:extLst>
                </p14:cNvPr>
                <p14:cNvContentPartPr/>
                <p14:nvPr/>
              </p14:nvContentPartPr>
              <p14:xfrm>
                <a:off x="10978885" y="1383691"/>
                <a:ext cx="101880" cy="173160"/>
              </p14:xfrm>
            </p:contentPart>
          </mc:Choice>
          <mc:Fallback>
            <p:pic>
              <p:nvPicPr>
                <p:cNvPr id="33" name="筆跡 32">
                  <a:extLst>
                    <a:ext uri="{FF2B5EF4-FFF2-40B4-BE49-F238E27FC236}">
                      <a16:creationId xmlns:a16="http://schemas.microsoft.com/office/drawing/2014/main" id="{25C0A548-FC57-098C-60C3-7EE75D0DE57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916245" y="1321051"/>
                  <a:ext cx="227520" cy="29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D010F146-54F7-933E-66EC-81CBF041BE37}"/>
              </a:ext>
            </a:extLst>
          </p:cNvPr>
          <p:cNvGrpSpPr/>
          <p:nvPr/>
        </p:nvGrpSpPr>
        <p:grpSpPr>
          <a:xfrm>
            <a:off x="10535365" y="1963651"/>
            <a:ext cx="472320" cy="435240"/>
            <a:chOff x="10535365" y="1963651"/>
            <a:chExt cx="472320" cy="43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4" name="筆跡 33">
                  <a:extLst>
                    <a:ext uri="{FF2B5EF4-FFF2-40B4-BE49-F238E27FC236}">
                      <a16:creationId xmlns:a16="http://schemas.microsoft.com/office/drawing/2014/main" id="{30D9C052-E49A-2E4C-4B66-4A2190F96F42}"/>
                    </a:ext>
                  </a:extLst>
                </p14:cNvPr>
                <p14:cNvContentPartPr/>
                <p14:nvPr/>
              </p14:nvContentPartPr>
              <p14:xfrm>
                <a:off x="10535365" y="1998571"/>
                <a:ext cx="54000" cy="217440"/>
              </p14:xfrm>
            </p:contentPart>
          </mc:Choice>
          <mc:Fallback>
            <p:pic>
              <p:nvPicPr>
                <p:cNvPr id="34" name="筆跡 33">
                  <a:extLst>
                    <a:ext uri="{FF2B5EF4-FFF2-40B4-BE49-F238E27FC236}">
                      <a16:creationId xmlns:a16="http://schemas.microsoft.com/office/drawing/2014/main" id="{30D9C052-E49A-2E4C-4B66-4A2190F96F4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472725" y="1935931"/>
                  <a:ext cx="17964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5" name="筆跡 34">
                  <a:extLst>
                    <a:ext uri="{FF2B5EF4-FFF2-40B4-BE49-F238E27FC236}">
                      <a16:creationId xmlns:a16="http://schemas.microsoft.com/office/drawing/2014/main" id="{D61B7CC2-ABC5-72F9-DE42-0BD1F1D61191}"/>
                    </a:ext>
                  </a:extLst>
                </p14:cNvPr>
                <p14:cNvContentPartPr/>
                <p14:nvPr/>
              </p14:nvContentPartPr>
              <p14:xfrm>
                <a:off x="10599445" y="1963651"/>
                <a:ext cx="408240" cy="279000"/>
              </p14:xfrm>
            </p:contentPart>
          </mc:Choice>
          <mc:Fallback>
            <p:pic>
              <p:nvPicPr>
                <p:cNvPr id="35" name="筆跡 34">
                  <a:extLst>
                    <a:ext uri="{FF2B5EF4-FFF2-40B4-BE49-F238E27FC236}">
                      <a16:creationId xmlns:a16="http://schemas.microsoft.com/office/drawing/2014/main" id="{D61B7CC2-ABC5-72F9-DE42-0BD1F1D6119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536805" y="1901011"/>
                  <a:ext cx="53388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6" name="筆跡 35">
                  <a:extLst>
                    <a:ext uri="{FF2B5EF4-FFF2-40B4-BE49-F238E27FC236}">
                      <a16:creationId xmlns:a16="http://schemas.microsoft.com/office/drawing/2014/main" id="{E2E1E16C-052C-2AC7-0831-84432BC96B10}"/>
                    </a:ext>
                  </a:extLst>
                </p14:cNvPr>
                <p14:cNvContentPartPr/>
                <p14:nvPr/>
              </p14:nvContentPartPr>
              <p14:xfrm>
                <a:off x="10745965" y="2398531"/>
                <a:ext cx="68400" cy="360"/>
              </p14:xfrm>
            </p:contentPart>
          </mc:Choice>
          <mc:Fallback>
            <p:pic>
              <p:nvPicPr>
                <p:cNvPr id="36" name="筆跡 35">
                  <a:extLst>
                    <a:ext uri="{FF2B5EF4-FFF2-40B4-BE49-F238E27FC236}">
                      <a16:creationId xmlns:a16="http://schemas.microsoft.com/office/drawing/2014/main" id="{E2E1E16C-052C-2AC7-0831-84432BC96B1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683325" y="2335891"/>
                  <a:ext cx="19404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334D0901-71A4-0AC0-6390-3C7B27BE4442}"/>
              </a:ext>
            </a:extLst>
          </p:cNvPr>
          <p:cNvGrpSpPr/>
          <p:nvPr/>
        </p:nvGrpSpPr>
        <p:grpSpPr>
          <a:xfrm>
            <a:off x="10473805" y="3479971"/>
            <a:ext cx="1101240" cy="1218600"/>
            <a:chOff x="10473805" y="3479971"/>
            <a:chExt cx="1101240" cy="121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7" name="筆跡 36">
                  <a:extLst>
                    <a:ext uri="{FF2B5EF4-FFF2-40B4-BE49-F238E27FC236}">
                      <a16:creationId xmlns:a16="http://schemas.microsoft.com/office/drawing/2014/main" id="{1EE0E0EA-4E97-2845-03CA-CC99A97B25E0}"/>
                    </a:ext>
                  </a:extLst>
                </p14:cNvPr>
                <p14:cNvContentPartPr/>
                <p14:nvPr/>
              </p14:nvContentPartPr>
              <p14:xfrm>
                <a:off x="10542925" y="3585451"/>
                <a:ext cx="102240" cy="68400"/>
              </p14:xfrm>
            </p:contentPart>
          </mc:Choice>
          <mc:Fallback>
            <p:pic>
              <p:nvPicPr>
                <p:cNvPr id="37" name="筆跡 36">
                  <a:extLst>
                    <a:ext uri="{FF2B5EF4-FFF2-40B4-BE49-F238E27FC236}">
                      <a16:creationId xmlns:a16="http://schemas.microsoft.com/office/drawing/2014/main" id="{1EE0E0EA-4E97-2845-03CA-CC99A97B25E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479925" y="3522811"/>
                  <a:ext cx="2278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8" name="筆跡 37">
                  <a:extLst>
                    <a:ext uri="{FF2B5EF4-FFF2-40B4-BE49-F238E27FC236}">
                      <a16:creationId xmlns:a16="http://schemas.microsoft.com/office/drawing/2014/main" id="{B7969300-51E2-E9DE-523A-3B5B2B52797C}"/>
                    </a:ext>
                  </a:extLst>
                </p14:cNvPr>
                <p14:cNvContentPartPr/>
                <p14:nvPr/>
              </p14:nvContentPartPr>
              <p14:xfrm>
                <a:off x="10553005" y="3800371"/>
                <a:ext cx="122760" cy="474480"/>
              </p14:xfrm>
            </p:contentPart>
          </mc:Choice>
          <mc:Fallback>
            <p:pic>
              <p:nvPicPr>
                <p:cNvPr id="38" name="筆跡 37">
                  <a:extLst>
                    <a:ext uri="{FF2B5EF4-FFF2-40B4-BE49-F238E27FC236}">
                      <a16:creationId xmlns:a16="http://schemas.microsoft.com/office/drawing/2014/main" id="{B7969300-51E2-E9DE-523A-3B5B2B52797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490005" y="3737371"/>
                  <a:ext cx="248400" cy="60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9" name="筆跡 38">
                  <a:extLst>
                    <a:ext uri="{FF2B5EF4-FFF2-40B4-BE49-F238E27FC236}">
                      <a16:creationId xmlns:a16="http://schemas.microsoft.com/office/drawing/2014/main" id="{B19C567C-A038-CE06-DC5D-BBA78469069B}"/>
                    </a:ext>
                  </a:extLst>
                </p14:cNvPr>
                <p14:cNvContentPartPr/>
                <p14:nvPr/>
              </p14:nvContentPartPr>
              <p14:xfrm>
                <a:off x="10473805" y="4410211"/>
                <a:ext cx="88560" cy="238320"/>
              </p14:xfrm>
            </p:contentPart>
          </mc:Choice>
          <mc:Fallback>
            <p:pic>
              <p:nvPicPr>
                <p:cNvPr id="39" name="筆跡 38">
                  <a:extLst>
                    <a:ext uri="{FF2B5EF4-FFF2-40B4-BE49-F238E27FC236}">
                      <a16:creationId xmlns:a16="http://schemas.microsoft.com/office/drawing/2014/main" id="{B19C567C-A038-CE06-DC5D-BBA78469069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411165" y="4347571"/>
                  <a:ext cx="21420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0" name="筆跡 39">
                  <a:extLst>
                    <a:ext uri="{FF2B5EF4-FFF2-40B4-BE49-F238E27FC236}">
                      <a16:creationId xmlns:a16="http://schemas.microsoft.com/office/drawing/2014/main" id="{DEC2743C-0E74-BCA3-08DF-65DA07E864BF}"/>
                    </a:ext>
                  </a:extLst>
                </p14:cNvPr>
                <p14:cNvContentPartPr/>
                <p14:nvPr/>
              </p14:nvContentPartPr>
              <p14:xfrm>
                <a:off x="10660285" y="4457371"/>
                <a:ext cx="170280" cy="207000"/>
              </p14:xfrm>
            </p:contentPart>
          </mc:Choice>
          <mc:Fallback>
            <p:pic>
              <p:nvPicPr>
                <p:cNvPr id="40" name="筆跡 39">
                  <a:extLst>
                    <a:ext uri="{FF2B5EF4-FFF2-40B4-BE49-F238E27FC236}">
                      <a16:creationId xmlns:a16="http://schemas.microsoft.com/office/drawing/2014/main" id="{DEC2743C-0E74-BCA3-08DF-65DA07E864B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597285" y="4394731"/>
                  <a:ext cx="29592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1" name="筆跡 40">
                  <a:extLst>
                    <a:ext uri="{FF2B5EF4-FFF2-40B4-BE49-F238E27FC236}">
                      <a16:creationId xmlns:a16="http://schemas.microsoft.com/office/drawing/2014/main" id="{646781CE-1750-B283-6ED7-17D90EBA7A89}"/>
                    </a:ext>
                  </a:extLst>
                </p14:cNvPr>
                <p14:cNvContentPartPr/>
                <p14:nvPr/>
              </p14:nvContentPartPr>
              <p14:xfrm>
                <a:off x="10679005" y="4649971"/>
                <a:ext cx="95400" cy="48600"/>
              </p14:xfrm>
            </p:contentPart>
          </mc:Choice>
          <mc:Fallback>
            <p:pic>
              <p:nvPicPr>
                <p:cNvPr id="41" name="筆跡 40">
                  <a:extLst>
                    <a:ext uri="{FF2B5EF4-FFF2-40B4-BE49-F238E27FC236}">
                      <a16:creationId xmlns:a16="http://schemas.microsoft.com/office/drawing/2014/main" id="{646781CE-1750-B283-6ED7-17D90EBA7A8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616365" y="4586971"/>
                  <a:ext cx="2210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8" name="筆跡 47">
                  <a:extLst>
                    <a:ext uri="{FF2B5EF4-FFF2-40B4-BE49-F238E27FC236}">
                      <a16:creationId xmlns:a16="http://schemas.microsoft.com/office/drawing/2014/main" id="{D3E8276C-16C7-DFC9-F7A9-CB158D8CEE14}"/>
                    </a:ext>
                  </a:extLst>
                </p14:cNvPr>
                <p14:cNvContentPartPr/>
                <p14:nvPr/>
              </p14:nvContentPartPr>
              <p14:xfrm>
                <a:off x="11116045" y="3479971"/>
                <a:ext cx="459000" cy="1183320"/>
              </p14:xfrm>
            </p:contentPart>
          </mc:Choice>
          <mc:Fallback>
            <p:pic>
              <p:nvPicPr>
                <p:cNvPr id="48" name="筆跡 47">
                  <a:extLst>
                    <a:ext uri="{FF2B5EF4-FFF2-40B4-BE49-F238E27FC236}">
                      <a16:creationId xmlns:a16="http://schemas.microsoft.com/office/drawing/2014/main" id="{D3E8276C-16C7-DFC9-F7A9-CB158D8CEE1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053045" y="3416971"/>
                  <a:ext cx="584640" cy="13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1" name="筆跡 50">
                  <a:extLst>
                    <a:ext uri="{FF2B5EF4-FFF2-40B4-BE49-F238E27FC236}">
                      <a16:creationId xmlns:a16="http://schemas.microsoft.com/office/drawing/2014/main" id="{C75B7FF2-DE2D-A322-E881-1D7812BFD7AC}"/>
                    </a:ext>
                  </a:extLst>
                </p14:cNvPr>
                <p14:cNvContentPartPr/>
                <p14:nvPr/>
              </p14:nvContentPartPr>
              <p14:xfrm>
                <a:off x="10970605" y="3868411"/>
                <a:ext cx="197280" cy="20880"/>
              </p14:xfrm>
            </p:contentPart>
          </mc:Choice>
          <mc:Fallback>
            <p:pic>
              <p:nvPicPr>
                <p:cNvPr id="51" name="筆跡 50">
                  <a:extLst>
                    <a:ext uri="{FF2B5EF4-FFF2-40B4-BE49-F238E27FC236}">
                      <a16:creationId xmlns:a16="http://schemas.microsoft.com/office/drawing/2014/main" id="{C75B7FF2-DE2D-A322-E881-1D7812BFD7A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907605" y="3805771"/>
                  <a:ext cx="3229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2" name="筆跡 51">
                  <a:extLst>
                    <a:ext uri="{FF2B5EF4-FFF2-40B4-BE49-F238E27FC236}">
                      <a16:creationId xmlns:a16="http://schemas.microsoft.com/office/drawing/2014/main" id="{973C5D4A-E99A-B127-4228-216A53CBD6B1}"/>
                    </a:ext>
                  </a:extLst>
                </p14:cNvPr>
                <p14:cNvContentPartPr/>
                <p14:nvPr/>
              </p14:nvContentPartPr>
              <p14:xfrm>
                <a:off x="10996165" y="4169011"/>
                <a:ext cx="24480" cy="170280"/>
              </p14:xfrm>
            </p:contentPart>
          </mc:Choice>
          <mc:Fallback>
            <p:pic>
              <p:nvPicPr>
                <p:cNvPr id="52" name="筆跡 51">
                  <a:extLst>
                    <a:ext uri="{FF2B5EF4-FFF2-40B4-BE49-F238E27FC236}">
                      <a16:creationId xmlns:a16="http://schemas.microsoft.com/office/drawing/2014/main" id="{973C5D4A-E99A-B127-4228-216A53CBD6B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933165" y="4106371"/>
                  <a:ext cx="1501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3" name="筆跡 52">
                  <a:extLst>
                    <a:ext uri="{FF2B5EF4-FFF2-40B4-BE49-F238E27FC236}">
                      <a16:creationId xmlns:a16="http://schemas.microsoft.com/office/drawing/2014/main" id="{038A6CDA-23DB-2607-06E6-694A3E9F501D}"/>
                    </a:ext>
                  </a:extLst>
                </p14:cNvPr>
                <p14:cNvContentPartPr/>
                <p14:nvPr/>
              </p14:nvContentPartPr>
              <p14:xfrm>
                <a:off x="11057005" y="4143451"/>
                <a:ext cx="253440" cy="240840"/>
              </p14:xfrm>
            </p:contentPart>
          </mc:Choice>
          <mc:Fallback>
            <p:pic>
              <p:nvPicPr>
                <p:cNvPr id="53" name="筆跡 52">
                  <a:extLst>
                    <a:ext uri="{FF2B5EF4-FFF2-40B4-BE49-F238E27FC236}">
                      <a16:creationId xmlns:a16="http://schemas.microsoft.com/office/drawing/2014/main" id="{038A6CDA-23DB-2607-06E6-694A3E9F501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994005" y="4080451"/>
                  <a:ext cx="37908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4" name="筆跡 53">
                  <a:extLst>
                    <a:ext uri="{FF2B5EF4-FFF2-40B4-BE49-F238E27FC236}">
                      <a16:creationId xmlns:a16="http://schemas.microsoft.com/office/drawing/2014/main" id="{E8C25539-F10A-A5EE-AC86-8261E690D766}"/>
                    </a:ext>
                  </a:extLst>
                </p14:cNvPr>
                <p14:cNvContentPartPr/>
                <p14:nvPr/>
              </p14:nvContentPartPr>
              <p14:xfrm>
                <a:off x="11108485" y="4434691"/>
                <a:ext cx="156240" cy="20880"/>
              </p14:xfrm>
            </p:contentPart>
          </mc:Choice>
          <mc:Fallback>
            <p:pic>
              <p:nvPicPr>
                <p:cNvPr id="54" name="筆跡 53">
                  <a:extLst>
                    <a:ext uri="{FF2B5EF4-FFF2-40B4-BE49-F238E27FC236}">
                      <a16:creationId xmlns:a16="http://schemas.microsoft.com/office/drawing/2014/main" id="{E8C25539-F10A-A5EE-AC86-8261E690D76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045485" y="4372051"/>
                  <a:ext cx="281880" cy="146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2961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FD1F3-2C92-FD58-6A35-D0D5B50BE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E8DFF12-9330-E47C-26F1-3CD68DB97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078" y="0"/>
            <a:ext cx="7447844" cy="687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106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19F1B-C2CD-F5B3-B593-87C1BAC00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D5E8B64-D9E8-8528-F3E3-3CF962EDC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33" y="0"/>
            <a:ext cx="9313333" cy="686082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B1CF7178-BA56-0183-F052-A8163851A3AF}"/>
                  </a:ext>
                </a:extLst>
              </p14:cNvPr>
              <p14:cNvContentPartPr/>
              <p14:nvPr/>
            </p14:nvContentPartPr>
            <p14:xfrm>
              <a:off x="7225336" y="3816575"/>
              <a:ext cx="855000" cy="925200"/>
            </p14:xfrm>
          </p:contentPart>
        </mc:Choice>
        <mc:Fallback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B1CF7178-BA56-0183-F052-A8163851A3A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62696" y="3753935"/>
                <a:ext cx="980640" cy="10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A13F1216-C551-A1C7-2CEB-4E7B4D53CF13}"/>
                  </a:ext>
                </a:extLst>
              </p14:cNvPr>
              <p14:cNvContentPartPr/>
              <p14:nvPr/>
            </p14:nvContentPartPr>
            <p14:xfrm>
              <a:off x="7109416" y="4496255"/>
              <a:ext cx="1131840" cy="2863080"/>
            </p14:xfrm>
          </p:contentPart>
        </mc:Choice>
        <mc:Fallback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A13F1216-C551-A1C7-2CEB-4E7B4D53CF1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46416" y="4433255"/>
                <a:ext cx="1257480" cy="29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DF64CFB3-1660-4635-A125-2463A3E41ABE}"/>
                  </a:ext>
                </a:extLst>
              </p14:cNvPr>
              <p14:cNvContentPartPr/>
              <p14:nvPr/>
            </p14:nvContentPartPr>
            <p14:xfrm>
              <a:off x="7284736" y="4059575"/>
              <a:ext cx="199440" cy="325800"/>
            </p14:xfrm>
          </p:contentPart>
        </mc:Choice>
        <mc:Fallback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DF64CFB3-1660-4635-A125-2463A3E41AB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22096" y="3996575"/>
                <a:ext cx="325080" cy="451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群組 11">
            <a:extLst>
              <a:ext uri="{FF2B5EF4-FFF2-40B4-BE49-F238E27FC236}">
                <a16:creationId xmlns:a16="http://schemas.microsoft.com/office/drawing/2014/main" id="{4BBFABA1-3F98-2675-94F2-DF1D31848E57}"/>
              </a:ext>
            </a:extLst>
          </p:cNvPr>
          <p:cNvGrpSpPr/>
          <p:nvPr/>
        </p:nvGrpSpPr>
        <p:grpSpPr>
          <a:xfrm>
            <a:off x="7827976" y="4089815"/>
            <a:ext cx="172440" cy="255240"/>
            <a:chOff x="7827976" y="4089815"/>
            <a:chExt cx="172440" cy="25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筆跡 7">
                  <a:extLst>
                    <a:ext uri="{FF2B5EF4-FFF2-40B4-BE49-F238E27FC236}">
                      <a16:creationId xmlns:a16="http://schemas.microsoft.com/office/drawing/2014/main" id="{223ADA7D-3C62-753D-CC84-2CFFAE55564A}"/>
                    </a:ext>
                  </a:extLst>
                </p14:cNvPr>
                <p14:cNvContentPartPr/>
                <p14:nvPr/>
              </p14:nvContentPartPr>
              <p14:xfrm>
                <a:off x="7827976" y="4100615"/>
                <a:ext cx="172440" cy="244440"/>
              </p14:xfrm>
            </p:contentPart>
          </mc:Choice>
          <mc:Fallback>
            <p:pic>
              <p:nvPicPr>
                <p:cNvPr id="8" name="筆跡 7">
                  <a:extLst>
                    <a:ext uri="{FF2B5EF4-FFF2-40B4-BE49-F238E27FC236}">
                      <a16:creationId xmlns:a16="http://schemas.microsoft.com/office/drawing/2014/main" id="{223ADA7D-3C62-753D-CC84-2CFFAE55564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764976" y="4037615"/>
                  <a:ext cx="29808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筆跡 9">
                  <a:extLst>
                    <a:ext uri="{FF2B5EF4-FFF2-40B4-BE49-F238E27FC236}">
                      <a16:creationId xmlns:a16="http://schemas.microsoft.com/office/drawing/2014/main" id="{5B77D615-A49F-9C82-0293-BD0DB0456DAE}"/>
                    </a:ext>
                  </a:extLst>
                </p14:cNvPr>
                <p14:cNvContentPartPr/>
                <p14:nvPr/>
              </p14:nvContentPartPr>
              <p14:xfrm>
                <a:off x="7857136" y="4089815"/>
                <a:ext cx="105120" cy="245520"/>
              </p14:xfrm>
            </p:contentPart>
          </mc:Choice>
          <mc:Fallback>
            <p:pic>
              <p:nvPicPr>
                <p:cNvPr id="10" name="筆跡 9">
                  <a:extLst>
                    <a:ext uri="{FF2B5EF4-FFF2-40B4-BE49-F238E27FC236}">
                      <a16:creationId xmlns:a16="http://schemas.microsoft.com/office/drawing/2014/main" id="{5B77D615-A49F-9C82-0293-BD0DB0456DA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794136" y="4027175"/>
                  <a:ext cx="230760" cy="37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3" name="筆跡 12">
                <a:extLst>
                  <a:ext uri="{FF2B5EF4-FFF2-40B4-BE49-F238E27FC236}">
                    <a16:creationId xmlns:a16="http://schemas.microsoft.com/office/drawing/2014/main" id="{4993F4DA-5467-86C0-CD7B-33BA5182ACCB}"/>
                  </a:ext>
                </a:extLst>
              </p14:cNvPr>
              <p14:cNvContentPartPr/>
              <p14:nvPr/>
            </p14:nvContentPartPr>
            <p14:xfrm>
              <a:off x="7304176" y="4122215"/>
              <a:ext cx="172440" cy="190800"/>
            </p14:xfrm>
          </p:contentPart>
        </mc:Choice>
        <mc:Fallback>
          <p:pic>
            <p:nvPicPr>
              <p:cNvPr id="13" name="筆跡 12">
                <a:extLst>
                  <a:ext uri="{FF2B5EF4-FFF2-40B4-BE49-F238E27FC236}">
                    <a16:creationId xmlns:a16="http://schemas.microsoft.com/office/drawing/2014/main" id="{4993F4DA-5467-86C0-CD7B-33BA5182ACC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286176" y="4104575"/>
                <a:ext cx="20808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4" name="筆跡 13">
                <a:extLst>
                  <a:ext uri="{FF2B5EF4-FFF2-40B4-BE49-F238E27FC236}">
                    <a16:creationId xmlns:a16="http://schemas.microsoft.com/office/drawing/2014/main" id="{011A03CE-AD27-F82E-001D-4510CC99DD21}"/>
                  </a:ext>
                </a:extLst>
              </p14:cNvPr>
              <p14:cNvContentPartPr/>
              <p14:nvPr/>
            </p14:nvContentPartPr>
            <p14:xfrm>
              <a:off x="7853896" y="4119695"/>
              <a:ext cx="152640" cy="187920"/>
            </p14:xfrm>
          </p:contentPart>
        </mc:Choice>
        <mc:Fallback>
          <p:pic>
            <p:nvPicPr>
              <p:cNvPr id="14" name="筆跡 13">
                <a:extLst>
                  <a:ext uri="{FF2B5EF4-FFF2-40B4-BE49-F238E27FC236}">
                    <a16:creationId xmlns:a16="http://schemas.microsoft.com/office/drawing/2014/main" id="{011A03CE-AD27-F82E-001D-4510CC99DD2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835896" y="4101695"/>
                <a:ext cx="18828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5" name="筆跡 14">
                <a:extLst>
                  <a:ext uri="{FF2B5EF4-FFF2-40B4-BE49-F238E27FC236}">
                    <a16:creationId xmlns:a16="http://schemas.microsoft.com/office/drawing/2014/main" id="{7C5F8663-C1ED-CAF4-0532-B2186E79DD64}"/>
                  </a:ext>
                </a:extLst>
              </p14:cNvPr>
              <p14:cNvContentPartPr/>
              <p14:nvPr/>
            </p14:nvContentPartPr>
            <p14:xfrm>
              <a:off x="6152176" y="4782095"/>
              <a:ext cx="3352320" cy="884520"/>
            </p14:xfrm>
          </p:contentPart>
        </mc:Choice>
        <mc:Fallback>
          <p:pic>
            <p:nvPicPr>
              <p:cNvPr id="15" name="筆跡 14">
                <a:extLst>
                  <a:ext uri="{FF2B5EF4-FFF2-40B4-BE49-F238E27FC236}">
                    <a16:creationId xmlns:a16="http://schemas.microsoft.com/office/drawing/2014/main" id="{7C5F8663-C1ED-CAF4-0532-B2186E79DD6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134176" y="4764095"/>
                <a:ext cx="3387960" cy="92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群組 40">
            <a:extLst>
              <a:ext uri="{FF2B5EF4-FFF2-40B4-BE49-F238E27FC236}">
                <a16:creationId xmlns:a16="http://schemas.microsoft.com/office/drawing/2014/main" id="{50B123C6-8F67-87D7-71BF-ED003FF0F585}"/>
              </a:ext>
            </a:extLst>
          </p:cNvPr>
          <p:cNvGrpSpPr/>
          <p:nvPr/>
        </p:nvGrpSpPr>
        <p:grpSpPr>
          <a:xfrm>
            <a:off x="8476336" y="3109895"/>
            <a:ext cx="1898280" cy="1778040"/>
            <a:chOff x="8476336" y="3109895"/>
            <a:chExt cx="1898280" cy="177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6" name="筆跡 15">
                  <a:extLst>
                    <a:ext uri="{FF2B5EF4-FFF2-40B4-BE49-F238E27FC236}">
                      <a16:creationId xmlns:a16="http://schemas.microsoft.com/office/drawing/2014/main" id="{46740CEB-0CC5-6356-D1A8-C87AA5E1ED62}"/>
                    </a:ext>
                  </a:extLst>
                </p14:cNvPr>
                <p14:cNvContentPartPr/>
                <p14:nvPr/>
              </p14:nvContentPartPr>
              <p14:xfrm>
                <a:off x="8481016" y="3252455"/>
                <a:ext cx="307080" cy="129600"/>
              </p14:xfrm>
            </p:contentPart>
          </mc:Choice>
          <mc:Fallback>
            <p:pic>
              <p:nvPicPr>
                <p:cNvPr id="16" name="筆跡 15">
                  <a:extLst>
                    <a:ext uri="{FF2B5EF4-FFF2-40B4-BE49-F238E27FC236}">
                      <a16:creationId xmlns:a16="http://schemas.microsoft.com/office/drawing/2014/main" id="{46740CEB-0CC5-6356-D1A8-C87AA5E1ED6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418376" y="3189815"/>
                  <a:ext cx="4327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" name="筆跡 16">
                  <a:extLst>
                    <a:ext uri="{FF2B5EF4-FFF2-40B4-BE49-F238E27FC236}">
                      <a16:creationId xmlns:a16="http://schemas.microsoft.com/office/drawing/2014/main" id="{64F60011-BADD-FAC0-0FA2-22D1262696C0}"/>
                    </a:ext>
                  </a:extLst>
                </p14:cNvPr>
                <p14:cNvContentPartPr/>
                <p14:nvPr/>
              </p14:nvContentPartPr>
              <p14:xfrm>
                <a:off x="8476336" y="3522455"/>
                <a:ext cx="420480" cy="149040"/>
              </p14:xfrm>
            </p:contentPart>
          </mc:Choice>
          <mc:Fallback>
            <p:pic>
              <p:nvPicPr>
                <p:cNvPr id="17" name="筆跡 16">
                  <a:extLst>
                    <a:ext uri="{FF2B5EF4-FFF2-40B4-BE49-F238E27FC236}">
                      <a16:creationId xmlns:a16="http://schemas.microsoft.com/office/drawing/2014/main" id="{64F60011-BADD-FAC0-0FA2-22D1262696C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413696" y="3459815"/>
                  <a:ext cx="54612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8" name="筆跡 17">
                  <a:extLst>
                    <a:ext uri="{FF2B5EF4-FFF2-40B4-BE49-F238E27FC236}">
                      <a16:creationId xmlns:a16="http://schemas.microsoft.com/office/drawing/2014/main" id="{EE4CBF99-9454-4EA6-A142-25A415526C5D}"/>
                    </a:ext>
                  </a:extLst>
                </p14:cNvPr>
                <p14:cNvContentPartPr/>
                <p14:nvPr/>
              </p14:nvContentPartPr>
              <p14:xfrm>
                <a:off x="8618896" y="3907655"/>
                <a:ext cx="218880" cy="71640"/>
              </p14:xfrm>
            </p:contentPart>
          </mc:Choice>
          <mc:Fallback>
            <p:pic>
              <p:nvPicPr>
                <p:cNvPr id="18" name="筆跡 17">
                  <a:extLst>
                    <a:ext uri="{FF2B5EF4-FFF2-40B4-BE49-F238E27FC236}">
                      <a16:creationId xmlns:a16="http://schemas.microsoft.com/office/drawing/2014/main" id="{EE4CBF99-9454-4EA6-A142-25A415526C5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556256" y="3845015"/>
                  <a:ext cx="3445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1" name="筆跡 20">
                  <a:extLst>
                    <a:ext uri="{FF2B5EF4-FFF2-40B4-BE49-F238E27FC236}">
                      <a16:creationId xmlns:a16="http://schemas.microsoft.com/office/drawing/2014/main" id="{7A18F664-EC93-8BAC-CAD5-8503EA1DFFD6}"/>
                    </a:ext>
                  </a:extLst>
                </p14:cNvPr>
                <p14:cNvContentPartPr/>
                <p14:nvPr/>
              </p14:nvContentPartPr>
              <p14:xfrm>
                <a:off x="8728696" y="4232375"/>
                <a:ext cx="77760" cy="16560"/>
              </p14:xfrm>
            </p:contentPart>
          </mc:Choice>
          <mc:Fallback>
            <p:pic>
              <p:nvPicPr>
                <p:cNvPr id="21" name="筆跡 20">
                  <a:extLst>
                    <a:ext uri="{FF2B5EF4-FFF2-40B4-BE49-F238E27FC236}">
                      <a16:creationId xmlns:a16="http://schemas.microsoft.com/office/drawing/2014/main" id="{7A18F664-EC93-8BAC-CAD5-8503EA1DFFD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665696" y="4169375"/>
                  <a:ext cx="2034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4" name="筆跡 23">
                  <a:extLst>
                    <a:ext uri="{FF2B5EF4-FFF2-40B4-BE49-F238E27FC236}">
                      <a16:creationId xmlns:a16="http://schemas.microsoft.com/office/drawing/2014/main" id="{47D1CC84-FD50-9E5E-9569-191A7F220470}"/>
                    </a:ext>
                  </a:extLst>
                </p14:cNvPr>
                <p14:cNvContentPartPr/>
                <p14:nvPr/>
              </p14:nvContentPartPr>
              <p14:xfrm>
                <a:off x="8572816" y="4610735"/>
                <a:ext cx="621000" cy="277200"/>
              </p14:xfrm>
            </p:contentPart>
          </mc:Choice>
          <mc:Fallback>
            <p:pic>
              <p:nvPicPr>
                <p:cNvPr id="24" name="筆跡 23">
                  <a:extLst>
                    <a:ext uri="{FF2B5EF4-FFF2-40B4-BE49-F238E27FC236}">
                      <a16:creationId xmlns:a16="http://schemas.microsoft.com/office/drawing/2014/main" id="{47D1CC84-FD50-9E5E-9569-191A7F22047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510176" y="4547735"/>
                  <a:ext cx="74664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5" name="筆跡 24">
                  <a:extLst>
                    <a:ext uri="{FF2B5EF4-FFF2-40B4-BE49-F238E27FC236}">
                      <a16:creationId xmlns:a16="http://schemas.microsoft.com/office/drawing/2014/main" id="{8F5A253B-B670-664E-1C5D-22611250EDF1}"/>
                    </a:ext>
                  </a:extLst>
                </p14:cNvPr>
                <p14:cNvContentPartPr/>
                <p14:nvPr/>
              </p14:nvContentPartPr>
              <p14:xfrm>
                <a:off x="8911936" y="3109895"/>
                <a:ext cx="547920" cy="871920"/>
              </p14:xfrm>
            </p:contentPart>
          </mc:Choice>
          <mc:Fallback>
            <p:pic>
              <p:nvPicPr>
                <p:cNvPr id="25" name="筆跡 24">
                  <a:extLst>
                    <a:ext uri="{FF2B5EF4-FFF2-40B4-BE49-F238E27FC236}">
                      <a16:creationId xmlns:a16="http://schemas.microsoft.com/office/drawing/2014/main" id="{8F5A253B-B670-664E-1C5D-22611250EDF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848936" y="3047255"/>
                  <a:ext cx="673560" cy="9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6" name="筆跡 25">
                  <a:extLst>
                    <a:ext uri="{FF2B5EF4-FFF2-40B4-BE49-F238E27FC236}">
                      <a16:creationId xmlns:a16="http://schemas.microsoft.com/office/drawing/2014/main" id="{0C1D9BBE-1672-E78F-0F2A-9AE5E8033712}"/>
                    </a:ext>
                  </a:extLst>
                </p14:cNvPr>
                <p14:cNvContentPartPr/>
                <p14:nvPr/>
              </p14:nvContentPartPr>
              <p14:xfrm>
                <a:off x="9297496" y="3839255"/>
                <a:ext cx="233280" cy="748440"/>
              </p14:xfrm>
            </p:contentPart>
          </mc:Choice>
          <mc:Fallback>
            <p:pic>
              <p:nvPicPr>
                <p:cNvPr id="26" name="筆跡 25">
                  <a:extLst>
                    <a:ext uri="{FF2B5EF4-FFF2-40B4-BE49-F238E27FC236}">
                      <a16:creationId xmlns:a16="http://schemas.microsoft.com/office/drawing/2014/main" id="{0C1D9BBE-1672-E78F-0F2A-9AE5E803371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234856" y="3776615"/>
                  <a:ext cx="358920" cy="87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7" name="筆跡 26">
                  <a:extLst>
                    <a:ext uri="{FF2B5EF4-FFF2-40B4-BE49-F238E27FC236}">
                      <a16:creationId xmlns:a16="http://schemas.microsoft.com/office/drawing/2014/main" id="{44202FED-D1CD-3D1B-3EA9-CC174305BEB4}"/>
                    </a:ext>
                  </a:extLst>
                </p14:cNvPr>
                <p14:cNvContentPartPr/>
                <p14:nvPr/>
              </p14:nvContentPartPr>
              <p14:xfrm>
                <a:off x="9455536" y="3679415"/>
                <a:ext cx="622800" cy="1053360"/>
              </p14:xfrm>
            </p:contentPart>
          </mc:Choice>
          <mc:Fallback>
            <p:pic>
              <p:nvPicPr>
                <p:cNvPr id="27" name="筆跡 26">
                  <a:extLst>
                    <a:ext uri="{FF2B5EF4-FFF2-40B4-BE49-F238E27FC236}">
                      <a16:creationId xmlns:a16="http://schemas.microsoft.com/office/drawing/2014/main" id="{44202FED-D1CD-3D1B-3EA9-CC174305BEB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392536" y="3616775"/>
                  <a:ext cx="748440" cy="11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8" name="筆跡 27">
                  <a:extLst>
                    <a:ext uri="{FF2B5EF4-FFF2-40B4-BE49-F238E27FC236}">
                      <a16:creationId xmlns:a16="http://schemas.microsoft.com/office/drawing/2014/main" id="{0634E433-7F84-2819-3641-A904E95C631B}"/>
                    </a:ext>
                  </a:extLst>
                </p14:cNvPr>
                <p14:cNvContentPartPr/>
                <p14:nvPr/>
              </p14:nvContentPartPr>
              <p14:xfrm>
                <a:off x="9636256" y="3503735"/>
                <a:ext cx="245880" cy="1281600"/>
              </p14:xfrm>
            </p:contentPart>
          </mc:Choice>
          <mc:Fallback>
            <p:pic>
              <p:nvPicPr>
                <p:cNvPr id="28" name="筆跡 27">
                  <a:extLst>
                    <a:ext uri="{FF2B5EF4-FFF2-40B4-BE49-F238E27FC236}">
                      <a16:creationId xmlns:a16="http://schemas.microsoft.com/office/drawing/2014/main" id="{0634E433-7F84-2819-3641-A904E95C631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573256" y="3440735"/>
                  <a:ext cx="371520" cy="140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1" name="筆跡 30">
                  <a:extLst>
                    <a:ext uri="{FF2B5EF4-FFF2-40B4-BE49-F238E27FC236}">
                      <a16:creationId xmlns:a16="http://schemas.microsoft.com/office/drawing/2014/main" id="{E395D0C0-906D-7355-F913-46B372796A64}"/>
                    </a:ext>
                  </a:extLst>
                </p14:cNvPr>
                <p14:cNvContentPartPr/>
                <p14:nvPr/>
              </p14:nvContentPartPr>
              <p14:xfrm>
                <a:off x="9868816" y="3675815"/>
                <a:ext cx="184320" cy="127080"/>
              </p14:xfrm>
            </p:contentPart>
          </mc:Choice>
          <mc:Fallback>
            <p:pic>
              <p:nvPicPr>
                <p:cNvPr id="31" name="筆跡 30">
                  <a:extLst>
                    <a:ext uri="{FF2B5EF4-FFF2-40B4-BE49-F238E27FC236}">
                      <a16:creationId xmlns:a16="http://schemas.microsoft.com/office/drawing/2014/main" id="{E395D0C0-906D-7355-F913-46B372796A6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806176" y="3613175"/>
                  <a:ext cx="3099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4" name="筆跡 33">
                  <a:extLst>
                    <a:ext uri="{FF2B5EF4-FFF2-40B4-BE49-F238E27FC236}">
                      <a16:creationId xmlns:a16="http://schemas.microsoft.com/office/drawing/2014/main" id="{62C57A81-8A96-9F16-3589-12FEDCC50D54}"/>
                    </a:ext>
                  </a:extLst>
                </p14:cNvPr>
                <p14:cNvContentPartPr/>
                <p14:nvPr/>
              </p14:nvContentPartPr>
              <p14:xfrm>
                <a:off x="9929296" y="4246055"/>
                <a:ext cx="217440" cy="278280"/>
              </p14:xfrm>
            </p:contentPart>
          </mc:Choice>
          <mc:Fallback>
            <p:pic>
              <p:nvPicPr>
                <p:cNvPr id="34" name="筆跡 33">
                  <a:extLst>
                    <a:ext uri="{FF2B5EF4-FFF2-40B4-BE49-F238E27FC236}">
                      <a16:creationId xmlns:a16="http://schemas.microsoft.com/office/drawing/2014/main" id="{62C57A81-8A96-9F16-3589-12FEDCC50D5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866656" y="4183415"/>
                  <a:ext cx="34308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5" name="筆跡 34">
                  <a:extLst>
                    <a:ext uri="{FF2B5EF4-FFF2-40B4-BE49-F238E27FC236}">
                      <a16:creationId xmlns:a16="http://schemas.microsoft.com/office/drawing/2014/main" id="{0BC91257-A337-F8D2-2491-20315FE1E19E}"/>
                    </a:ext>
                  </a:extLst>
                </p14:cNvPr>
                <p14:cNvContentPartPr/>
                <p14:nvPr/>
              </p14:nvContentPartPr>
              <p14:xfrm>
                <a:off x="9624736" y="4608215"/>
                <a:ext cx="38160" cy="130680"/>
              </p14:xfrm>
            </p:contentPart>
          </mc:Choice>
          <mc:Fallback>
            <p:pic>
              <p:nvPicPr>
                <p:cNvPr id="35" name="筆跡 34">
                  <a:extLst>
                    <a:ext uri="{FF2B5EF4-FFF2-40B4-BE49-F238E27FC236}">
                      <a16:creationId xmlns:a16="http://schemas.microsoft.com/office/drawing/2014/main" id="{0BC91257-A337-F8D2-2491-20315FE1E19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562096" y="4545575"/>
                  <a:ext cx="1638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6" name="筆跡 35">
                  <a:extLst>
                    <a:ext uri="{FF2B5EF4-FFF2-40B4-BE49-F238E27FC236}">
                      <a16:creationId xmlns:a16="http://schemas.microsoft.com/office/drawing/2014/main" id="{0AC43D04-9ECC-EB0F-9478-80DFF040A42D}"/>
                    </a:ext>
                  </a:extLst>
                </p14:cNvPr>
                <p14:cNvContentPartPr/>
                <p14:nvPr/>
              </p14:nvContentPartPr>
              <p14:xfrm>
                <a:off x="9682696" y="4686335"/>
                <a:ext cx="691920" cy="164520"/>
              </p14:xfrm>
            </p:contentPart>
          </mc:Choice>
          <mc:Fallback>
            <p:pic>
              <p:nvPicPr>
                <p:cNvPr id="36" name="筆跡 35">
                  <a:extLst>
                    <a:ext uri="{FF2B5EF4-FFF2-40B4-BE49-F238E27FC236}">
                      <a16:creationId xmlns:a16="http://schemas.microsoft.com/office/drawing/2014/main" id="{0AC43D04-9ECC-EB0F-9478-80DFF040A42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619696" y="4623695"/>
                  <a:ext cx="8175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9" name="筆跡 38">
                  <a:extLst>
                    <a:ext uri="{FF2B5EF4-FFF2-40B4-BE49-F238E27FC236}">
                      <a16:creationId xmlns:a16="http://schemas.microsoft.com/office/drawing/2014/main" id="{C2DB9D6E-F6F2-B561-0C2D-8DC888DA95FA}"/>
                    </a:ext>
                  </a:extLst>
                </p14:cNvPr>
                <p14:cNvContentPartPr/>
                <p14:nvPr/>
              </p14:nvContentPartPr>
              <p14:xfrm>
                <a:off x="8629336" y="4307615"/>
                <a:ext cx="360" cy="360"/>
              </p14:xfrm>
            </p:contentPart>
          </mc:Choice>
          <mc:Fallback>
            <p:pic>
              <p:nvPicPr>
                <p:cNvPr id="39" name="筆跡 38">
                  <a:extLst>
                    <a:ext uri="{FF2B5EF4-FFF2-40B4-BE49-F238E27FC236}">
                      <a16:creationId xmlns:a16="http://schemas.microsoft.com/office/drawing/2014/main" id="{C2DB9D6E-F6F2-B561-0C2D-8DC888DA95F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566696" y="424497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17304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1CBFB-B103-5857-4DD2-7BFBB20B8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752152E-416B-89EA-60F3-F4B70D86B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33" y="0"/>
            <a:ext cx="9313333" cy="686082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AAF617CB-8D8A-D804-F52E-1110F8D727BC}"/>
                  </a:ext>
                </a:extLst>
              </p14:cNvPr>
              <p14:cNvContentPartPr/>
              <p14:nvPr/>
            </p14:nvContentPartPr>
            <p14:xfrm>
              <a:off x="7768206" y="4222741"/>
              <a:ext cx="105840" cy="265320"/>
            </p14:xfrm>
          </p:contentPart>
        </mc:Choice>
        <mc:Fallback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AAF617CB-8D8A-D804-F52E-1110F8D727B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63886" y="4218421"/>
                <a:ext cx="11448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F78A2A56-40D6-1158-5C2A-D7ACDF2D55AC}"/>
                  </a:ext>
                </a:extLst>
              </p14:cNvPr>
              <p14:cNvContentPartPr/>
              <p14:nvPr/>
            </p14:nvContentPartPr>
            <p14:xfrm>
              <a:off x="7784046" y="4245421"/>
              <a:ext cx="131760" cy="248400"/>
            </p14:xfrm>
          </p:contentPart>
        </mc:Choice>
        <mc:Fallback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F78A2A56-40D6-1158-5C2A-D7ACDF2D55A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79726" y="4241101"/>
                <a:ext cx="140400" cy="25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6319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302DFC57-E3D5-EF81-EE33-87BF239A57F9}"/>
              </a:ext>
            </a:extLst>
          </p:cNvPr>
          <p:cNvSpPr txBox="1"/>
          <p:nvPr/>
        </p:nvSpPr>
        <p:spPr>
          <a:xfrm>
            <a:off x="2082799" y="2519571"/>
            <a:ext cx="8026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6600" dirty="0">
                <a:latin typeface="Kaiti SC" panose="02010600040101010101" pitchFamily="2" charset="-122"/>
                <a:ea typeface="Kaiti SC" panose="02010600040101010101" pitchFamily="2" charset="-122"/>
                <a:cs typeface="Yuppy SC" panose="020F0603040207020204" pitchFamily="34" charset="-122"/>
              </a:rPr>
              <a:t>生硬的中場休息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5C34445-758F-2E28-AF22-4327FF0B8E97}"/>
              </a:ext>
            </a:extLst>
          </p:cNvPr>
          <p:cNvSpPr txBox="1"/>
          <p:nvPr/>
        </p:nvSpPr>
        <p:spPr>
          <a:xfrm>
            <a:off x="-865572" y="1222444"/>
            <a:ext cx="2214978" cy="7786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50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merican Typewriter" panose="02090604020004020304" pitchFamily="18" charset="0"/>
                <a:ea typeface="Apple Symbols" panose="02000000000000000000" pitchFamily="2" charset="-79"/>
                <a:cs typeface="Apple Symbols" panose="02000000000000000000" pitchFamily="2" charset="-79"/>
              </a:rPr>
              <a:t>&amp;</a:t>
            </a:r>
            <a:endParaRPr lang="zh-TW" altLang="en-US" sz="50000" dirty="0">
              <a:solidFill>
                <a:schemeClr val="accent2">
                  <a:lumMod val="20000"/>
                  <a:lumOff val="80000"/>
                </a:schemeClr>
              </a:solidFill>
              <a:latin typeface="American Typewriter" panose="02090604020004020304" pitchFamily="18" charset="0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8F7E6FB-00A4-05BD-35E9-6A1E9380B76C}"/>
              </a:ext>
            </a:extLst>
          </p:cNvPr>
          <p:cNvSpPr txBox="1"/>
          <p:nvPr/>
        </p:nvSpPr>
        <p:spPr>
          <a:xfrm>
            <a:off x="4152530" y="853112"/>
            <a:ext cx="3886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Kaiti SC" panose="02010600040101010101" pitchFamily="2" charset="-122"/>
                <a:ea typeface="Kaiti SC" panose="02010600040101010101" pitchFamily="2" charset="-122"/>
              </a:rPr>
              <a:t>115</a:t>
            </a:r>
            <a:r>
              <a:rPr kumimoji="1" lang="zh-TW" altLang="en-US" dirty="0">
                <a:latin typeface="Kaiti SC" panose="02010600040101010101" pitchFamily="2" charset="-122"/>
                <a:ea typeface="Kaiti SC" panose="02010600040101010101" pitchFamily="2" charset="-122"/>
              </a:rPr>
              <a:t>年高雄科技大學機械工程系學會</a:t>
            </a:r>
          </a:p>
        </p:txBody>
      </p:sp>
    </p:spTree>
    <p:extLst>
      <p:ext uri="{BB962C8B-B14F-4D97-AF65-F5344CB8AC3E}">
        <p14:creationId xmlns:p14="http://schemas.microsoft.com/office/powerpoint/2010/main" val="1873054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FCCDF5CD-2012-13F2-9710-118099E8C5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D90468D-FB50-DD62-BCE6-74E703C2A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544" y="123516"/>
            <a:ext cx="6648665" cy="6587217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06C72A7E-CE6E-E44E-35E2-B8B416CF37C9}"/>
              </a:ext>
            </a:extLst>
          </p:cNvPr>
          <p:cNvSpPr/>
          <p:nvPr/>
        </p:nvSpPr>
        <p:spPr>
          <a:xfrm>
            <a:off x="7829271" y="3595719"/>
            <a:ext cx="1443037" cy="42837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8D7F5F68-93F3-F5EC-1163-CF1A90B901F7}"/>
              </a:ext>
            </a:extLst>
          </p:cNvPr>
          <p:cNvGrpSpPr/>
          <p:nvPr/>
        </p:nvGrpSpPr>
        <p:grpSpPr>
          <a:xfrm>
            <a:off x="8441488" y="1317467"/>
            <a:ext cx="1850040" cy="1266840"/>
            <a:chOff x="8441488" y="1317467"/>
            <a:chExt cx="1850040" cy="126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0" name="筆跡 19">
                  <a:extLst>
                    <a:ext uri="{FF2B5EF4-FFF2-40B4-BE49-F238E27FC236}">
                      <a16:creationId xmlns:a16="http://schemas.microsoft.com/office/drawing/2014/main" id="{7340BFEE-0EB1-AF29-C182-E352F0449CE5}"/>
                    </a:ext>
                  </a:extLst>
                </p14:cNvPr>
                <p14:cNvContentPartPr/>
                <p14:nvPr/>
              </p14:nvContentPartPr>
              <p14:xfrm>
                <a:off x="8841448" y="1367867"/>
                <a:ext cx="40320" cy="285120"/>
              </p14:xfrm>
            </p:contentPart>
          </mc:Choice>
          <mc:Fallback>
            <p:pic>
              <p:nvPicPr>
                <p:cNvPr id="20" name="筆跡 19">
                  <a:extLst>
                    <a:ext uri="{FF2B5EF4-FFF2-40B4-BE49-F238E27FC236}">
                      <a16:creationId xmlns:a16="http://schemas.microsoft.com/office/drawing/2014/main" id="{7340BFEE-0EB1-AF29-C182-E352F0449CE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778448" y="1304867"/>
                  <a:ext cx="16596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1" name="筆跡 20">
                  <a:extLst>
                    <a:ext uri="{FF2B5EF4-FFF2-40B4-BE49-F238E27FC236}">
                      <a16:creationId xmlns:a16="http://schemas.microsoft.com/office/drawing/2014/main" id="{C3E3C335-C176-1610-88FE-F5F1DFE2614F}"/>
                    </a:ext>
                  </a:extLst>
                </p14:cNvPr>
                <p14:cNvContentPartPr/>
                <p14:nvPr/>
              </p14:nvContentPartPr>
              <p14:xfrm>
                <a:off x="9005608" y="1451387"/>
                <a:ext cx="365760" cy="82440"/>
              </p14:xfrm>
            </p:contentPart>
          </mc:Choice>
          <mc:Fallback>
            <p:pic>
              <p:nvPicPr>
                <p:cNvPr id="21" name="筆跡 20">
                  <a:extLst>
                    <a:ext uri="{FF2B5EF4-FFF2-40B4-BE49-F238E27FC236}">
                      <a16:creationId xmlns:a16="http://schemas.microsoft.com/office/drawing/2014/main" id="{C3E3C335-C176-1610-88FE-F5F1DFE2614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942968" y="1388747"/>
                  <a:ext cx="4914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2" name="筆跡 21">
                  <a:extLst>
                    <a:ext uri="{FF2B5EF4-FFF2-40B4-BE49-F238E27FC236}">
                      <a16:creationId xmlns:a16="http://schemas.microsoft.com/office/drawing/2014/main" id="{754C5419-8ADE-F1BB-54E3-A53F4BB76D61}"/>
                    </a:ext>
                  </a:extLst>
                </p14:cNvPr>
                <p14:cNvContentPartPr/>
                <p14:nvPr/>
              </p14:nvContentPartPr>
              <p14:xfrm>
                <a:off x="8882128" y="1772147"/>
                <a:ext cx="881280" cy="115920"/>
              </p14:xfrm>
            </p:contentPart>
          </mc:Choice>
          <mc:Fallback>
            <p:pic>
              <p:nvPicPr>
                <p:cNvPr id="22" name="筆跡 21">
                  <a:extLst>
                    <a:ext uri="{FF2B5EF4-FFF2-40B4-BE49-F238E27FC236}">
                      <a16:creationId xmlns:a16="http://schemas.microsoft.com/office/drawing/2014/main" id="{754C5419-8ADE-F1BB-54E3-A53F4BB76D6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819488" y="1709147"/>
                  <a:ext cx="10069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3" name="筆跡 22">
                  <a:extLst>
                    <a:ext uri="{FF2B5EF4-FFF2-40B4-BE49-F238E27FC236}">
                      <a16:creationId xmlns:a16="http://schemas.microsoft.com/office/drawing/2014/main" id="{7888D1AD-426E-C954-8845-A954ABFE1DE0}"/>
                    </a:ext>
                  </a:extLst>
                </p14:cNvPr>
                <p14:cNvContentPartPr/>
                <p14:nvPr/>
              </p14:nvContentPartPr>
              <p14:xfrm>
                <a:off x="9196408" y="1317467"/>
                <a:ext cx="57240" cy="572040"/>
              </p14:xfrm>
            </p:contentPart>
          </mc:Choice>
          <mc:Fallback>
            <p:pic>
              <p:nvPicPr>
                <p:cNvPr id="23" name="筆跡 22">
                  <a:extLst>
                    <a:ext uri="{FF2B5EF4-FFF2-40B4-BE49-F238E27FC236}">
                      <a16:creationId xmlns:a16="http://schemas.microsoft.com/office/drawing/2014/main" id="{7888D1AD-426E-C954-8845-A954ABFE1DE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133768" y="1254467"/>
                  <a:ext cx="182880" cy="69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4" name="筆跡 23">
                  <a:extLst>
                    <a:ext uri="{FF2B5EF4-FFF2-40B4-BE49-F238E27FC236}">
                      <a16:creationId xmlns:a16="http://schemas.microsoft.com/office/drawing/2014/main" id="{C2140FAA-3B83-FB65-F995-5AD7D03D22EE}"/>
                    </a:ext>
                  </a:extLst>
                </p14:cNvPr>
                <p14:cNvContentPartPr/>
                <p14:nvPr/>
              </p14:nvContentPartPr>
              <p14:xfrm>
                <a:off x="9191368" y="2142947"/>
                <a:ext cx="37080" cy="91440"/>
              </p14:xfrm>
            </p:contentPart>
          </mc:Choice>
          <mc:Fallback>
            <p:pic>
              <p:nvPicPr>
                <p:cNvPr id="24" name="筆跡 23">
                  <a:extLst>
                    <a:ext uri="{FF2B5EF4-FFF2-40B4-BE49-F238E27FC236}">
                      <a16:creationId xmlns:a16="http://schemas.microsoft.com/office/drawing/2014/main" id="{C2140FAA-3B83-FB65-F995-5AD7D03D22E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128368" y="2080307"/>
                  <a:ext cx="1627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5" name="筆跡 24">
                  <a:extLst>
                    <a:ext uri="{FF2B5EF4-FFF2-40B4-BE49-F238E27FC236}">
                      <a16:creationId xmlns:a16="http://schemas.microsoft.com/office/drawing/2014/main" id="{3780A02E-092F-6FF0-9882-2186ACB80B50}"/>
                    </a:ext>
                  </a:extLst>
                </p14:cNvPr>
                <p14:cNvContentPartPr/>
                <p14:nvPr/>
              </p14:nvContentPartPr>
              <p14:xfrm>
                <a:off x="9272008" y="2104787"/>
                <a:ext cx="190440" cy="249480"/>
              </p14:xfrm>
            </p:contentPart>
          </mc:Choice>
          <mc:Fallback>
            <p:pic>
              <p:nvPicPr>
                <p:cNvPr id="25" name="筆跡 24">
                  <a:extLst>
                    <a:ext uri="{FF2B5EF4-FFF2-40B4-BE49-F238E27FC236}">
                      <a16:creationId xmlns:a16="http://schemas.microsoft.com/office/drawing/2014/main" id="{3780A02E-092F-6FF0-9882-2186ACB80B5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209008" y="2041787"/>
                  <a:ext cx="31608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0" name="筆跡 29">
                  <a:extLst>
                    <a:ext uri="{FF2B5EF4-FFF2-40B4-BE49-F238E27FC236}">
                      <a16:creationId xmlns:a16="http://schemas.microsoft.com/office/drawing/2014/main" id="{B683ADF6-6551-5F1B-ACDA-9D01690A66EC}"/>
                    </a:ext>
                  </a:extLst>
                </p14:cNvPr>
                <p14:cNvContentPartPr/>
                <p14:nvPr/>
              </p14:nvContentPartPr>
              <p14:xfrm>
                <a:off x="8467048" y="1787627"/>
                <a:ext cx="59040" cy="29520"/>
              </p14:xfrm>
            </p:contentPart>
          </mc:Choice>
          <mc:Fallback>
            <p:pic>
              <p:nvPicPr>
                <p:cNvPr id="30" name="筆跡 29">
                  <a:extLst>
                    <a:ext uri="{FF2B5EF4-FFF2-40B4-BE49-F238E27FC236}">
                      <a16:creationId xmlns:a16="http://schemas.microsoft.com/office/drawing/2014/main" id="{B683ADF6-6551-5F1B-ACDA-9D01690A66E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404408" y="1724987"/>
                  <a:ext cx="1846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1" name="筆跡 30">
                  <a:extLst>
                    <a:ext uri="{FF2B5EF4-FFF2-40B4-BE49-F238E27FC236}">
                      <a16:creationId xmlns:a16="http://schemas.microsoft.com/office/drawing/2014/main" id="{AC3E3103-5376-4D72-8D49-1A6CDE81C08E}"/>
                    </a:ext>
                  </a:extLst>
                </p14:cNvPr>
                <p14:cNvContentPartPr/>
                <p14:nvPr/>
              </p14:nvContentPartPr>
              <p14:xfrm>
                <a:off x="8441488" y="2016227"/>
                <a:ext cx="498600" cy="412920"/>
              </p14:xfrm>
            </p:contentPart>
          </mc:Choice>
          <mc:Fallback>
            <p:pic>
              <p:nvPicPr>
                <p:cNvPr id="31" name="筆跡 30">
                  <a:extLst>
                    <a:ext uri="{FF2B5EF4-FFF2-40B4-BE49-F238E27FC236}">
                      <a16:creationId xmlns:a16="http://schemas.microsoft.com/office/drawing/2014/main" id="{AC3E3103-5376-4D72-8D49-1A6CDE81C08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378488" y="1953227"/>
                  <a:ext cx="624240" cy="5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2" name="筆跡 31">
                  <a:extLst>
                    <a:ext uri="{FF2B5EF4-FFF2-40B4-BE49-F238E27FC236}">
                      <a16:creationId xmlns:a16="http://schemas.microsoft.com/office/drawing/2014/main" id="{EB0CB2E0-8596-B9CF-79D5-24E167092816}"/>
                    </a:ext>
                  </a:extLst>
                </p14:cNvPr>
                <p14:cNvContentPartPr/>
                <p14:nvPr/>
              </p14:nvContentPartPr>
              <p14:xfrm>
                <a:off x="8582608" y="2553347"/>
                <a:ext cx="1708920" cy="30960"/>
              </p14:xfrm>
            </p:contentPart>
          </mc:Choice>
          <mc:Fallback>
            <p:pic>
              <p:nvPicPr>
                <p:cNvPr id="32" name="筆跡 31">
                  <a:extLst>
                    <a:ext uri="{FF2B5EF4-FFF2-40B4-BE49-F238E27FC236}">
                      <a16:creationId xmlns:a16="http://schemas.microsoft.com/office/drawing/2014/main" id="{EB0CB2E0-8596-B9CF-79D5-24E16709281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519608" y="2490707"/>
                  <a:ext cx="1834560" cy="15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A2B169BB-895B-1022-75CD-EF9D7E0C5A30}"/>
              </a:ext>
            </a:extLst>
          </p:cNvPr>
          <p:cNvGrpSpPr/>
          <p:nvPr/>
        </p:nvGrpSpPr>
        <p:grpSpPr>
          <a:xfrm>
            <a:off x="10004248" y="2528867"/>
            <a:ext cx="1058400" cy="1528920"/>
            <a:chOff x="10004248" y="2528867"/>
            <a:chExt cx="1058400" cy="152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5" name="筆跡 34">
                  <a:extLst>
                    <a:ext uri="{FF2B5EF4-FFF2-40B4-BE49-F238E27FC236}">
                      <a16:creationId xmlns:a16="http://schemas.microsoft.com/office/drawing/2014/main" id="{EF987BD0-7C39-6B5E-5C19-E5809EEBC9C2}"/>
                    </a:ext>
                  </a:extLst>
                </p14:cNvPr>
                <p14:cNvContentPartPr/>
                <p14:nvPr/>
              </p14:nvContentPartPr>
              <p14:xfrm>
                <a:off x="10004248" y="2528867"/>
                <a:ext cx="1058400" cy="1528920"/>
              </p14:xfrm>
            </p:contentPart>
          </mc:Choice>
          <mc:Fallback>
            <p:pic>
              <p:nvPicPr>
                <p:cNvPr id="35" name="筆跡 34">
                  <a:extLst>
                    <a:ext uri="{FF2B5EF4-FFF2-40B4-BE49-F238E27FC236}">
                      <a16:creationId xmlns:a16="http://schemas.microsoft.com/office/drawing/2014/main" id="{EF987BD0-7C39-6B5E-5C19-E5809EEBC9C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941248" y="2466227"/>
                  <a:ext cx="1184040" cy="165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6" name="筆跡 35">
                  <a:extLst>
                    <a:ext uri="{FF2B5EF4-FFF2-40B4-BE49-F238E27FC236}">
                      <a16:creationId xmlns:a16="http://schemas.microsoft.com/office/drawing/2014/main" id="{FBD9EF87-0830-BAE5-275B-E1336A9B6BBD}"/>
                    </a:ext>
                  </a:extLst>
                </p14:cNvPr>
                <p14:cNvContentPartPr/>
                <p14:nvPr/>
              </p14:nvContentPartPr>
              <p14:xfrm>
                <a:off x="10262008" y="3542987"/>
                <a:ext cx="55800" cy="139680"/>
              </p14:xfrm>
            </p:contentPart>
          </mc:Choice>
          <mc:Fallback>
            <p:pic>
              <p:nvPicPr>
                <p:cNvPr id="36" name="筆跡 35">
                  <a:extLst>
                    <a:ext uri="{FF2B5EF4-FFF2-40B4-BE49-F238E27FC236}">
                      <a16:creationId xmlns:a16="http://schemas.microsoft.com/office/drawing/2014/main" id="{FBD9EF87-0830-BAE5-275B-E1336A9B6BB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199008" y="3480347"/>
                  <a:ext cx="1814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7" name="筆跡 36">
                  <a:extLst>
                    <a:ext uri="{FF2B5EF4-FFF2-40B4-BE49-F238E27FC236}">
                      <a16:creationId xmlns:a16="http://schemas.microsoft.com/office/drawing/2014/main" id="{9EF2142B-DAB2-F8EF-9B12-3DB4A6878D1F}"/>
                    </a:ext>
                  </a:extLst>
                </p14:cNvPr>
                <p14:cNvContentPartPr/>
                <p14:nvPr/>
              </p14:nvContentPartPr>
              <p14:xfrm>
                <a:off x="10305568" y="3460547"/>
                <a:ext cx="276840" cy="298080"/>
              </p14:xfrm>
            </p:contentPart>
          </mc:Choice>
          <mc:Fallback>
            <p:pic>
              <p:nvPicPr>
                <p:cNvPr id="37" name="筆跡 36">
                  <a:extLst>
                    <a:ext uri="{FF2B5EF4-FFF2-40B4-BE49-F238E27FC236}">
                      <a16:creationId xmlns:a16="http://schemas.microsoft.com/office/drawing/2014/main" id="{9EF2142B-DAB2-F8EF-9B12-3DB4A6878D1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242568" y="3397547"/>
                  <a:ext cx="402480" cy="42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CB1F5A95-03E2-1AB1-E22C-6B6A2692F845}"/>
              </a:ext>
            </a:extLst>
          </p:cNvPr>
          <p:cNvGrpSpPr/>
          <p:nvPr/>
        </p:nvGrpSpPr>
        <p:grpSpPr>
          <a:xfrm>
            <a:off x="9765208" y="4375307"/>
            <a:ext cx="956520" cy="554760"/>
            <a:chOff x="9765208" y="4375307"/>
            <a:chExt cx="956520" cy="55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0" name="筆跡 39">
                  <a:extLst>
                    <a:ext uri="{FF2B5EF4-FFF2-40B4-BE49-F238E27FC236}">
                      <a16:creationId xmlns:a16="http://schemas.microsoft.com/office/drawing/2014/main" id="{42137C58-78AB-3355-4A95-1F69EF08CD50}"/>
                    </a:ext>
                  </a:extLst>
                </p14:cNvPr>
                <p14:cNvContentPartPr/>
                <p14:nvPr/>
              </p14:nvContentPartPr>
              <p14:xfrm>
                <a:off x="9866368" y="4491947"/>
                <a:ext cx="855360" cy="438120"/>
              </p14:xfrm>
            </p:contentPart>
          </mc:Choice>
          <mc:Fallback>
            <p:pic>
              <p:nvPicPr>
                <p:cNvPr id="40" name="筆跡 39">
                  <a:extLst>
                    <a:ext uri="{FF2B5EF4-FFF2-40B4-BE49-F238E27FC236}">
                      <a16:creationId xmlns:a16="http://schemas.microsoft.com/office/drawing/2014/main" id="{42137C58-78AB-3355-4A95-1F69EF08CD5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803728" y="4429307"/>
                  <a:ext cx="981000" cy="5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1" name="筆跡 40">
                  <a:extLst>
                    <a:ext uri="{FF2B5EF4-FFF2-40B4-BE49-F238E27FC236}">
                      <a16:creationId xmlns:a16="http://schemas.microsoft.com/office/drawing/2014/main" id="{B42BBB4F-B578-3A61-264B-0DD05BCFF834}"/>
                    </a:ext>
                  </a:extLst>
                </p14:cNvPr>
                <p14:cNvContentPartPr/>
                <p14:nvPr/>
              </p14:nvContentPartPr>
              <p14:xfrm>
                <a:off x="9765208" y="4445507"/>
                <a:ext cx="212400" cy="296640"/>
              </p14:xfrm>
            </p:contentPart>
          </mc:Choice>
          <mc:Fallback>
            <p:pic>
              <p:nvPicPr>
                <p:cNvPr id="41" name="筆跡 40">
                  <a:extLst>
                    <a:ext uri="{FF2B5EF4-FFF2-40B4-BE49-F238E27FC236}">
                      <a16:creationId xmlns:a16="http://schemas.microsoft.com/office/drawing/2014/main" id="{B42BBB4F-B578-3A61-264B-0DD05BCFF83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702568" y="4382867"/>
                  <a:ext cx="33804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4" name="筆跡 43">
                  <a:extLst>
                    <a:ext uri="{FF2B5EF4-FFF2-40B4-BE49-F238E27FC236}">
                      <a16:creationId xmlns:a16="http://schemas.microsoft.com/office/drawing/2014/main" id="{987AF862-1A16-E31E-7C6E-008506B60457}"/>
                    </a:ext>
                  </a:extLst>
                </p14:cNvPr>
                <p14:cNvContentPartPr/>
                <p14:nvPr/>
              </p14:nvContentPartPr>
              <p14:xfrm>
                <a:off x="9866008" y="4375307"/>
                <a:ext cx="446760" cy="33480"/>
              </p14:xfrm>
            </p:contentPart>
          </mc:Choice>
          <mc:Fallback>
            <p:pic>
              <p:nvPicPr>
                <p:cNvPr id="44" name="筆跡 43">
                  <a:extLst>
                    <a:ext uri="{FF2B5EF4-FFF2-40B4-BE49-F238E27FC236}">
                      <a16:creationId xmlns:a16="http://schemas.microsoft.com/office/drawing/2014/main" id="{987AF862-1A16-E31E-7C6E-008506B6045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803008" y="4312307"/>
                  <a:ext cx="572400" cy="159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30963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98B1D-7219-C298-073B-AE37CCA8F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211044DE-3C28-6837-15DC-9206A2257C3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624C4D3-709E-FE21-B41D-488B1381C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544" y="123516"/>
            <a:ext cx="6648665" cy="6587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495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1702A-0819-4C87-45D9-E11FFA2FB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496A7CA-0BBD-1083-5131-981A21835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715" y="0"/>
            <a:ext cx="7074569" cy="688140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35231BE-9C10-241E-786F-AD223F9A9089}"/>
              </a:ext>
            </a:extLst>
          </p:cNvPr>
          <p:cNvSpPr/>
          <p:nvPr/>
        </p:nvSpPr>
        <p:spPr>
          <a:xfrm>
            <a:off x="6502605" y="96253"/>
            <a:ext cx="1462299" cy="72189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D3B779-AD8F-949C-BDB8-0C6011AABB52}"/>
              </a:ext>
            </a:extLst>
          </p:cNvPr>
          <p:cNvSpPr/>
          <p:nvPr/>
        </p:nvSpPr>
        <p:spPr>
          <a:xfrm>
            <a:off x="3249881" y="6037462"/>
            <a:ext cx="5485045" cy="72189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EFA67B7C-51A8-8B64-C60A-F9EF107F14DF}"/>
              </a:ext>
            </a:extLst>
          </p:cNvPr>
          <p:cNvGrpSpPr/>
          <p:nvPr/>
        </p:nvGrpSpPr>
        <p:grpSpPr>
          <a:xfrm>
            <a:off x="478648" y="851267"/>
            <a:ext cx="1703520" cy="1954800"/>
            <a:chOff x="478648" y="851267"/>
            <a:chExt cx="1703520" cy="195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筆跡 1">
                  <a:extLst>
                    <a:ext uri="{FF2B5EF4-FFF2-40B4-BE49-F238E27FC236}">
                      <a16:creationId xmlns:a16="http://schemas.microsoft.com/office/drawing/2014/main" id="{97469F19-3D26-68D4-4BFB-10CDE23A43A0}"/>
                    </a:ext>
                  </a:extLst>
                </p14:cNvPr>
                <p14:cNvContentPartPr/>
                <p14:nvPr/>
              </p14:nvContentPartPr>
              <p14:xfrm>
                <a:off x="545608" y="1574867"/>
                <a:ext cx="183600" cy="96840"/>
              </p14:xfrm>
            </p:contentPart>
          </mc:Choice>
          <mc:Fallback>
            <p:pic>
              <p:nvPicPr>
                <p:cNvPr id="2" name="筆跡 1">
                  <a:extLst>
                    <a:ext uri="{FF2B5EF4-FFF2-40B4-BE49-F238E27FC236}">
                      <a16:creationId xmlns:a16="http://schemas.microsoft.com/office/drawing/2014/main" id="{97469F19-3D26-68D4-4BFB-10CDE23A43A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82608" y="1512227"/>
                  <a:ext cx="3092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8" name="筆跡 7">
                  <a:extLst>
                    <a:ext uri="{FF2B5EF4-FFF2-40B4-BE49-F238E27FC236}">
                      <a16:creationId xmlns:a16="http://schemas.microsoft.com/office/drawing/2014/main" id="{3CDC0908-5893-9F41-3F37-CFC2D07CEDE3}"/>
                    </a:ext>
                  </a:extLst>
                </p14:cNvPr>
                <p14:cNvContentPartPr/>
                <p14:nvPr/>
              </p14:nvContentPartPr>
              <p14:xfrm>
                <a:off x="669448" y="1471187"/>
                <a:ext cx="15120" cy="391680"/>
              </p14:xfrm>
            </p:contentPart>
          </mc:Choice>
          <mc:Fallback>
            <p:pic>
              <p:nvPicPr>
                <p:cNvPr id="8" name="筆跡 7">
                  <a:extLst>
                    <a:ext uri="{FF2B5EF4-FFF2-40B4-BE49-F238E27FC236}">
                      <a16:creationId xmlns:a16="http://schemas.microsoft.com/office/drawing/2014/main" id="{3CDC0908-5893-9F41-3F37-CFC2D07CEDE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06448" y="1408187"/>
                  <a:ext cx="14076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9" name="筆跡 8">
                  <a:extLst>
                    <a:ext uri="{FF2B5EF4-FFF2-40B4-BE49-F238E27FC236}">
                      <a16:creationId xmlns:a16="http://schemas.microsoft.com/office/drawing/2014/main" id="{B590B733-35F2-439A-2CDD-7C44025CB84A}"/>
                    </a:ext>
                  </a:extLst>
                </p14:cNvPr>
                <p14:cNvContentPartPr/>
                <p14:nvPr/>
              </p14:nvContentPartPr>
              <p14:xfrm>
                <a:off x="478648" y="1804547"/>
                <a:ext cx="621720" cy="222840"/>
              </p14:xfrm>
            </p:contentPart>
          </mc:Choice>
          <mc:Fallback>
            <p:pic>
              <p:nvPicPr>
                <p:cNvPr id="9" name="筆跡 8">
                  <a:extLst>
                    <a:ext uri="{FF2B5EF4-FFF2-40B4-BE49-F238E27FC236}">
                      <a16:creationId xmlns:a16="http://schemas.microsoft.com/office/drawing/2014/main" id="{B590B733-35F2-439A-2CDD-7C44025CB84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15648" y="1741547"/>
                  <a:ext cx="74736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0" name="筆跡 9">
                  <a:extLst>
                    <a:ext uri="{FF2B5EF4-FFF2-40B4-BE49-F238E27FC236}">
                      <a16:creationId xmlns:a16="http://schemas.microsoft.com/office/drawing/2014/main" id="{4DEE8CD9-802C-49AD-2831-487D990894D3}"/>
                    </a:ext>
                  </a:extLst>
                </p14:cNvPr>
                <p14:cNvContentPartPr/>
                <p14:nvPr/>
              </p14:nvContentPartPr>
              <p14:xfrm>
                <a:off x="1285048" y="962147"/>
                <a:ext cx="295200" cy="99720"/>
              </p14:xfrm>
            </p:contentPart>
          </mc:Choice>
          <mc:Fallback>
            <p:pic>
              <p:nvPicPr>
                <p:cNvPr id="10" name="筆跡 9">
                  <a:extLst>
                    <a:ext uri="{FF2B5EF4-FFF2-40B4-BE49-F238E27FC236}">
                      <a16:creationId xmlns:a16="http://schemas.microsoft.com/office/drawing/2014/main" id="{4DEE8CD9-802C-49AD-2831-487D990894D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22408" y="899507"/>
                  <a:ext cx="4208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筆跡 10">
                  <a:extLst>
                    <a:ext uri="{FF2B5EF4-FFF2-40B4-BE49-F238E27FC236}">
                      <a16:creationId xmlns:a16="http://schemas.microsoft.com/office/drawing/2014/main" id="{5DDFC2FD-754C-71FA-347D-276F406875C7}"/>
                    </a:ext>
                  </a:extLst>
                </p14:cNvPr>
                <p14:cNvContentPartPr/>
                <p14:nvPr/>
              </p14:nvContentPartPr>
              <p14:xfrm>
                <a:off x="1313848" y="851267"/>
                <a:ext cx="244440" cy="1413360"/>
              </p14:xfrm>
            </p:contentPart>
          </mc:Choice>
          <mc:Fallback>
            <p:pic>
              <p:nvPicPr>
                <p:cNvPr id="11" name="筆跡 10">
                  <a:extLst>
                    <a:ext uri="{FF2B5EF4-FFF2-40B4-BE49-F238E27FC236}">
                      <a16:creationId xmlns:a16="http://schemas.microsoft.com/office/drawing/2014/main" id="{5DDFC2FD-754C-71FA-347D-276F406875C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250848" y="788267"/>
                  <a:ext cx="370080" cy="153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5" name="筆跡 14">
                  <a:extLst>
                    <a:ext uri="{FF2B5EF4-FFF2-40B4-BE49-F238E27FC236}">
                      <a16:creationId xmlns:a16="http://schemas.microsoft.com/office/drawing/2014/main" id="{0E444481-82E8-3870-740E-2E25DB3332F4}"/>
                    </a:ext>
                  </a:extLst>
                </p14:cNvPr>
                <p14:cNvContentPartPr/>
                <p14:nvPr/>
              </p14:nvContentPartPr>
              <p14:xfrm>
                <a:off x="1367488" y="1488107"/>
                <a:ext cx="634680" cy="799560"/>
              </p14:xfrm>
            </p:contentPart>
          </mc:Choice>
          <mc:Fallback>
            <p:pic>
              <p:nvPicPr>
                <p:cNvPr id="15" name="筆跡 14">
                  <a:extLst>
                    <a:ext uri="{FF2B5EF4-FFF2-40B4-BE49-F238E27FC236}">
                      <a16:creationId xmlns:a16="http://schemas.microsoft.com/office/drawing/2014/main" id="{0E444481-82E8-3870-740E-2E25DB3332F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304848" y="1425467"/>
                  <a:ext cx="760320" cy="9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8" name="筆跡 17">
                  <a:extLst>
                    <a:ext uri="{FF2B5EF4-FFF2-40B4-BE49-F238E27FC236}">
                      <a16:creationId xmlns:a16="http://schemas.microsoft.com/office/drawing/2014/main" id="{585CAFDE-8ED8-4570-2949-80A260E25065}"/>
                    </a:ext>
                  </a:extLst>
                </p14:cNvPr>
                <p14:cNvContentPartPr/>
                <p14:nvPr/>
              </p14:nvContentPartPr>
              <p14:xfrm>
                <a:off x="1816408" y="1405307"/>
                <a:ext cx="82080" cy="942840"/>
              </p14:xfrm>
            </p:contentPart>
          </mc:Choice>
          <mc:Fallback>
            <p:pic>
              <p:nvPicPr>
                <p:cNvPr id="18" name="筆跡 17">
                  <a:extLst>
                    <a:ext uri="{FF2B5EF4-FFF2-40B4-BE49-F238E27FC236}">
                      <a16:creationId xmlns:a16="http://schemas.microsoft.com/office/drawing/2014/main" id="{585CAFDE-8ED8-4570-2949-80A260E2506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53408" y="1342307"/>
                  <a:ext cx="207720" cy="10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1" name="筆跡 20">
                  <a:extLst>
                    <a:ext uri="{FF2B5EF4-FFF2-40B4-BE49-F238E27FC236}">
                      <a16:creationId xmlns:a16="http://schemas.microsoft.com/office/drawing/2014/main" id="{6C6F3406-F451-8F30-0118-DF07F4457792}"/>
                    </a:ext>
                  </a:extLst>
                </p14:cNvPr>
                <p14:cNvContentPartPr/>
                <p14:nvPr/>
              </p14:nvContentPartPr>
              <p14:xfrm>
                <a:off x="1167328" y="2535707"/>
                <a:ext cx="360" cy="360"/>
              </p14:xfrm>
            </p:contentPart>
          </mc:Choice>
          <mc:Fallback>
            <p:pic>
              <p:nvPicPr>
                <p:cNvPr id="21" name="筆跡 20">
                  <a:extLst>
                    <a:ext uri="{FF2B5EF4-FFF2-40B4-BE49-F238E27FC236}">
                      <a16:creationId xmlns:a16="http://schemas.microsoft.com/office/drawing/2014/main" id="{6C6F3406-F451-8F30-0118-DF07F445779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04328" y="2473067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2" name="筆跡 21">
                  <a:extLst>
                    <a:ext uri="{FF2B5EF4-FFF2-40B4-BE49-F238E27FC236}">
                      <a16:creationId xmlns:a16="http://schemas.microsoft.com/office/drawing/2014/main" id="{5434EBF2-11DD-C65C-B259-C2AF1750ECA4}"/>
                    </a:ext>
                  </a:extLst>
                </p14:cNvPr>
                <p14:cNvContentPartPr/>
                <p14:nvPr/>
              </p14:nvContentPartPr>
              <p14:xfrm>
                <a:off x="1055728" y="2352827"/>
                <a:ext cx="898200" cy="149400"/>
              </p14:xfrm>
            </p:contentPart>
          </mc:Choice>
          <mc:Fallback>
            <p:pic>
              <p:nvPicPr>
                <p:cNvPr id="22" name="筆跡 21">
                  <a:extLst>
                    <a:ext uri="{FF2B5EF4-FFF2-40B4-BE49-F238E27FC236}">
                      <a16:creationId xmlns:a16="http://schemas.microsoft.com/office/drawing/2014/main" id="{5434EBF2-11DD-C65C-B259-C2AF1750ECA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93088" y="2289827"/>
                  <a:ext cx="10238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7" name="筆跡 26">
                  <a:extLst>
                    <a:ext uri="{FF2B5EF4-FFF2-40B4-BE49-F238E27FC236}">
                      <a16:creationId xmlns:a16="http://schemas.microsoft.com/office/drawing/2014/main" id="{C46866D6-60D8-D222-CCF7-4B2434FB5422}"/>
                    </a:ext>
                  </a:extLst>
                </p14:cNvPr>
                <p14:cNvContentPartPr/>
                <p14:nvPr/>
              </p14:nvContentPartPr>
              <p14:xfrm>
                <a:off x="1561528" y="2624987"/>
                <a:ext cx="82080" cy="168840"/>
              </p14:xfrm>
            </p:contentPart>
          </mc:Choice>
          <mc:Fallback>
            <p:pic>
              <p:nvPicPr>
                <p:cNvPr id="27" name="筆跡 26">
                  <a:extLst>
                    <a:ext uri="{FF2B5EF4-FFF2-40B4-BE49-F238E27FC236}">
                      <a16:creationId xmlns:a16="http://schemas.microsoft.com/office/drawing/2014/main" id="{C46866D6-60D8-D222-CCF7-4B2434FB542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498528" y="2561987"/>
                  <a:ext cx="20772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8" name="筆跡 27">
                  <a:extLst>
                    <a:ext uri="{FF2B5EF4-FFF2-40B4-BE49-F238E27FC236}">
                      <a16:creationId xmlns:a16="http://schemas.microsoft.com/office/drawing/2014/main" id="{9DF340D5-E079-35CE-C0A8-A5C451CEB5F7}"/>
                    </a:ext>
                  </a:extLst>
                </p14:cNvPr>
                <p14:cNvContentPartPr/>
                <p14:nvPr/>
              </p14:nvContentPartPr>
              <p14:xfrm>
                <a:off x="1832608" y="2682227"/>
                <a:ext cx="349560" cy="123840"/>
              </p14:xfrm>
            </p:contentPart>
          </mc:Choice>
          <mc:Fallback>
            <p:pic>
              <p:nvPicPr>
                <p:cNvPr id="28" name="筆跡 27">
                  <a:extLst>
                    <a:ext uri="{FF2B5EF4-FFF2-40B4-BE49-F238E27FC236}">
                      <a16:creationId xmlns:a16="http://schemas.microsoft.com/office/drawing/2014/main" id="{9DF340D5-E079-35CE-C0A8-A5C451CEB5F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769968" y="2619587"/>
                  <a:ext cx="475200" cy="24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群組 46">
            <a:extLst>
              <a:ext uri="{FF2B5EF4-FFF2-40B4-BE49-F238E27FC236}">
                <a16:creationId xmlns:a16="http://schemas.microsoft.com/office/drawing/2014/main" id="{33E5DD64-394A-2FF7-0F5B-D7813C9E48DE}"/>
              </a:ext>
            </a:extLst>
          </p:cNvPr>
          <p:cNvGrpSpPr/>
          <p:nvPr/>
        </p:nvGrpSpPr>
        <p:grpSpPr>
          <a:xfrm>
            <a:off x="716248" y="3681947"/>
            <a:ext cx="1623960" cy="1277280"/>
            <a:chOff x="716248" y="3681947"/>
            <a:chExt cx="1623960" cy="127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2" name="筆跡 31">
                  <a:extLst>
                    <a:ext uri="{FF2B5EF4-FFF2-40B4-BE49-F238E27FC236}">
                      <a16:creationId xmlns:a16="http://schemas.microsoft.com/office/drawing/2014/main" id="{09AEF198-5A55-724B-23BE-53A78703D713}"/>
                    </a:ext>
                  </a:extLst>
                </p14:cNvPr>
                <p14:cNvContentPartPr/>
                <p14:nvPr/>
              </p14:nvContentPartPr>
              <p14:xfrm>
                <a:off x="1231048" y="3681947"/>
                <a:ext cx="227520" cy="22320"/>
              </p14:xfrm>
            </p:contentPart>
          </mc:Choice>
          <mc:Fallback>
            <p:pic>
              <p:nvPicPr>
                <p:cNvPr id="32" name="筆跡 31">
                  <a:extLst>
                    <a:ext uri="{FF2B5EF4-FFF2-40B4-BE49-F238E27FC236}">
                      <a16:creationId xmlns:a16="http://schemas.microsoft.com/office/drawing/2014/main" id="{09AEF198-5A55-724B-23BE-53A78703D71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68408" y="3618947"/>
                  <a:ext cx="3531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3" name="筆跡 32">
                  <a:extLst>
                    <a:ext uri="{FF2B5EF4-FFF2-40B4-BE49-F238E27FC236}">
                      <a16:creationId xmlns:a16="http://schemas.microsoft.com/office/drawing/2014/main" id="{33D6D524-8D77-8323-E8FA-159F75391133}"/>
                    </a:ext>
                  </a:extLst>
                </p14:cNvPr>
                <p14:cNvContentPartPr/>
                <p14:nvPr/>
              </p14:nvContentPartPr>
              <p14:xfrm>
                <a:off x="716248" y="3933947"/>
                <a:ext cx="239760" cy="175680"/>
              </p14:xfrm>
            </p:contentPart>
          </mc:Choice>
          <mc:Fallback>
            <p:pic>
              <p:nvPicPr>
                <p:cNvPr id="33" name="筆跡 32">
                  <a:extLst>
                    <a:ext uri="{FF2B5EF4-FFF2-40B4-BE49-F238E27FC236}">
                      <a16:creationId xmlns:a16="http://schemas.microsoft.com/office/drawing/2014/main" id="{33D6D524-8D77-8323-E8FA-159F7539113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53608" y="3871307"/>
                  <a:ext cx="36540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4" name="筆跡 33">
                  <a:extLst>
                    <a:ext uri="{FF2B5EF4-FFF2-40B4-BE49-F238E27FC236}">
                      <a16:creationId xmlns:a16="http://schemas.microsoft.com/office/drawing/2014/main" id="{919D8858-5B59-ABE9-CE77-4F02253EFF5F}"/>
                    </a:ext>
                  </a:extLst>
                </p14:cNvPr>
                <p14:cNvContentPartPr/>
                <p14:nvPr/>
              </p14:nvContentPartPr>
              <p14:xfrm>
                <a:off x="915328" y="3708947"/>
                <a:ext cx="975960" cy="703800"/>
              </p14:xfrm>
            </p:contentPart>
          </mc:Choice>
          <mc:Fallback>
            <p:pic>
              <p:nvPicPr>
                <p:cNvPr id="34" name="筆跡 33">
                  <a:extLst>
                    <a:ext uri="{FF2B5EF4-FFF2-40B4-BE49-F238E27FC236}">
                      <a16:creationId xmlns:a16="http://schemas.microsoft.com/office/drawing/2014/main" id="{919D8858-5B59-ABE9-CE77-4F02253EFF5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52688" y="3645947"/>
                  <a:ext cx="1101600" cy="82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7" name="筆跡 36">
                  <a:extLst>
                    <a:ext uri="{FF2B5EF4-FFF2-40B4-BE49-F238E27FC236}">
                      <a16:creationId xmlns:a16="http://schemas.microsoft.com/office/drawing/2014/main" id="{80B79E14-6B79-6D7D-732D-CDA039760256}"/>
                    </a:ext>
                  </a:extLst>
                </p14:cNvPr>
                <p14:cNvContentPartPr/>
                <p14:nvPr/>
              </p14:nvContentPartPr>
              <p14:xfrm>
                <a:off x="849808" y="4114667"/>
                <a:ext cx="318960" cy="411480"/>
              </p14:xfrm>
            </p:contentPart>
          </mc:Choice>
          <mc:Fallback>
            <p:pic>
              <p:nvPicPr>
                <p:cNvPr id="37" name="筆跡 36">
                  <a:extLst>
                    <a:ext uri="{FF2B5EF4-FFF2-40B4-BE49-F238E27FC236}">
                      <a16:creationId xmlns:a16="http://schemas.microsoft.com/office/drawing/2014/main" id="{80B79E14-6B79-6D7D-732D-CDA03976025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86808" y="4051667"/>
                  <a:ext cx="44460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0" name="筆跡 39">
                  <a:extLst>
                    <a:ext uri="{FF2B5EF4-FFF2-40B4-BE49-F238E27FC236}">
                      <a16:creationId xmlns:a16="http://schemas.microsoft.com/office/drawing/2014/main" id="{B8141BC6-81EF-9074-941E-ECC46981AC35}"/>
                    </a:ext>
                  </a:extLst>
                </p14:cNvPr>
                <p14:cNvContentPartPr/>
                <p14:nvPr/>
              </p14:nvContentPartPr>
              <p14:xfrm>
                <a:off x="1468288" y="4143827"/>
                <a:ext cx="672840" cy="88560"/>
              </p14:xfrm>
            </p:contentPart>
          </mc:Choice>
          <mc:Fallback>
            <p:pic>
              <p:nvPicPr>
                <p:cNvPr id="40" name="筆跡 39">
                  <a:extLst>
                    <a:ext uri="{FF2B5EF4-FFF2-40B4-BE49-F238E27FC236}">
                      <a16:creationId xmlns:a16="http://schemas.microsoft.com/office/drawing/2014/main" id="{B8141BC6-81EF-9074-941E-ECC46981AC3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405648" y="4081187"/>
                  <a:ext cx="7984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3" name="筆跡 42">
                  <a:extLst>
                    <a:ext uri="{FF2B5EF4-FFF2-40B4-BE49-F238E27FC236}">
                      <a16:creationId xmlns:a16="http://schemas.microsoft.com/office/drawing/2014/main" id="{D8E5A146-C93C-AE50-02AB-E5F79B1D763C}"/>
                    </a:ext>
                  </a:extLst>
                </p14:cNvPr>
                <p14:cNvContentPartPr/>
                <p14:nvPr/>
              </p14:nvContentPartPr>
              <p14:xfrm>
                <a:off x="1234288" y="4321667"/>
                <a:ext cx="468360" cy="255960"/>
              </p14:xfrm>
            </p:contentPart>
          </mc:Choice>
          <mc:Fallback>
            <p:pic>
              <p:nvPicPr>
                <p:cNvPr id="43" name="筆跡 42">
                  <a:extLst>
                    <a:ext uri="{FF2B5EF4-FFF2-40B4-BE49-F238E27FC236}">
                      <a16:creationId xmlns:a16="http://schemas.microsoft.com/office/drawing/2014/main" id="{D8E5A146-C93C-AE50-02AB-E5F79B1D763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171288" y="4258667"/>
                  <a:ext cx="59400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4" name="筆跡 43">
                  <a:extLst>
                    <a:ext uri="{FF2B5EF4-FFF2-40B4-BE49-F238E27FC236}">
                      <a16:creationId xmlns:a16="http://schemas.microsoft.com/office/drawing/2014/main" id="{B5D23F71-28E8-94D1-A481-E5819A27D074}"/>
                    </a:ext>
                  </a:extLst>
                </p14:cNvPr>
                <p14:cNvContentPartPr/>
                <p14:nvPr/>
              </p14:nvContentPartPr>
              <p14:xfrm>
                <a:off x="1412848" y="4468187"/>
                <a:ext cx="104400" cy="322920"/>
              </p14:xfrm>
            </p:contentPart>
          </mc:Choice>
          <mc:Fallback>
            <p:pic>
              <p:nvPicPr>
                <p:cNvPr id="44" name="筆跡 43">
                  <a:extLst>
                    <a:ext uri="{FF2B5EF4-FFF2-40B4-BE49-F238E27FC236}">
                      <a16:creationId xmlns:a16="http://schemas.microsoft.com/office/drawing/2014/main" id="{B5D23F71-28E8-94D1-A481-E5819A27D07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350208" y="4405547"/>
                  <a:ext cx="23004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5" name="筆跡 44">
                  <a:extLst>
                    <a:ext uri="{FF2B5EF4-FFF2-40B4-BE49-F238E27FC236}">
                      <a16:creationId xmlns:a16="http://schemas.microsoft.com/office/drawing/2014/main" id="{3548AD07-1D70-6EB0-8115-8B719A0C2307}"/>
                    </a:ext>
                  </a:extLst>
                </p14:cNvPr>
                <p14:cNvContentPartPr/>
                <p14:nvPr/>
              </p14:nvContentPartPr>
              <p14:xfrm>
                <a:off x="916048" y="4669067"/>
                <a:ext cx="1424160" cy="290160"/>
              </p14:xfrm>
            </p:contentPart>
          </mc:Choice>
          <mc:Fallback>
            <p:pic>
              <p:nvPicPr>
                <p:cNvPr id="45" name="筆跡 44">
                  <a:extLst>
                    <a:ext uri="{FF2B5EF4-FFF2-40B4-BE49-F238E27FC236}">
                      <a16:creationId xmlns:a16="http://schemas.microsoft.com/office/drawing/2014/main" id="{3548AD07-1D70-6EB0-8115-8B719A0C230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53408" y="4606067"/>
                  <a:ext cx="1549800" cy="41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群組 79">
            <a:extLst>
              <a:ext uri="{FF2B5EF4-FFF2-40B4-BE49-F238E27FC236}">
                <a16:creationId xmlns:a16="http://schemas.microsoft.com/office/drawing/2014/main" id="{1FC7CEF0-553D-4E4C-2693-DD3892069F75}"/>
              </a:ext>
            </a:extLst>
          </p:cNvPr>
          <p:cNvGrpSpPr/>
          <p:nvPr/>
        </p:nvGrpSpPr>
        <p:grpSpPr>
          <a:xfrm>
            <a:off x="956368" y="5323907"/>
            <a:ext cx="1630440" cy="1185480"/>
            <a:chOff x="956368" y="5323907"/>
            <a:chExt cx="1630440" cy="118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8" name="筆跡 47">
                  <a:extLst>
                    <a:ext uri="{FF2B5EF4-FFF2-40B4-BE49-F238E27FC236}">
                      <a16:creationId xmlns:a16="http://schemas.microsoft.com/office/drawing/2014/main" id="{50EF7481-E1F8-1159-B8B6-49A18E01E283}"/>
                    </a:ext>
                  </a:extLst>
                </p14:cNvPr>
                <p14:cNvContentPartPr/>
                <p14:nvPr/>
              </p14:nvContentPartPr>
              <p14:xfrm>
                <a:off x="1100368" y="5609387"/>
                <a:ext cx="102960" cy="88200"/>
              </p14:xfrm>
            </p:contentPart>
          </mc:Choice>
          <mc:Fallback>
            <p:pic>
              <p:nvPicPr>
                <p:cNvPr id="48" name="筆跡 47">
                  <a:extLst>
                    <a:ext uri="{FF2B5EF4-FFF2-40B4-BE49-F238E27FC236}">
                      <a16:creationId xmlns:a16="http://schemas.microsoft.com/office/drawing/2014/main" id="{50EF7481-E1F8-1159-B8B6-49A18E01E28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37368" y="5546387"/>
                  <a:ext cx="2286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9" name="筆跡 48">
                  <a:extLst>
                    <a:ext uri="{FF2B5EF4-FFF2-40B4-BE49-F238E27FC236}">
                      <a16:creationId xmlns:a16="http://schemas.microsoft.com/office/drawing/2014/main" id="{EDA7E2EF-B2D4-D72E-BFAC-CFF8284BA15F}"/>
                    </a:ext>
                  </a:extLst>
                </p14:cNvPr>
                <p14:cNvContentPartPr/>
                <p14:nvPr/>
              </p14:nvContentPartPr>
              <p14:xfrm>
                <a:off x="1214128" y="5530547"/>
                <a:ext cx="308520" cy="110160"/>
              </p14:xfrm>
            </p:contentPart>
          </mc:Choice>
          <mc:Fallback>
            <p:pic>
              <p:nvPicPr>
                <p:cNvPr id="49" name="筆跡 48">
                  <a:extLst>
                    <a:ext uri="{FF2B5EF4-FFF2-40B4-BE49-F238E27FC236}">
                      <a16:creationId xmlns:a16="http://schemas.microsoft.com/office/drawing/2014/main" id="{EDA7E2EF-B2D4-D72E-BFAC-CFF8284BA15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51128" y="5467547"/>
                  <a:ext cx="4341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54" name="筆跡 53">
                  <a:extLst>
                    <a:ext uri="{FF2B5EF4-FFF2-40B4-BE49-F238E27FC236}">
                      <a16:creationId xmlns:a16="http://schemas.microsoft.com/office/drawing/2014/main" id="{C5E46E4D-6313-3473-8F53-10692C997EA7}"/>
                    </a:ext>
                  </a:extLst>
                </p14:cNvPr>
                <p14:cNvContentPartPr/>
                <p14:nvPr/>
              </p14:nvContentPartPr>
              <p14:xfrm>
                <a:off x="1172008" y="5676707"/>
                <a:ext cx="213120" cy="158400"/>
              </p14:xfrm>
            </p:contentPart>
          </mc:Choice>
          <mc:Fallback>
            <p:pic>
              <p:nvPicPr>
                <p:cNvPr id="54" name="筆跡 53">
                  <a:extLst>
                    <a:ext uri="{FF2B5EF4-FFF2-40B4-BE49-F238E27FC236}">
                      <a16:creationId xmlns:a16="http://schemas.microsoft.com/office/drawing/2014/main" id="{C5E46E4D-6313-3473-8F53-10692C997EA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109008" y="5613707"/>
                  <a:ext cx="3387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7" name="筆跡 56">
                  <a:extLst>
                    <a:ext uri="{FF2B5EF4-FFF2-40B4-BE49-F238E27FC236}">
                      <a16:creationId xmlns:a16="http://schemas.microsoft.com/office/drawing/2014/main" id="{2F0FA26C-4C44-0513-DA27-5F75A528A277}"/>
                    </a:ext>
                  </a:extLst>
                </p14:cNvPr>
                <p14:cNvContentPartPr/>
                <p14:nvPr/>
              </p14:nvContentPartPr>
              <p14:xfrm>
                <a:off x="1317088" y="5741507"/>
                <a:ext cx="360" cy="360"/>
              </p14:xfrm>
            </p:contentPart>
          </mc:Choice>
          <mc:Fallback>
            <p:pic>
              <p:nvPicPr>
                <p:cNvPr id="57" name="筆跡 56">
                  <a:extLst>
                    <a:ext uri="{FF2B5EF4-FFF2-40B4-BE49-F238E27FC236}">
                      <a16:creationId xmlns:a16="http://schemas.microsoft.com/office/drawing/2014/main" id="{2F0FA26C-4C44-0513-DA27-5F75A528A27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254448" y="5678507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60" name="筆跡 59">
                  <a:extLst>
                    <a:ext uri="{FF2B5EF4-FFF2-40B4-BE49-F238E27FC236}">
                      <a16:creationId xmlns:a16="http://schemas.microsoft.com/office/drawing/2014/main" id="{1F22D36D-DDC3-447F-CF4A-330566EB87CE}"/>
                    </a:ext>
                  </a:extLst>
                </p14:cNvPr>
                <p14:cNvContentPartPr/>
                <p14:nvPr/>
              </p14:nvContentPartPr>
              <p14:xfrm>
                <a:off x="956368" y="5935547"/>
                <a:ext cx="964440" cy="153360"/>
              </p14:xfrm>
            </p:contentPart>
          </mc:Choice>
          <mc:Fallback>
            <p:pic>
              <p:nvPicPr>
                <p:cNvPr id="60" name="筆跡 59">
                  <a:extLst>
                    <a:ext uri="{FF2B5EF4-FFF2-40B4-BE49-F238E27FC236}">
                      <a16:creationId xmlns:a16="http://schemas.microsoft.com/office/drawing/2014/main" id="{1F22D36D-DDC3-447F-CF4A-330566EB87C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93368" y="5872547"/>
                  <a:ext cx="10900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63" name="筆跡 62">
                  <a:extLst>
                    <a:ext uri="{FF2B5EF4-FFF2-40B4-BE49-F238E27FC236}">
                      <a16:creationId xmlns:a16="http://schemas.microsoft.com/office/drawing/2014/main" id="{E9D3532F-10FE-0BED-1BC9-F011E1F6CA24}"/>
                    </a:ext>
                  </a:extLst>
                </p14:cNvPr>
                <p14:cNvContentPartPr/>
                <p14:nvPr/>
              </p14:nvContentPartPr>
              <p14:xfrm>
                <a:off x="1433728" y="6161627"/>
                <a:ext cx="59040" cy="139680"/>
              </p14:xfrm>
            </p:contentPart>
          </mc:Choice>
          <mc:Fallback>
            <p:pic>
              <p:nvPicPr>
                <p:cNvPr id="63" name="筆跡 62">
                  <a:extLst>
                    <a:ext uri="{FF2B5EF4-FFF2-40B4-BE49-F238E27FC236}">
                      <a16:creationId xmlns:a16="http://schemas.microsoft.com/office/drawing/2014/main" id="{E9D3532F-10FE-0BED-1BC9-F011E1F6CA2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370728" y="6098627"/>
                  <a:ext cx="18468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64" name="筆跡 63">
                  <a:extLst>
                    <a:ext uri="{FF2B5EF4-FFF2-40B4-BE49-F238E27FC236}">
                      <a16:creationId xmlns:a16="http://schemas.microsoft.com/office/drawing/2014/main" id="{AD304B8F-E669-9286-1C07-562B3975A4AF}"/>
                    </a:ext>
                  </a:extLst>
                </p14:cNvPr>
                <p14:cNvContentPartPr/>
                <p14:nvPr/>
              </p14:nvContentPartPr>
              <p14:xfrm>
                <a:off x="1476928" y="6248747"/>
                <a:ext cx="30240" cy="92160"/>
              </p14:xfrm>
            </p:contentPart>
          </mc:Choice>
          <mc:Fallback>
            <p:pic>
              <p:nvPicPr>
                <p:cNvPr id="64" name="筆跡 63">
                  <a:extLst>
                    <a:ext uri="{FF2B5EF4-FFF2-40B4-BE49-F238E27FC236}">
                      <a16:creationId xmlns:a16="http://schemas.microsoft.com/office/drawing/2014/main" id="{AD304B8F-E669-9286-1C07-562B3975A4A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413928" y="6186107"/>
                  <a:ext cx="1558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5" name="筆跡 64">
                  <a:extLst>
                    <a:ext uri="{FF2B5EF4-FFF2-40B4-BE49-F238E27FC236}">
                      <a16:creationId xmlns:a16="http://schemas.microsoft.com/office/drawing/2014/main" id="{9E363A1F-EFA5-12F1-6A18-92BBDFFFA448}"/>
                    </a:ext>
                  </a:extLst>
                </p14:cNvPr>
                <p14:cNvContentPartPr/>
                <p14:nvPr/>
              </p14:nvContentPartPr>
              <p14:xfrm>
                <a:off x="1506088" y="6188267"/>
                <a:ext cx="213120" cy="7920"/>
              </p14:xfrm>
            </p:contentPart>
          </mc:Choice>
          <mc:Fallback>
            <p:pic>
              <p:nvPicPr>
                <p:cNvPr id="65" name="筆跡 64">
                  <a:extLst>
                    <a:ext uri="{FF2B5EF4-FFF2-40B4-BE49-F238E27FC236}">
                      <a16:creationId xmlns:a16="http://schemas.microsoft.com/office/drawing/2014/main" id="{9E363A1F-EFA5-12F1-6A18-92BBDFFFA44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443448" y="6125627"/>
                  <a:ext cx="3387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6" name="筆跡 65">
                  <a:extLst>
                    <a:ext uri="{FF2B5EF4-FFF2-40B4-BE49-F238E27FC236}">
                      <a16:creationId xmlns:a16="http://schemas.microsoft.com/office/drawing/2014/main" id="{43E6FFF1-296B-8153-6D57-4839840594C3}"/>
                    </a:ext>
                  </a:extLst>
                </p14:cNvPr>
                <p14:cNvContentPartPr/>
                <p14:nvPr/>
              </p14:nvContentPartPr>
              <p14:xfrm>
                <a:off x="1153288" y="6234707"/>
                <a:ext cx="92880" cy="274680"/>
              </p14:xfrm>
            </p:contentPart>
          </mc:Choice>
          <mc:Fallback>
            <p:pic>
              <p:nvPicPr>
                <p:cNvPr id="66" name="筆跡 65">
                  <a:extLst>
                    <a:ext uri="{FF2B5EF4-FFF2-40B4-BE49-F238E27FC236}">
                      <a16:creationId xmlns:a16="http://schemas.microsoft.com/office/drawing/2014/main" id="{43E6FFF1-296B-8153-6D57-4839840594C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90288" y="6172067"/>
                  <a:ext cx="21852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7" name="筆跡 66">
                  <a:extLst>
                    <a:ext uri="{FF2B5EF4-FFF2-40B4-BE49-F238E27FC236}">
                      <a16:creationId xmlns:a16="http://schemas.microsoft.com/office/drawing/2014/main" id="{DD5A1045-4344-92B2-27CA-6A663B862283}"/>
                    </a:ext>
                  </a:extLst>
                </p14:cNvPr>
                <p14:cNvContentPartPr/>
                <p14:nvPr/>
              </p14:nvContentPartPr>
              <p14:xfrm>
                <a:off x="1255888" y="6404987"/>
                <a:ext cx="1330920" cy="51840"/>
              </p14:xfrm>
            </p:contentPart>
          </mc:Choice>
          <mc:Fallback>
            <p:pic>
              <p:nvPicPr>
                <p:cNvPr id="67" name="筆跡 66">
                  <a:extLst>
                    <a:ext uri="{FF2B5EF4-FFF2-40B4-BE49-F238E27FC236}">
                      <a16:creationId xmlns:a16="http://schemas.microsoft.com/office/drawing/2014/main" id="{DD5A1045-4344-92B2-27CA-6A663B86228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92888" y="6342347"/>
                  <a:ext cx="14565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68" name="筆跡 67">
                  <a:extLst>
                    <a:ext uri="{FF2B5EF4-FFF2-40B4-BE49-F238E27FC236}">
                      <a16:creationId xmlns:a16="http://schemas.microsoft.com/office/drawing/2014/main" id="{6A8580F6-2592-BE3B-FD26-3F990C541057}"/>
                    </a:ext>
                  </a:extLst>
                </p14:cNvPr>
                <p14:cNvContentPartPr/>
                <p14:nvPr/>
              </p14:nvContentPartPr>
              <p14:xfrm>
                <a:off x="1971928" y="5323907"/>
                <a:ext cx="248400" cy="514440"/>
              </p14:xfrm>
            </p:contentPart>
          </mc:Choice>
          <mc:Fallback>
            <p:pic>
              <p:nvPicPr>
                <p:cNvPr id="68" name="筆跡 67">
                  <a:extLst>
                    <a:ext uri="{FF2B5EF4-FFF2-40B4-BE49-F238E27FC236}">
                      <a16:creationId xmlns:a16="http://schemas.microsoft.com/office/drawing/2014/main" id="{6A8580F6-2592-BE3B-FD26-3F990C54105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909288" y="5261267"/>
                  <a:ext cx="374040" cy="64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9" name="筆跡 68">
                  <a:extLst>
                    <a:ext uri="{FF2B5EF4-FFF2-40B4-BE49-F238E27FC236}">
                      <a16:creationId xmlns:a16="http://schemas.microsoft.com/office/drawing/2014/main" id="{A2B0F7ED-D697-368E-DAB0-CDB4C03A8F79}"/>
                    </a:ext>
                  </a:extLst>
                </p14:cNvPr>
                <p14:cNvContentPartPr/>
                <p14:nvPr/>
              </p14:nvContentPartPr>
              <p14:xfrm>
                <a:off x="2166328" y="5540987"/>
                <a:ext cx="201600" cy="480960"/>
              </p14:xfrm>
            </p:contentPart>
          </mc:Choice>
          <mc:Fallback>
            <p:pic>
              <p:nvPicPr>
                <p:cNvPr id="69" name="筆跡 68">
                  <a:extLst>
                    <a:ext uri="{FF2B5EF4-FFF2-40B4-BE49-F238E27FC236}">
                      <a16:creationId xmlns:a16="http://schemas.microsoft.com/office/drawing/2014/main" id="{A2B0F7ED-D697-368E-DAB0-CDB4C03A8F7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103688" y="5477987"/>
                  <a:ext cx="327240" cy="60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70" name="筆跡 69">
                  <a:extLst>
                    <a:ext uri="{FF2B5EF4-FFF2-40B4-BE49-F238E27FC236}">
                      <a16:creationId xmlns:a16="http://schemas.microsoft.com/office/drawing/2014/main" id="{17E952A5-7692-29EE-15AE-498721884518}"/>
                    </a:ext>
                  </a:extLst>
                </p14:cNvPr>
                <p14:cNvContentPartPr/>
                <p14:nvPr/>
              </p14:nvContentPartPr>
              <p14:xfrm>
                <a:off x="2092528" y="5787947"/>
                <a:ext cx="95760" cy="15120"/>
              </p14:xfrm>
            </p:contentPart>
          </mc:Choice>
          <mc:Fallback>
            <p:pic>
              <p:nvPicPr>
                <p:cNvPr id="70" name="筆跡 69">
                  <a:extLst>
                    <a:ext uri="{FF2B5EF4-FFF2-40B4-BE49-F238E27FC236}">
                      <a16:creationId xmlns:a16="http://schemas.microsoft.com/office/drawing/2014/main" id="{17E952A5-7692-29EE-15AE-49872188451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029888" y="5725307"/>
                  <a:ext cx="2214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74" name="筆跡 73">
                  <a:extLst>
                    <a:ext uri="{FF2B5EF4-FFF2-40B4-BE49-F238E27FC236}">
                      <a16:creationId xmlns:a16="http://schemas.microsoft.com/office/drawing/2014/main" id="{76B61749-C39B-6ACA-0524-DB059C996B4E}"/>
                    </a:ext>
                  </a:extLst>
                </p14:cNvPr>
                <p14:cNvContentPartPr/>
                <p14:nvPr/>
              </p14:nvContentPartPr>
              <p14:xfrm>
                <a:off x="2090368" y="5985227"/>
                <a:ext cx="7560" cy="15120"/>
              </p14:xfrm>
            </p:contentPart>
          </mc:Choice>
          <mc:Fallback>
            <p:pic>
              <p:nvPicPr>
                <p:cNvPr id="74" name="筆跡 73">
                  <a:extLst>
                    <a:ext uri="{FF2B5EF4-FFF2-40B4-BE49-F238E27FC236}">
                      <a16:creationId xmlns:a16="http://schemas.microsoft.com/office/drawing/2014/main" id="{76B61749-C39B-6ACA-0524-DB059C996B4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027368" y="5922227"/>
                  <a:ext cx="1332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75" name="筆跡 74">
                  <a:extLst>
                    <a:ext uri="{FF2B5EF4-FFF2-40B4-BE49-F238E27FC236}">
                      <a16:creationId xmlns:a16="http://schemas.microsoft.com/office/drawing/2014/main" id="{7939F1BB-44AF-4FDC-60A3-0CA6ABEC8FC9}"/>
                    </a:ext>
                  </a:extLst>
                </p14:cNvPr>
                <p14:cNvContentPartPr/>
                <p14:nvPr/>
              </p14:nvContentPartPr>
              <p14:xfrm>
                <a:off x="2104768" y="5999267"/>
                <a:ext cx="117720" cy="37440"/>
              </p14:xfrm>
            </p:contentPart>
          </mc:Choice>
          <mc:Fallback>
            <p:pic>
              <p:nvPicPr>
                <p:cNvPr id="75" name="筆跡 74">
                  <a:extLst>
                    <a:ext uri="{FF2B5EF4-FFF2-40B4-BE49-F238E27FC236}">
                      <a16:creationId xmlns:a16="http://schemas.microsoft.com/office/drawing/2014/main" id="{7939F1BB-44AF-4FDC-60A3-0CA6ABEC8FC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42128" y="5936267"/>
                  <a:ext cx="2433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6" name="筆跡 75">
                  <a:extLst>
                    <a:ext uri="{FF2B5EF4-FFF2-40B4-BE49-F238E27FC236}">
                      <a16:creationId xmlns:a16="http://schemas.microsoft.com/office/drawing/2014/main" id="{130754BE-EFF1-5F2E-27A0-4D6F158A49D6}"/>
                    </a:ext>
                  </a:extLst>
                </p14:cNvPr>
                <p14:cNvContentPartPr/>
                <p14:nvPr/>
              </p14:nvContentPartPr>
              <p14:xfrm>
                <a:off x="2023768" y="6137867"/>
                <a:ext cx="198360" cy="15120"/>
              </p14:xfrm>
            </p:contentPart>
          </mc:Choice>
          <mc:Fallback>
            <p:pic>
              <p:nvPicPr>
                <p:cNvPr id="76" name="筆跡 75">
                  <a:extLst>
                    <a:ext uri="{FF2B5EF4-FFF2-40B4-BE49-F238E27FC236}">
                      <a16:creationId xmlns:a16="http://schemas.microsoft.com/office/drawing/2014/main" id="{130754BE-EFF1-5F2E-27A0-4D6F158A49D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961128" y="6074867"/>
                  <a:ext cx="3240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77" name="筆跡 76">
                  <a:extLst>
                    <a:ext uri="{FF2B5EF4-FFF2-40B4-BE49-F238E27FC236}">
                      <a16:creationId xmlns:a16="http://schemas.microsoft.com/office/drawing/2014/main" id="{E7BE4C29-9195-B3D0-8D98-74D3D200FDD7}"/>
                    </a:ext>
                  </a:extLst>
                </p14:cNvPr>
                <p14:cNvContentPartPr/>
                <p14:nvPr/>
              </p14:nvContentPartPr>
              <p14:xfrm>
                <a:off x="2036368" y="6210947"/>
                <a:ext cx="111600" cy="139680"/>
              </p14:xfrm>
            </p:contentPart>
          </mc:Choice>
          <mc:Fallback>
            <p:pic>
              <p:nvPicPr>
                <p:cNvPr id="77" name="筆跡 76">
                  <a:extLst>
                    <a:ext uri="{FF2B5EF4-FFF2-40B4-BE49-F238E27FC236}">
                      <a16:creationId xmlns:a16="http://schemas.microsoft.com/office/drawing/2014/main" id="{E7BE4C29-9195-B3D0-8D98-74D3D200FDD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973728" y="6148307"/>
                  <a:ext cx="2372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8" name="筆跡 77">
                  <a:extLst>
                    <a:ext uri="{FF2B5EF4-FFF2-40B4-BE49-F238E27FC236}">
                      <a16:creationId xmlns:a16="http://schemas.microsoft.com/office/drawing/2014/main" id="{089F85E1-011C-9702-4C6E-4D4E2C4E3565}"/>
                    </a:ext>
                  </a:extLst>
                </p14:cNvPr>
                <p14:cNvContentPartPr/>
                <p14:nvPr/>
              </p14:nvContentPartPr>
              <p14:xfrm>
                <a:off x="2352808" y="6240827"/>
                <a:ext cx="146880" cy="95760"/>
              </p14:xfrm>
            </p:contentPart>
          </mc:Choice>
          <mc:Fallback>
            <p:pic>
              <p:nvPicPr>
                <p:cNvPr id="78" name="筆跡 77">
                  <a:extLst>
                    <a:ext uri="{FF2B5EF4-FFF2-40B4-BE49-F238E27FC236}">
                      <a16:creationId xmlns:a16="http://schemas.microsoft.com/office/drawing/2014/main" id="{089F85E1-011C-9702-4C6E-4D4E2C4E356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290168" y="6177827"/>
                  <a:ext cx="272520" cy="221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9284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EF7B2-1C1A-D016-D853-95C3E22B2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F2AC40E-8214-4188-B812-FDCA3BC8E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715" y="0"/>
            <a:ext cx="7074569" cy="6881407"/>
          </a:xfrm>
          <a:prstGeom prst="rect">
            <a:avLst/>
          </a:prstGeom>
        </p:spPr>
      </p:pic>
      <p:grpSp>
        <p:nvGrpSpPr>
          <p:cNvPr id="30" name="群組 29">
            <a:extLst>
              <a:ext uri="{FF2B5EF4-FFF2-40B4-BE49-F238E27FC236}">
                <a16:creationId xmlns:a16="http://schemas.microsoft.com/office/drawing/2014/main" id="{10BD6FF5-642B-BE54-C1C7-E83B607AD20C}"/>
              </a:ext>
            </a:extLst>
          </p:cNvPr>
          <p:cNvGrpSpPr/>
          <p:nvPr/>
        </p:nvGrpSpPr>
        <p:grpSpPr>
          <a:xfrm>
            <a:off x="478648" y="851267"/>
            <a:ext cx="1703520" cy="1954800"/>
            <a:chOff x="478648" y="851267"/>
            <a:chExt cx="1703520" cy="195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筆跡 1">
                  <a:extLst>
                    <a:ext uri="{FF2B5EF4-FFF2-40B4-BE49-F238E27FC236}">
                      <a16:creationId xmlns:a16="http://schemas.microsoft.com/office/drawing/2014/main" id="{94C53143-EA83-DEE3-E366-2D6264538D43}"/>
                    </a:ext>
                  </a:extLst>
                </p14:cNvPr>
                <p14:cNvContentPartPr/>
                <p14:nvPr/>
              </p14:nvContentPartPr>
              <p14:xfrm>
                <a:off x="545608" y="1574867"/>
                <a:ext cx="183600" cy="96840"/>
              </p14:xfrm>
            </p:contentPart>
          </mc:Choice>
          <mc:Fallback>
            <p:pic>
              <p:nvPicPr>
                <p:cNvPr id="2" name="筆跡 1">
                  <a:extLst>
                    <a:ext uri="{FF2B5EF4-FFF2-40B4-BE49-F238E27FC236}">
                      <a16:creationId xmlns:a16="http://schemas.microsoft.com/office/drawing/2014/main" id="{94C53143-EA83-DEE3-E366-2D6264538D4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82608" y="1512227"/>
                  <a:ext cx="3092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8" name="筆跡 7">
                  <a:extLst>
                    <a:ext uri="{FF2B5EF4-FFF2-40B4-BE49-F238E27FC236}">
                      <a16:creationId xmlns:a16="http://schemas.microsoft.com/office/drawing/2014/main" id="{B3EB9B9F-5A46-28F2-78ED-A387409FA62F}"/>
                    </a:ext>
                  </a:extLst>
                </p14:cNvPr>
                <p14:cNvContentPartPr/>
                <p14:nvPr/>
              </p14:nvContentPartPr>
              <p14:xfrm>
                <a:off x="669448" y="1471187"/>
                <a:ext cx="15120" cy="391680"/>
              </p14:xfrm>
            </p:contentPart>
          </mc:Choice>
          <mc:Fallback>
            <p:pic>
              <p:nvPicPr>
                <p:cNvPr id="8" name="筆跡 7">
                  <a:extLst>
                    <a:ext uri="{FF2B5EF4-FFF2-40B4-BE49-F238E27FC236}">
                      <a16:creationId xmlns:a16="http://schemas.microsoft.com/office/drawing/2014/main" id="{B3EB9B9F-5A46-28F2-78ED-A387409FA62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06448" y="1408187"/>
                  <a:ext cx="14076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9" name="筆跡 8">
                  <a:extLst>
                    <a:ext uri="{FF2B5EF4-FFF2-40B4-BE49-F238E27FC236}">
                      <a16:creationId xmlns:a16="http://schemas.microsoft.com/office/drawing/2014/main" id="{2C1A7673-F054-B64D-BD57-C36E78C1BE91}"/>
                    </a:ext>
                  </a:extLst>
                </p14:cNvPr>
                <p14:cNvContentPartPr/>
                <p14:nvPr/>
              </p14:nvContentPartPr>
              <p14:xfrm>
                <a:off x="478648" y="1804547"/>
                <a:ext cx="621720" cy="222840"/>
              </p14:xfrm>
            </p:contentPart>
          </mc:Choice>
          <mc:Fallback>
            <p:pic>
              <p:nvPicPr>
                <p:cNvPr id="9" name="筆跡 8">
                  <a:extLst>
                    <a:ext uri="{FF2B5EF4-FFF2-40B4-BE49-F238E27FC236}">
                      <a16:creationId xmlns:a16="http://schemas.microsoft.com/office/drawing/2014/main" id="{2C1A7673-F054-B64D-BD57-C36E78C1BE9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15648" y="1741547"/>
                  <a:ext cx="74736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0" name="筆跡 9">
                  <a:extLst>
                    <a:ext uri="{FF2B5EF4-FFF2-40B4-BE49-F238E27FC236}">
                      <a16:creationId xmlns:a16="http://schemas.microsoft.com/office/drawing/2014/main" id="{17D88102-922A-B8AB-CF4C-5B883515F126}"/>
                    </a:ext>
                  </a:extLst>
                </p14:cNvPr>
                <p14:cNvContentPartPr/>
                <p14:nvPr/>
              </p14:nvContentPartPr>
              <p14:xfrm>
                <a:off x="1285048" y="962147"/>
                <a:ext cx="295200" cy="99720"/>
              </p14:xfrm>
            </p:contentPart>
          </mc:Choice>
          <mc:Fallback>
            <p:pic>
              <p:nvPicPr>
                <p:cNvPr id="10" name="筆跡 9">
                  <a:extLst>
                    <a:ext uri="{FF2B5EF4-FFF2-40B4-BE49-F238E27FC236}">
                      <a16:creationId xmlns:a16="http://schemas.microsoft.com/office/drawing/2014/main" id="{17D88102-922A-B8AB-CF4C-5B883515F12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22408" y="899507"/>
                  <a:ext cx="4208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筆跡 10">
                  <a:extLst>
                    <a:ext uri="{FF2B5EF4-FFF2-40B4-BE49-F238E27FC236}">
                      <a16:creationId xmlns:a16="http://schemas.microsoft.com/office/drawing/2014/main" id="{B274236E-4B43-EF97-CE6E-5AC0D12388EE}"/>
                    </a:ext>
                  </a:extLst>
                </p14:cNvPr>
                <p14:cNvContentPartPr/>
                <p14:nvPr/>
              </p14:nvContentPartPr>
              <p14:xfrm>
                <a:off x="1313848" y="851267"/>
                <a:ext cx="244440" cy="1413360"/>
              </p14:xfrm>
            </p:contentPart>
          </mc:Choice>
          <mc:Fallback>
            <p:pic>
              <p:nvPicPr>
                <p:cNvPr id="11" name="筆跡 10">
                  <a:extLst>
                    <a:ext uri="{FF2B5EF4-FFF2-40B4-BE49-F238E27FC236}">
                      <a16:creationId xmlns:a16="http://schemas.microsoft.com/office/drawing/2014/main" id="{B274236E-4B43-EF97-CE6E-5AC0D12388E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250848" y="788267"/>
                  <a:ext cx="370080" cy="153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5" name="筆跡 14">
                  <a:extLst>
                    <a:ext uri="{FF2B5EF4-FFF2-40B4-BE49-F238E27FC236}">
                      <a16:creationId xmlns:a16="http://schemas.microsoft.com/office/drawing/2014/main" id="{20B173B8-0A86-FEE6-78A7-DD0F9C60FC77}"/>
                    </a:ext>
                  </a:extLst>
                </p14:cNvPr>
                <p14:cNvContentPartPr/>
                <p14:nvPr/>
              </p14:nvContentPartPr>
              <p14:xfrm>
                <a:off x="1367488" y="1488107"/>
                <a:ext cx="634680" cy="799560"/>
              </p14:xfrm>
            </p:contentPart>
          </mc:Choice>
          <mc:Fallback>
            <p:pic>
              <p:nvPicPr>
                <p:cNvPr id="15" name="筆跡 14">
                  <a:extLst>
                    <a:ext uri="{FF2B5EF4-FFF2-40B4-BE49-F238E27FC236}">
                      <a16:creationId xmlns:a16="http://schemas.microsoft.com/office/drawing/2014/main" id="{20B173B8-0A86-FEE6-78A7-DD0F9C60FC7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304848" y="1425467"/>
                  <a:ext cx="760320" cy="9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8" name="筆跡 17">
                  <a:extLst>
                    <a:ext uri="{FF2B5EF4-FFF2-40B4-BE49-F238E27FC236}">
                      <a16:creationId xmlns:a16="http://schemas.microsoft.com/office/drawing/2014/main" id="{4B8F32B2-7B6D-B4B4-0C1B-32808F2620C9}"/>
                    </a:ext>
                  </a:extLst>
                </p14:cNvPr>
                <p14:cNvContentPartPr/>
                <p14:nvPr/>
              </p14:nvContentPartPr>
              <p14:xfrm>
                <a:off x="1816408" y="1405307"/>
                <a:ext cx="82080" cy="942840"/>
              </p14:xfrm>
            </p:contentPart>
          </mc:Choice>
          <mc:Fallback>
            <p:pic>
              <p:nvPicPr>
                <p:cNvPr id="18" name="筆跡 17">
                  <a:extLst>
                    <a:ext uri="{FF2B5EF4-FFF2-40B4-BE49-F238E27FC236}">
                      <a16:creationId xmlns:a16="http://schemas.microsoft.com/office/drawing/2014/main" id="{4B8F32B2-7B6D-B4B4-0C1B-32808F2620C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53408" y="1342307"/>
                  <a:ext cx="207720" cy="10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1" name="筆跡 20">
                  <a:extLst>
                    <a:ext uri="{FF2B5EF4-FFF2-40B4-BE49-F238E27FC236}">
                      <a16:creationId xmlns:a16="http://schemas.microsoft.com/office/drawing/2014/main" id="{01249606-E9AC-FA27-5212-74F6719F7220}"/>
                    </a:ext>
                  </a:extLst>
                </p14:cNvPr>
                <p14:cNvContentPartPr/>
                <p14:nvPr/>
              </p14:nvContentPartPr>
              <p14:xfrm>
                <a:off x="1167328" y="2535707"/>
                <a:ext cx="360" cy="360"/>
              </p14:xfrm>
            </p:contentPart>
          </mc:Choice>
          <mc:Fallback>
            <p:pic>
              <p:nvPicPr>
                <p:cNvPr id="21" name="筆跡 20">
                  <a:extLst>
                    <a:ext uri="{FF2B5EF4-FFF2-40B4-BE49-F238E27FC236}">
                      <a16:creationId xmlns:a16="http://schemas.microsoft.com/office/drawing/2014/main" id="{01249606-E9AC-FA27-5212-74F6719F722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04328" y="2473067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2" name="筆跡 21">
                  <a:extLst>
                    <a:ext uri="{FF2B5EF4-FFF2-40B4-BE49-F238E27FC236}">
                      <a16:creationId xmlns:a16="http://schemas.microsoft.com/office/drawing/2014/main" id="{99936E30-EC25-68DA-058B-C3613F5B1BF8}"/>
                    </a:ext>
                  </a:extLst>
                </p14:cNvPr>
                <p14:cNvContentPartPr/>
                <p14:nvPr/>
              </p14:nvContentPartPr>
              <p14:xfrm>
                <a:off x="1055728" y="2352827"/>
                <a:ext cx="898200" cy="149400"/>
              </p14:xfrm>
            </p:contentPart>
          </mc:Choice>
          <mc:Fallback>
            <p:pic>
              <p:nvPicPr>
                <p:cNvPr id="22" name="筆跡 21">
                  <a:extLst>
                    <a:ext uri="{FF2B5EF4-FFF2-40B4-BE49-F238E27FC236}">
                      <a16:creationId xmlns:a16="http://schemas.microsoft.com/office/drawing/2014/main" id="{99936E30-EC25-68DA-058B-C3613F5B1BF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93088" y="2289827"/>
                  <a:ext cx="10238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7" name="筆跡 26">
                  <a:extLst>
                    <a:ext uri="{FF2B5EF4-FFF2-40B4-BE49-F238E27FC236}">
                      <a16:creationId xmlns:a16="http://schemas.microsoft.com/office/drawing/2014/main" id="{6C2EB890-0F2A-1824-874D-D322F5F1F995}"/>
                    </a:ext>
                  </a:extLst>
                </p14:cNvPr>
                <p14:cNvContentPartPr/>
                <p14:nvPr/>
              </p14:nvContentPartPr>
              <p14:xfrm>
                <a:off x="1561528" y="2624987"/>
                <a:ext cx="82080" cy="168840"/>
              </p14:xfrm>
            </p:contentPart>
          </mc:Choice>
          <mc:Fallback>
            <p:pic>
              <p:nvPicPr>
                <p:cNvPr id="27" name="筆跡 26">
                  <a:extLst>
                    <a:ext uri="{FF2B5EF4-FFF2-40B4-BE49-F238E27FC236}">
                      <a16:creationId xmlns:a16="http://schemas.microsoft.com/office/drawing/2014/main" id="{6C2EB890-0F2A-1824-874D-D322F5F1F99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498528" y="2561987"/>
                  <a:ext cx="20772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8" name="筆跡 27">
                  <a:extLst>
                    <a:ext uri="{FF2B5EF4-FFF2-40B4-BE49-F238E27FC236}">
                      <a16:creationId xmlns:a16="http://schemas.microsoft.com/office/drawing/2014/main" id="{FC12AAC2-80FE-32B0-E722-372D04DA1E55}"/>
                    </a:ext>
                  </a:extLst>
                </p14:cNvPr>
                <p14:cNvContentPartPr/>
                <p14:nvPr/>
              </p14:nvContentPartPr>
              <p14:xfrm>
                <a:off x="1832608" y="2682227"/>
                <a:ext cx="349560" cy="123840"/>
              </p14:xfrm>
            </p:contentPart>
          </mc:Choice>
          <mc:Fallback>
            <p:pic>
              <p:nvPicPr>
                <p:cNvPr id="28" name="筆跡 27">
                  <a:extLst>
                    <a:ext uri="{FF2B5EF4-FFF2-40B4-BE49-F238E27FC236}">
                      <a16:creationId xmlns:a16="http://schemas.microsoft.com/office/drawing/2014/main" id="{FC12AAC2-80FE-32B0-E722-372D04DA1E5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769968" y="2619587"/>
                  <a:ext cx="475200" cy="24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群組 46">
            <a:extLst>
              <a:ext uri="{FF2B5EF4-FFF2-40B4-BE49-F238E27FC236}">
                <a16:creationId xmlns:a16="http://schemas.microsoft.com/office/drawing/2014/main" id="{FE6559A1-3AF1-5F6F-DA91-44AE53030B2B}"/>
              </a:ext>
            </a:extLst>
          </p:cNvPr>
          <p:cNvGrpSpPr/>
          <p:nvPr/>
        </p:nvGrpSpPr>
        <p:grpSpPr>
          <a:xfrm>
            <a:off x="716248" y="3681947"/>
            <a:ext cx="1623960" cy="1277280"/>
            <a:chOff x="716248" y="3681947"/>
            <a:chExt cx="1623960" cy="127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2" name="筆跡 31">
                  <a:extLst>
                    <a:ext uri="{FF2B5EF4-FFF2-40B4-BE49-F238E27FC236}">
                      <a16:creationId xmlns:a16="http://schemas.microsoft.com/office/drawing/2014/main" id="{6A82964B-E0A5-C926-F091-45DC70F54E34}"/>
                    </a:ext>
                  </a:extLst>
                </p14:cNvPr>
                <p14:cNvContentPartPr/>
                <p14:nvPr/>
              </p14:nvContentPartPr>
              <p14:xfrm>
                <a:off x="1231048" y="3681947"/>
                <a:ext cx="227520" cy="22320"/>
              </p14:xfrm>
            </p:contentPart>
          </mc:Choice>
          <mc:Fallback>
            <p:pic>
              <p:nvPicPr>
                <p:cNvPr id="32" name="筆跡 31">
                  <a:extLst>
                    <a:ext uri="{FF2B5EF4-FFF2-40B4-BE49-F238E27FC236}">
                      <a16:creationId xmlns:a16="http://schemas.microsoft.com/office/drawing/2014/main" id="{6A82964B-E0A5-C926-F091-45DC70F54E3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68408" y="3618947"/>
                  <a:ext cx="3531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3" name="筆跡 32">
                  <a:extLst>
                    <a:ext uri="{FF2B5EF4-FFF2-40B4-BE49-F238E27FC236}">
                      <a16:creationId xmlns:a16="http://schemas.microsoft.com/office/drawing/2014/main" id="{47244AF7-9504-6F20-E012-083F044BAC48}"/>
                    </a:ext>
                  </a:extLst>
                </p14:cNvPr>
                <p14:cNvContentPartPr/>
                <p14:nvPr/>
              </p14:nvContentPartPr>
              <p14:xfrm>
                <a:off x="716248" y="3933947"/>
                <a:ext cx="239760" cy="175680"/>
              </p14:xfrm>
            </p:contentPart>
          </mc:Choice>
          <mc:Fallback>
            <p:pic>
              <p:nvPicPr>
                <p:cNvPr id="33" name="筆跡 32">
                  <a:extLst>
                    <a:ext uri="{FF2B5EF4-FFF2-40B4-BE49-F238E27FC236}">
                      <a16:creationId xmlns:a16="http://schemas.microsoft.com/office/drawing/2014/main" id="{47244AF7-9504-6F20-E012-083F044BAC4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53608" y="3871307"/>
                  <a:ext cx="36540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4" name="筆跡 33">
                  <a:extLst>
                    <a:ext uri="{FF2B5EF4-FFF2-40B4-BE49-F238E27FC236}">
                      <a16:creationId xmlns:a16="http://schemas.microsoft.com/office/drawing/2014/main" id="{976BAA5F-6A00-5A47-71F7-7EEC7E2E403F}"/>
                    </a:ext>
                  </a:extLst>
                </p14:cNvPr>
                <p14:cNvContentPartPr/>
                <p14:nvPr/>
              </p14:nvContentPartPr>
              <p14:xfrm>
                <a:off x="915328" y="3708947"/>
                <a:ext cx="975960" cy="703800"/>
              </p14:xfrm>
            </p:contentPart>
          </mc:Choice>
          <mc:Fallback>
            <p:pic>
              <p:nvPicPr>
                <p:cNvPr id="34" name="筆跡 33">
                  <a:extLst>
                    <a:ext uri="{FF2B5EF4-FFF2-40B4-BE49-F238E27FC236}">
                      <a16:creationId xmlns:a16="http://schemas.microsoft.com/office/drawing/2014/main" id="{976BAA5F-6A00-5A47-71F7-7EEC7E2E403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52688" y="3645947"/>
                  <a:ext cx="1101600" cy="82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7" name="筆跡 36">
                  <a:extLst>
                    <a:ext uri="{FF2B5EF4-FFF2-40B4-BE49-F238E27FC236}">
                      <a16:creationId xmlns:a16="http://schemas.microsoft.com/office/drawing/2014/main" id="{6B27B0C5-C886-2568-1136-CC425DDB1A23}"/>
                    </a:ext>
                  </a:extLst>
                </p14:cNvPr>
                <p14:cNvContentPartPr/>
                <p14:nvPr/>
              </p14:nvContentPartPr>
              <p14:xfrm>
                <a:off x="849808" y="4114667"/>
                <a:ext cx="318960" cy="411480"/>
              </p14:xfrm>
            </p:contentPart>
          </mc:Choice>
          <mc:Fallback>
            <p:pic>
              <p:nvPicPr>
                <p:cNvPr id="37" name="筆跡 36">
                  <a:extLst>
                    <a:ext uri="{FF2B5EF4-FFF2-40B4-BE49-F238E27FC236}">
                      <a16:creationId xmlns:a16="http://schemas.microsoft.com/office/drawing/2014/main" id="{6B27B0C5-C886-2568-1136-CC425DDB1A2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86808" y="4051667"/>
                  <a:ext cx="44460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0" name="筆跡 39">
                  <a:extLst>
                    <a:ext uri="{FF2B5EF4-FFF2-40B4-BE49-F238E27FC236}">
                      <a16:creationId xmlns:a16="http://schemas.microsoft.com/office/drawing/2014/main" id="{035C32BF-0382-64E4-A824-1D2DB7016195}"/>
                    </a:ext>
                  </a:extLst>
                </p14:cNvPr>
                <p14:cNvContentPartPr/>
                <p14:nvPr/>
              </p14:nvContentPartPr>
              <p14:xfrm>
                <a:off x="1468288" y="4143827"/>
                <a:ext cx="672840" cy="88560"/>
              </p14:xfrm>
            </p:contentPart>
          </mc:Choice>
          <mc:Fallback>
            <p:pic>
              <p:nvPicPr>
                <p:cNvPr id="40" name="筆跡 39">
                  <a:extLst>
                    <a:ext uri="{FF2B5EF4-FFF2-40B4-BE49-F238E27FC236}">
                      <a16:creationId xmlns:a16="http://schemas.microsoft.com/office/drawing/2014/main" id="{035C32BF-0382-64E4-A824-1D2DB701619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405648" y="4081187"/>
                  <a:ext cx="7984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3" name="筆跡 42">
                  <a:extLst>
                    <a:ext uri="{FF2B5EF4-FFF2-40B4-BE49-F238E27FC236}">
                      <a16:creationId xmlns:a16="http://schemas.microsoft.com/office/drawing/2014/main" id="{5989356E-36DB-844F-B2A6-3512A36BCA92}"/>
                    </a:ext>
                  </a:extLst>
                </p14:cNvPr>
                <p14:cNvContentPartPr/>
                <p14:nvPr/>
              </p14:nvContentPartPr>
              <p14:xfrm>
                <a:off x="1234288" y="4321667"/>
                <a:ext cx="468360" cy="255960"/>
              </p14:xfrm>
            </p:contentPart>
          </mc:Choice>
          <mc:Fallback>
            <p:pic>
              <p:nvPicPr>
                <p:cNvPr id="43" name="筆跡 42">
                  <a:extLst>
                    <a:ext uri="{FF2B5EF4-FFF2-40B4-BE49-F238E27FC236}">
                      <a16:creationId xmlns:a16="http://schemas.microsoft.com/office/drawing/2014/main" id="{5989356E-36DB-844F-B2A6-3512A36BCA9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171288" y="4258667"/>
                  <a:ext cx="59400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4" name="筆跡 43">
                  <a:extLst>
                    <a:ext uri="{FF2B5EF4-FFF2-40B4-BE49-F238E27FC236}">
                      <a16:creationId xmlns:a16="http://schemas.microsoft.com/office/drawing/2014/main" id="{4F3219FE-6556-C8F4-65C5-9011536E7E7F}"/>
                    </a:ext>
                  </a:extLst>
                </p14:cNvPr>
                <p14:cNvContentPartPr/>
                <p14:nvPr/>
              </p14:nvContentPartPr>
              <p14:xfrm>
                <a:off x="1412848" y="4468187"/>
                <a:ext cx="104400" cy="322920"/>
              </p14:xfrm>
            </p:contentPart>
          </mc:Choice>
          <mc:Fallback>
            <p:pic>
              <p:nvPicPr>
                <p:cNvPr id="44" name="筆跡 43">
                  <a:extLst>
                    <a:ext uri="{FF2B5EF4-FFF2-40B4-BE49-F238E27FC236}">
                      <a16:creationId xmlns:a16="http://schemas.microsoft.com/office/drawing/2014/main" id="{4F3219FE-6556-C8F4-65C5-9011536E7E7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350208" y="4405547"/>
                  <a:ext cx="23004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5" name="筆跡 44">
                  <a:extLst>
                    <a:ext uri="{FF2B5EF4-FFF2-40B4-BE49-F238E27FC236}">
                      <a16:creationId xmlns:a16="http://schemas.microsoft.com/office/drawing/2014/main" id="{8F85E8D9-D01E-B8CE-A875-73C1B7867734}"/>
                    </a:ext>
                  </a:extLst>
                </p14:cNvPr>
                <p14:cNvContentPartPr/>
                <p14:nvPr/>
              </p14:nvContentPartPr>
              <p14:xfrm>
                <a:off x="916048" y="4669067"/>
                <a:ext cx="1424160" cy="290160"/>
              </p14:xfrm>
            </p:contentPart>
          </mc:Choice>
          <mc:Fallback>
            <p:pic>
              <p:nvPicPr>
                <p:cNvPr id="45" name="筆跡 44">
                  <a:extLst>
                    <a:ext uri="{FF2B5EF4-FFF2-40B4-BE49-F238E27FC236}">
                      <a16:creationId xmlns:a16="http://schemas.microsoft.com/office/drawing/2014/main" id="{8F85E8D9-D01E-B8CE-A875-73C1B786773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53408" y="4606067"/>
                  <a:ext cx="1549800" cy="41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群組 79">
            <a:extLst>
              <a:ext uri="{FF2B5EF4-FFF2-40B4-BE49-F238E27FC236}">
                <a16:creationId xmlns:a16="http://schemas.microsoft.com/office/drawing/2014/main" id="{BC136505-BBDA-72CC-2203-A9C98DC569CA}"/>
              </a:ext>
            </a:extLst>
          </p:cNvPr>
          <p:cNvGrpSpPr/>
          <p:nvPr/>
        </p:nvGrpSpPr>
        <p:grpSpPr>
          <a:xfrm>
            <a:off x="956368" y="5323907"/>
            <a:ext cx="1630440" cy="1185480"/>
            <a:chOff x="956368" y="5323907"/>
            <a:chExt cx="1630440" cy="118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8" name="筆跡 47">
                  <a:extLst>
                    <a:ext uri="{FF2B5EF4-FFF2-40B4-BE49-F238E27FC236}">
                      <a16:creationId xmlns:a16="http://schemas.microsoft.com/office/drawing/2014/main" id="{4F6EA904-B5E4-D97E-10CD-232CB2DF9E5B}"/>
                    </a:ext>
                  </a:extLst>
                </p14:cNvPr>
                <p14:cNvContentPartPr/>
                <p14:nvPr/>
              </p14:nvContentPartPr>
              <p14:xfrm>
                <a:off x="1100368" y="5609387"/>
                <a:ext cx="102960" cy="88200"/>
              </p14:xfrm>
            </p:contentPart>
          </mc:Choice>
          <mc:Fallback>
            <p:pic>
              <p:nvPicPr>
                <p:cNvPr id="48" name="筆跡 47">
                  <a:extLst>
                    <a:ext uri="{FF2B5EF4-FFF2-40B4-BE49-F238E27FC236}">
                      <a16:creationId xmlns:a16="http://schemas.microsoft.com/office/drawing/2014/main" id="{4F6EA904-B5E4-D97E-10CD-232CB2DF9E5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37368" y="5546387"/>
                  <a:ext cx="2286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9" name="筆跡 48">
                  <a:extLst>
                    <a:ext uri="{FF2B5EF4-FFF2-40B4-BE49-F238E27FC236}">
                      <a16:creationId xmlns:a16="http://schemas.microsoft.com/office/drawing/2014/main" id="{DCD42CF7-92A0-806B-F8FB-5F6242A1F079}"/>
                    </a:ext>
                  </a:extLst>
                </p14:cNvPr>
                <p14:cNvContentPartPr/>
                <p14:nvPr/>
              </p14:nvContentPartPr>
              <p14:xfrm>
                <a:off x="1214128" y="5530547"/>
                <a:ext cx="308520" cy="110160"/>
              </p14:xfrm>
            </p:contentPart>
          </mc:Choice>
          <mc:Fallback>
            <p:pic>
              <p:nvPicPr>
                <p:cNvPr id="49" name="筆跡 48">
                  <a:extLst>
                    <a:ext uri="{FF2B5EF4-FFF2-40B4-BE49-F238E27FC236}">
                      <a16:creationId xmlns:a16="http://schemas.microsoft.com/office/drawing/2014/main" id="{DCD42CF7-92A0-806B-F8FB-5F6242A1F07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51128" y="5467547"/>
                  <a:ext cx="4341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54" name="筆跡 53">
                  <a:extLst>
                    <a:ext uri="{FF2B5EF4-FFF2-40B4-BE49-F238E27FC236}">
                      <a16:creationId xmlns:a16="http://schemas.microsoft.com/office/drawing/2014/main" id="{F255BFFD-1EAF-D3C0-3A57-442427ABE2B4}"/>
                    </a:ext>
                  </a:extLst>
                </p14:cNvPr>
                <p14:cNvContentPartPr/>
                <p14:nvPr/>
              </p14:nvContentPartPr>
              <p14:xfrm>
                <a:off x="1172008" y="5676707"/>
                <a:ext cx="213120" cy="158400"/>
              </p14:xfrm>
            </p:contentPart>
          </mc:Choice>
          <mc:Fallback>
            <p:pic>
              <p:nvPicPr>
                <p:cNvPr id="54" name="筆跡 53">
                  <a:extLst>
                    <a:ext uri="{FF2B5EF4-FFF2-40B4-BE49-F238E27FC236}">
                      <a16:creationId xmlns:a16="http://schemas.microsoft.com/office/drawing/2014/main" id="{F255BFFD-1EAF-D3C0-3A57-442427ABE2B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109008" y="5613707"/>
                  <a:ext cx="3387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7" name="筆跡 56">
                  <a:extLst>
                    <a:ext uri="{FF2B5EF4-FFF2-40B4-BE49-F238E27FC236}">
                      <a16:creationId xmlns:a16="http://schemas.microsoft.com/office/drawing/2014/main" id="{C297B8D4-7AC1-388F-3553-7C34D977F99E}"/>
                    </a:ext>
                  </a:extLst>
                </p14:cNvPr>
                <p14:cNvContentPartPr/>
                <p14:nvPr/>
              </p14:nvContentPartPr>
              <p14:xfrm>
                <a:off x="1317088" y="5741507"/>
                <a:ext cx="360" cy="360"/>
              </p14:xfrm>
            </p:contentPart>
          </mc:Choice>
          <mc:Fallback>
            <p:pic>
              <p:nvPicPr>
                <p:cNvPr id="57" name="筆跡 56">
                  <a:extLst>
                    <a:ext uri="{FF2B5EF4-FFF2-40B4-BE49-F238E27FC236}">
                      <a16:creationId xmlns:a16="http://schemas.microsoft.com/office/drawing/2014/main" id="{C297B8D4-7AC1-388F-3553-7C34D977F99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254448" y="5678507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60" name="筆跡 59">
                  <a:extLst>
                    <a:ext uri="{FF2B5EF4-FFF2-40B4-BE49-F238E27FC236}">
                      <a16:creationId xmlns:a16="http://schemas.microsoft.com/office/drawing/2014/main" id="{B2396623-0E36-2A4A-B8FA-40D78D12C5E6}"/>
                    </a:ext>
                  </a:extLst>
                </p14:cNvPr>
                <p14:cNvContentPartPr/>
                <p14:nvPr/>
              </p14:nvContentPartPr>
              <p14:xfrm>
                <a:off x="956368" y="5935547"/>
                <a:ext cx="964440" cy="153360"/>
              </p14:xfrm>
            </p:contentPart>
          </mc:Choice>
          <mc:Fallback>
            <p:pic>
              <p:nvPicPr>
                <p:cNvPr id="60" name="筆跡 59">
                  <a:extLst>
                    <a:ext uri="{FF2B5EF4-FFF2-40B4-BE49-F238E27FC236}">
                      <a16:creationId xmlns:a16="http://schemas.microsoft.com/office/drawing/2014/main" id="{B2396623-0E36-2A4A-B8FA-40D78D12C5E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93368" y="5872547"/>
                  <a:ext cx="10900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63" name="筆跡 62">
                  <a:extLst>
                    <a:ext uri="{FF2B5EF4-FFF2-40B4-BE49-F238E27FC236}">
                      <a16:creationId xmlns:a16="http://schemas.microsoft.com/office/drawing/2014/main" id="{DB656526-9AB7-B2BA-41F9-94DB50348E66}"/>
                    </a:ext>
                  </a:extLst>
                </p14:cNvPr>
                <p14:cNvContentPartPr/>
                <p14:nvPr/>
              </p14:nvContentPartPr>
              <p14:xfrm>
                <a:off x="1433728" y="6161627"/>
                <a:ext cx="59040" cy="139680"/>
              </p14:xfrm>
            </p:contentPart>
          </mc:Choice>
          <mc:Fallback>
            <p:pic>
              <p:nvPicPr>
                <p:cNvPr id="63" name="筆跡 62">
                  <a:extLst>
                    <a:ext uri="{FF2B5EF4-FFF2-40B4-BE49-F238E27FC236}">
                      <a16:creationId xmlns:a16="http://schemas.microsoft.com/office/drawing/2014/main" id="{DB656526-9AB7-B2BA-41F9-94DB50348E6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370728" y="6098627"/>
                  <a:ext cx="18468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64" name="筆跡 63">
                  <a:extLst>
                    <a:ext uri="{FF2B5EF4-FFF2-40B4-BE49-F238E27FC236}">
                      <a16:creationId xmlns:a16="http://schemas.microsoft.com/office/drawing/2014/main" id="{A93A5EC3-DCD1-BB6E-2A25-86B6231A33DB}"/>
                    </a:ext>
                  </a:extLst>
                </p14:cNvPr>
                <p14:cNvContentPartPr/>
                <p14:nvPr/>
              </p14:nvContentPartPr>
              <p14:xfrm>
                <a:off x="1476928" y="6248747"/>
                <a:ext cx="30240" cy="92160"/>
              </p14:xfrm>
            </p:contentPart>
          </mc:Choice>
          <mc:Fallback>
            <p:pic>
              <p:nvPicPr>
                <p:cNvPr id="64" name="筆跡 63">
                  <a:extLst>
                    <a:ext uri="{FF2B5EF4-FFF2-40B4-BE49-F238E27FC236}">
                      <a16:creationId xmlns:a16="http://schemas.microsoft.com/office/drawing/2014/main" id="{A93A5EC3-DCD1-BB6E-2A25-86B6231A33D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413928" y="6186107"/>
                  <a:ext cx="1558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5" name="筆跡 64">
                  <a:extLst>
                    <a:ext uri="{FF2B5EF4-FFF2-40B4-BE49-F238E27FC236}">
                      <a16:creationId xmlns:a16="http://schemas.microsoft.com/office/drawing/2014/main" id="{BD3F2924-4AF4-5242-0D27-28F732A352B3}"/>
                    </a:ext>
                  </a:extLst>
                </p14:cNvPr>
                <p14:cNvContentPartPr/>
                <p14:nvPr/>
              </p14:nvContentPartPr>
              <p14:xfrm>
                <a:off x="1506088" y="6188267"/>
                <a:ext cx="213120" cy="7920"/>
              </p14:xfrm>
            </p:contentPart>
          </mc:Choice>
          <mc:Fallback>
            <p:pic>
              <p:nvPicPr>
                <p:cNvPr id="65" name="筆跡 64">
                  <a:extLst>
                    <a:ext uri="{FF2B5EF4-FFF2-40B4-BE49-F238E27FC236}">
                      <a16:creationId xmlns:a16="http://schemas.microsoft.com/office/drawing/2014/main" id="{BD3F2924-4AF4-5242-0D27-28F732A352B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443448" y="6125627"/>
                  <a:ext cx="3387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6" name="筆跡 65">
                  <a:extLst>
                    <a:ext uri="{FF2B5EF4-FFF2-40B4-BE49-F238E27FC236}">
                      <a16:creationId xmlns:a16="http://schemas.microsoft.com/office/drawing/2014/main" id="{C9FFDDD5-E4DB-7933-721B-312F9506E1DE}"/>
                    </a:ext>
                  </a:extLst>
                </p14:cNvPr>
                <p14:cNvContentPartPr/>
                <p14:nvPr/>
              </p14:nvContentPartPr>
              <p14:xfrm>
                <a:off x="1153288" y="6234707"/>
                <a:ext cx="92880" cy="274680"/>
              </p14:xfrm>
            </p:contentPart>
          </mc:Choice>
          <mc:Fallback>
            <p:pic>
              <p:nvPicPr>
                <p:cNvPr id="66" name="筆跡 65">
                  <a:extLst>
                    <a:ext uri="{FF2B5EF4-FFF2-40B4-BE49-F238E27FC236}">
                      <a16:creationId xmlns:a16="http://schemas.microsoft.com/office/drawing/2014/main" id="{C9FFDDD5-E4DB-7933-721B-312F9506E1D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90288" y="6172067"/>
                  <a:ext cx="21852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7" name="筆跡 66">
                  <a:extLst>
                    <a:ext uri="{FF2B5EF4-FFF2-40B4-BE49-F238E27FC236}">
                      <a16:creationId xmlns:a16="http://schemas.microsoft.com/office/drawing/2014/main" id="{C6E3B6ED-0A8D-6E85-1723-15FD315997AC}"/>
                    </a:ext>
                  </a:extLst>
                </p14:cNvPr>
                <p14:cNvContentPartPr/>
                <p14:nvPr/>
              </p14:nvContentPartPr>
              <p14:xfrm>
                <a:off x="1255888" y="6404987"/>
                <a:ext cx="1330920" cy="51840"/>
              </p14:xfrm>
            </p:contentPart>
          </mc:Choice>
          <mc:Fallback>
            <p:pic>
              <p:nvPicPr>
                <p:cNvPr id="67" name="筆跡 66">
                  <a:extLst>
                    <a:ext uri="{FF2B5EF4-FFF2-40B4-BE49-F238E27FC236}">
                      <a16:creationId xmlns:a16="http://schemas.microsoft.com/office/drawing/2014/main" id="{C6E3B6ED-0A8D-6E85-1723-15FD315997A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92888" y="6342347"/>
                  <a:ext cx="14565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68" name="筆跡 67">
                  <a:extLst>
                    <a:ext uri="{FF2B5EF4-FFF2-40B4-BE49-F238E27FC236}">
                      <a16:creationId xmlns:a16="http://schemas.microsoft.com/office/drawing/2014/main" id="{C68C4C69-66B0-0A0B-8482-027A02FA9135}"/>
                    </a:ext>
                  </a:extLst>
                </p14:cNvPr>
                <p14:cNvContentPartPr/>
                <p14:nvPr/>
              </p14:nvContentPartPr>
              <p14:xfrm>
                <a:off x="1971928" y="5323907"/>
                <a:ext cx="248400" cy="514440"/>
              </p14:xfrm>
            </p:contentPart>
          </mc:Choice>
          <mc:Fallback>
            <p:pic>
              <p:nvPicPr>
                <p:cNvPr id="68" name="筆跡 67">
                  <a:extLst>
                    <a:ext uri="{FF2B5EF4-FFF2-40B4-BE49-F238E27FC236}">
                      <a16:creationId xmlns:a16="http://schemas.microsoft.com/office/drawing/2014/main" id="{C68C4C69-66B0-0A0B-8482-027A02FA913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909288" y="5261267"/>
                  <a:ext cx="374040" cy="64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9" name="筆跡 68">
                  <a:extLst>
                    <a:ext uri="{FF2B5EF4-FFF2-40B4-BE49-F238E27FC236}">
                      <a16:creationId xmlns:a16="http://schemas.microsoft.com/office/drawing/2014/main" id="{9DA15390-A46A-2AC3-7628-AB1E62A067A1}"/>
                    </a:ext>
                  </a:extLst>
                </p14:cNvPr>
                <p14:cNvContentPartPr/>
                <p14:nvPr/>
              </p14:nvContentPartPr>
              <p14:xfrm>
                <a:off x="2166328" y="5540987"/>
                <a:ext cx="201600" cy="480960"/>
              </p14:xfrm>
            </p:contentPart>
          </mc:Choice>
          <mc:Fallback>
            <p:pic>
              <p:nvPicPr>
                <p:cNvPr id="69" name="筆跡 68">
                  <a:extLst>
                    <a:ext uri="{FF2B5EF4-FFF2-40B4-BE49-F238E27FC236}">
                      <a16:creationId xmlns:a16="http://schemas.microsoft.com/office/drawing/2014/main" id="{9DA15390-A46A-2AC3-7628-AB1E62A067A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103688" y="5477987"/>
                  <a:ext cx="327240" cy="60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70" name="筆跡 69">
                  <a:extLst>
                    <a:ext uri="{FF2B5EF4-FFF2-40B4-BE49-F238E27FC236}">
                      <a16:creationId xmlns:a16="http://schemas.microsoft.com/office/drawing/2014/main" id="{D3C1EBFA-A594-02A7-D87F-B6E6AAC67FDB}"/>
                    </a:ext>
                  </a:extLst>
                </p14:cNvPr>
                <p14:cNvContentPartPr/>
                <p14:nvPr/>
              </p14:nvContentPartPr>
              <p14:xfrm>
                <a:off x="2092528" y="5787947"/>
                <a:ext cx="95760" cy="15120"/>
              </p14:xfrm>
            </p:contentPart>
          </mc:Choice>
          <mc:Fallback>
            <p:pic>
              <p:nvPicPr>
                <p:cNvPr id="70" name="筆跡 69">
                  <a:extLst>
                    <a:ext uri="{FF2B5EF4-FFF2-40B4-BE49-F238E27FC236}">
                      <a16:creationId xmlns:a16="http://schemas.microsoft.com/office/drawing/2014/main" id="{D3C1EBFA-A594-02A7-D87F-B6E6AAC67FD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029888" y="5725307"/>
                  <a:ext cx="2214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74" name="筆跡 73">
                  <a:extLst>
                    <a:ext uri="{FF2B5EF4-FFF2-40B4-BE49-F238E27FC236}">
                      <a16:creationId xmlns:a16="http://schemas.microsoft.com/office/drawing/2014/main" id="{1EF633A4-676F-87B3-1EFD-271AE21403B3}"/>
                    </a:ext>
                  </a:extLst>
                </p14:cNvPr>
                <p14:cNvContentPartPr/>
                <p14:nvPr/>
              </p14:nvContentPartPr>
              <p14:xfrm>
                <a:off x="2090368" y="5985227"/>
                <a:ext cx="7560" cy="15120"/>
              </p14:xfrm>
            </p:contentPart>
          </mc:Choice>
          <mc:Fallback>
            <p:pic>
              <p:nvPicPr>
                <p:cNvPr id="74" name="筆跡 73">
                  <a:extLst>
                    <a:ext uri="{FF2B5EF4-FFF2-40B4-BE49-F238E27FC236}">
                      <a16:creationId xmlns:a16="http://schemas.microsoft.com/office/drawing/2014/main" id="{1EF633A4-676F-87B3-1EFD-271AE21403B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027368" y="5922227"/>
                  <a:ext cx="1332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75" name="筆跡 74">
                  <a:extLst>
                    <a:ext uri="{FF2B5EF4-FFF2-40B4-BE49-F238E27FC236}">
                      <a16:creationId xmlns:a16="http://schemas.microsoft.com/office/drawing/2014/main" id="{91B2A0DE-0AED-0583-800D-FF7E8C0A4E5D}"/>
                    </a:ext>
                  </a:extLst>
                </p14:cNvPr>
                <p14:cNvContentPartPr/>
                <p14:nvPr/>
              </p14:nvContentPartPr>
              <p14:xfrm>
                <a:off x="2104768" y="5999267"/>
                <a:ext cx="117720" cy="37440"/>
              </p14:xfrm>
            </p:contentPart>
          </mc:Choice>
          <mc:Fallback>
            <p:pic>
              <p:nvPicPr>
                <p:cNvPr id="75" name="筆跡 74">
                  <a:extLst>
                    <a:ext uri="{FF2B5EF4-FFF2-40B4-BE49-F238E27FC236}">
                      <a16:creationId xmlns:a16="http://schemas.microsoft.com/office/drawing/2014/main" id="{91B2A0DE-0AED-0583-800D-FF7E8C0A4E5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42128" y="5936267"/>
                  <a:ext cx="2433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6" name="筆跡 75">
                  <a:extLst>
                    <a:ext uri="{FF2B5EF4-FFF2-40B4-BE49-F238E27FC236}">
                      <a16:creationId xmlns:a16="http://schemas.microsoft.com/office/drawing/2014/main" id="{BE4EA95E-ED06-EB91-F828-91420D7F137D}"/>
                    </a:ext>
                  </a:extLst>
                </p14:cNvPr>
                <p14:cNvContentPartPr/>
                <p14:nvPr/>
              </p14:nvContentPartPr>
              <p14:xfrm>
                <a:off x="2023768" y="6137867"/>
                <a:ext cx="198360" cy="15120"/>
              </p14:xfrm>
            </p:contentPart>
          </mc:Choice>
          <mc:Fallback>
            <p:pic>
              <p:nvPicPr>
                <p:cNvPr id="76" name="筆跡 75">
                  <a:extLst>
                    <a:ext uri="{FF2B5EF4-FFF2-40B4-BE49-F238E27FC236}">
                      <a16:creationId xmlns:a16="http://schemas.microsoft.com/office/drawing/2014/main" id="{BE4EA95E-ED06-EB91-F828-91420D7F137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961128" y="6074867"/>
                  <a:ext cx="3240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77" name="筆跡 76">
                  <a:extLst>
                    <a:ext uri="{FF2B5EF4-FFF2-40B4-BE49-F238E27FC236}">
                      <a16:creationId xmlns:a16="http://schemas.microsoft.com/office/drawing/2014/main" id="{61400EBE-F541-EB29-10D6-3A28ABA7E338}"/>
                    </a:ext>
                  </a:extLst>
                </p14:cNvPr>
                <p14:cNvContentPartPr/>
                <p14:nvPr/>
              </p14:nvContentPartPr>
              <p14:xfrm>
                <a:off x="2036368" y="6210947"/>
                <a:ext cx="111600" cy="139680"/>
              </p14:xfrm>
            </p:contentPart>
          </mc:Choice>
          <mc:Fallback>
            <p:pic>
              <p:nvPicPr>
                <p:cNvPr id="77" name="筆跡 76">
                  <a:extLst>
                    <a:ext uri="{FF2B5EF4-FFF2-40B4-BE49-F238E27FC236}">
                      <a16:creationId xmlns:a16="http://schemas.microsoft.com/office/drawing/2014/main" id="{61400EBE-F541-EB29-10D6-3A28ABA7E33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973728" y="6148307"/>
                  <a:ext cx="2372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8" name="筆跡 77">
                  <a:extLst>
                    <a:ext uri="{FF2B5EF4-FFF2-40B4-BE49-F238E27FC236}">
                      <a16:creationId xmlns:a16="http://schemas.microsoft.com/office/drawing/2014/main" id="{FC2783CB-E0EB-BD87-43DC-272AE58989E7}"/>
                    </a:ext>
                  </a:extLst>
                </p14:cNvPr>
                <p14:cNvContentPartPr/>
                <p14:nvPr/>
              </p14:nvContentPartPr>
              <p14:xfrm>
                <a:off x="2352808" y="6240827"/>
                <a:ext cx="146880" cy="95760"/>
              </p14:xfrm>
            </p:contentPart>
          </mc:Choice>
          <mc:Fallback>
            <p:pic>
              <p:nvPicPr>
                <p:cNvPr id="78" name="筆跡 77">
                  <a:extLst>
                    <a:ext uri="{FF2B5EF4-FFF2-40B4-BE49-F238E27FC236}">
                      <a16:creationId xmlns:a16="http://schemas.microsoft.com/office/drawing/2014/main" id="{FC2783CB-E0EB-BD87-43DC-272AE58989E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290168" y="6177827"/>
                  <a:ext cx="272520" cy="221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6076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D06B6-C7D6-735B-40B0-679E8AEB3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E7541F88-2F95-2B5A-FA38-4B69B9949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345" y="0"/>
            <a:ext cx="7069309" cy="685799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EA898F3-6210-4223-C33D-C1E64C6C4CDE}"/>
              </a:ext>
            </a:extLst>
          </p:cNvPr>
          <p:cNvSpPr/>
          <p:nvPr/>
        </p:nvSpPr>
        <p:spPr>
          <a:xfrm>
            <a:off x="3199873" y="502781"/>
            <a:ext cx="5792253" cy="71589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5630962E-8CED-59D2-2B7E-C1D45225584F}"/>
                  </a:ext>
                </a:extLst>
              </p14:cNvPr>
              <p14:cNvContentPartPr/>
              <p14:nvPr/>
            </p14:nvContentPartPr>
            <p14:xfrm>
              <a:off x="866728" y="1856747"/>
              <a:ext cx="68760" cy="881640"/>
            </p14:xfrm>
          </p:contentPart>
        </mc:Choice>
        <mc:Fallback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5630962E-8CED-59D2-2B7E-C1D45225584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3728" y="1793747"/>
                <a:ext cx="194400" cy="100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群組 16">
            <a:extLst>
              <a:ext uri="{FF2B5EF4-FFF2-40B4-BE49-F238E27FC236}">
                <a16:creationId xmlns:a16="http://schemas.microsoft.com/office/drawing/2014/main" id="{CA28B12F-298E-6143-F06B-E5E4971460D3}"/>
              </a:ext>
            </a:extLst>
          </p:cNvPr>
          <p:cNvGrpSpPr/>
          <p:nvPr/>
        </p:nvGrpSpPr>
        <p:grpSpPr>
          <a:xfrm>
            <a:off x="1125208" y="1528067"/>
            <a:ext cx="871920" cy="1286640"/>
            <a:chOff x="1125208" y="1528067"/>
            <a:chExt cx="871920" cy="128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2" name="筆跡 11">
                  <a:extLst>
                    <a:ext uri="{FF2B5EF4-FFF2-40B4-BE49-F238E27FC236}">
                      <a16:creationId xmlns:a16="http://schemas.microsoft.com/office/drawing/2014/main" id="{CCBA3C3D-1AFF-634C-A190-711A61902AEC}"/>
                    </a:ext>
                  </a:extLst>
                </p14:cNvPr>
                <p14:cNvContentPartPr/>
                <p14:nvPr/>
              </p14:nvContentPartPr>
              <p14:xfrm>
                <a:off x="1125208" y="1528067"/>
                <a:ext cx="871920" cy="1286640"/>
              </p14:xfrm>
            </p:contentPart>
          </mc:Choice>
          <mc:Fallback>
            <p:pic>
              <p:nvPicPr>
                <p:cNvPr id="12" name="筆跡 11">
                  <a:extLst>
                    <a:ext uri="{FF2B5EF4-FFF2-40B4-BE49-F238E27FC236}">
                      <a16:creationId xmlns:a16="http://schemas.microsoft.com/office/drawing/2014/main" id="{CCBA3C3D-1AFF-634C-A190-711A61902AE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62568" y="1465427"/>
                  <a:ext cx="997560" cy="14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3" name="筆跡 12">
                  <a:extLst>
                    <a:ext uri="{FF2B5EF4-FFF2-40B4-BE49-F238E27FC236}">
                      <a16:creationId xmlns:a16="http://schemas.microsoft.com/office/drawing/2014/main" id="{452F53EC-2CDD-710B-1E1D-09A868EF5D68}"/>
                    </a:ext>
                  </a:extLst>
                </p14:cNvPr>
                <p14:cNvContentPartPr/>
                <p14:nvPr/>
              </p14:nvContentPartPr>
              <p14:xfrm>
                <a:off x="1190728" y="2026667"/>
                <a:ext cx="267480" cy="552240"/>
              </p14:xfrm>
            </p:contentPart>
          </mc:Choice>
          <mc:Fallback>
            <p:pic>
              <p:nvPicPr>
                <p:cNvPr id="13" name="筆跡 12">
                  <a:extLst>
                    <a:ext uri="{FF2B5EF4-FFF2-40B4-BE49-F238E27FC236}">
                      <a16:creationId xmlns:a16="http://schemas.microsoft.com/office/drawing/2014/main" id="{452F53EC-2CDD-710B-1E1D-09A868EF5D6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27728" y="1964027"/>
                  <a:ext cx="393120" cy="67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4" name="筆跡 13">
                  <a:extLst>
                    <a:ext uri="{FF2B5EF4-FFF2-40B4-BE49-F238E27FC236}">
                      <a16:creationId xmlns:a16="http://schemas.microsoft.com/office/drawing/2014/main" id="{18C18A92-7AA5-44B2-EC99-9519CFB30DBD}"/>
                    </a:ext>
                  </a:extLst>
                </p14:cNvPr>
                <p14:cNvContentPartPr/>
                <p14:nvPr/>
              </p14:nvContentPartPr>
              <p14:xfrm>
                <a:off x="1371808" y="2378747"/>
                <a:ext cx="252720" cy="110160"/>
              </p14:xfrm>
            </p:contentPart>
          </mc:Choice>
          <mc:Fallback>
            <p:pic>
              <p:nvPicPr>
                <p:cNvPr id="14" name="筆跡 13">
                  <a:extLst>
                    <a:ext uri="{FF2B5EF4-FFF2-40B4-BE49-F238E27FC236}">
                      <a16:creationId xmlns:a16="http://schemas.microsoft.com/office/drawing/2014/main" id="{18C18A92-7AA5-44B2-EC99-9519CFB30DB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309168" y="2316107"/>
                  <a:ext cx="3783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5" name="筆跡 14">
                  <a:extLst>
                    <a:ext uri="{FF2B5EF4-FFF2-40B4-BE49-F238E27FC236}">
                      <a16:creationId xmlns:a16="http://schemas.microsoft.com/office/drawing/2014/main" id="{21D8D4A7-1072-C050-A5CB-1256BD97BCAD}"/>
                    </a:ext>
                  </a:extLst>
                </p14:cNvPr>
                <p14:cNvContentPartPr/>
                <p14:nvPr/>
              </p14:nvContentPartPr>
              <p14:xfrm>
                <a:off x="1405648" y="2615987"/>
                <a:ext cx="135360" cy="37080"/>
              </p14:xfrm>
            </p:contentPart>
          </mc:Choice>
          <mc:Fallback>
            <p:pic>
              <p:nvPicPr>
                <p:cNvPr id="15" name="筆跡 14">
                  <a:extLst>
                    <a:ext uri="{FF2B5EF4-FFF2-40B4-BE49-F238E27FC236}">
                      <a16:creationId xmlns:a16="http://schemas.microsoft.com/office/drawing/2014/main" id="{21D8D4A7-1072-C050-A5CB-1256BD97BCA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42648" y="2552987"/>
                  <a:ext cx="26100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2241B08E-FCE3-D8E3-95A3-6D0680711DFC}"/>
              </a:ext>
            </a:extLst>
          </p:cNvPr>
          <p:cNvGrpSpPr/>
          <p:nvPr/>
        </p:nvGrpSpPr>
        <p:grpSpPr>
          <a:xfrm>
            <a:off x="755488" y="3483587"/>
            <a:ext cx="2138760" cy="1236600"/>
            <a:chOff x="755488" y="3483587"/>
            <a:chExt cx="2138760" cy="123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8" name="筆跡 17">
                  <a:extLst>
                    <a:ext uri="{FF2B5EF4-FFF2-40B4-BE49-F238E27FC236}">
                      <a16:creationId xmlns:a16="http://schemas.microsoft.com/office/drawing/2014/main" id="{EC7D6D65-9B9E-5060-B3D3-8A8EB7F70B31}"/>
                    </a:ext>
                  </a:extLst>
                </p14:cNvPr>
                <p14:cNvContentPartPr/>
                <p14:nvPr/>
              </p14:nvContentPartPr>
              <p14:xfrm>
                <a:off x="1398088" y="3483587"/>
                <a:ext cx="163440" cy="826920"/>
              </p14:xfrm>
            </p:contentPart>
          </mc:Choice>
          <mc:Fallback>
            <p:pic>
              <p:nvPicPr>
                <p:cNvPr id="18" name="筆跡 17">
                  <a:extLst>
                    <a:ext uri="{FF2B5EF4-FFF2-40B4-BE49-F238E27FC236}">
                      <a16:creationId xmlns:a16="http://schemas.microsoft.com/office/drawing/2014/main" id="{EC7D6D65-9B9E-5060-B3D3-8A8EB7F70B3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335448" y="3420947"/>
                  <a:ext cx="289080" cy="9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9" name="筆跡 18">
                  <a:extLst>
                    <a:ext uri="{FF2B5EF4-FFF2-40B4-BE49-F238E27FC236}">
                      <a16:creationId xmlns:a16="http://schemas.microsoft.com/office/drawing/2014/main" id="{A9442679-AD76-7C73-A873-EFA1CE624FA9}"/>
                    </a:ext>
                  </a:extLst>
                </p14:cNvPr>
                <p14:cNvContentPartPr/>
                <p14:nvPr/>
              </p14:nvContentPartPr>
              <p14:xfrm>
                <a:off x="1583128" y="3587987"/>
                <a:ext cx="496800" cy="226440"/>
              </p14:xfrm>
            </p:contentPart>
          </mc:Choice>
          <mc:Fallback>
            <p:pic>
              <p:nvPicPr>
                <p:cNvPr id="19" name="筆跡 18">
                  <a:extLst>
                    <a:ext uri="{FF2B5EF4-FFF2-40B4-BE49-F238E27FC236}">
                      <a16:creationId xmlns:a16="http://schemas.microsoft.com/office/drawing/2014/main" id="{A9442679-AD76-7C73-A873-EFA1CE624FA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520128" y="3525347"/>
                  <a:ext cx="62244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2" name="筆跡 21">
                  <a:extLst>
                    <a:ext uri="{FF2B5EF4-FFF2-40B4-BE49-F238E27FC236}">
                      <a16:creationId xmlns:a16="http://schemas.microsoft.com/office/drawing/2014/main" id="{8B511D5C-3FEC-5BFB-8C14-25F43B0DD73C}"/>
                    </a:ext>
                  </a:extLst>
                </p14:cNvPr>
                <p14:cNvContentPartPr/>
                <p14:nvPr/>
              </p14:nvContentPartPr>
              <p14:xfrm>
                <a:off x="755488" y="4190987"/>
                <a:ext cx="2138760" cy="529200"/>
              </p14:xfrm>
            </p:contentPart>
          </mc:Choice>
          <mc:Fallback>
            <p:pic>
              <p:nvPicPr>
                <p:cNvPr id="22" name="筆跡 21">
                  <a:extLst>
                    <a:ext uri="{FF2B5EF4-FFF2-40B4-BE49-F238E27FC236}">
                      <a16:creationId xmlns:a16="http://schemas.microsoft.com/office/drawing/2014/main" id="{8B511D5C-3FEC-5BFB-8C14-25F43B0DD73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92848" y="4128347"/>
                  <a:ext cx="2264400" cy="654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701748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D5949-1C32-AF6D-EC7B-7D6BBC61B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916C9ABA-E55B-C933-C923-CDB4EE068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345" y="0"/>
            <a:ext cx="7069309" cy="685799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B7C8DB3D-2BC8-B344-F0C0-E6D0E6C1D374}"/>
                  </a:ext>
                </a:extLst>
              </p14:cNvPr>
              <p14:cNvContentPartPr/>
              <p14:nvPr/>
            </p14:nvContentPartPr>
            <p14:xfrm>
              <a:off x="866728" y="1856747"/>
              <a:ext cx="68760" cy="881640"/>
            </p14:xfrm>
          </p:contentPart>
        </mc:Choice>
        <mc:Fallback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B7C8DB3D-2BC8-B344-F0C0-E6D0E6C1D37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3728" y="1793747"/>
                <a:ext cx="194400" cy="100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群組 16">
            <a:extLst>
              <a:ext uri="{FF2B5EF4-FFF2-40B4-BE49-F238E27FC236}">
                <a16:creationId xmlns:a16="http://schemas.microsoft.com/office/drawing/2014/main" id="{70C564DB-9766-6B12-C8B7-A6609910C49B}"/>
              </a:ext>
            </a:extLst>
          </p:cNvPr>
          <p:cNvGrpSpPr/>
          <p:nvPr/>
        </p:nvGrpSpPr>
        <p:grpSpPr>
          <a:xfrm>
            <a:off x="1125208" y="1528067"/>
            <a:ext cx="871920" cy="1286640"/>
            <a:chOff x="1125208" y="1528067"/>
            <a:chExt cx="871920" cy="128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2" name="筆跡 11">
                  <a:extLst>
                    <a:ext uri="{FF2B5EF4-FFF2-40B4-BE49-F238E27FC236}">
                      <a16:creationId xmlns:a16="http://schemas.microsoft.com/office/drawing/2014/main" id="{B321FC32-6A86-8FE4-BCC6-BBDB3E15560A}"/>
                    </a:ext>
                  </a:extLst>
                </p14:cNvPr>
                <p14:cNvContentPartPr/>
                <p14:nvPr/>
              </p14:nvContentPartPr>
              <p14:xfrm>
                <a:off x="1125208" y="1528067"/>
                <a:ext cx="871920" cy="1286640"/>
              </p14:xfrm>
            </p:contentPart>
          </mc:Choice>
          <mc:Fallback>
            <p:pic>
              <p:nvPicPr>
                <p:cNvPr id="12" name="筆跡 11">
                  <a:extLst>
                    <a:ext uri="{FF2B5EF4-FFF2-40B4-BE49-F238E27FC236}">
                      <a16:creationId xmlns:a16="http://schemas.microsoft.com/office/drawing/2014/main" id="{B321FC32-6A86-8FE4-BCC6-BBDB3E15560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62568" y="1465427"/>
                  <a:ext cx="997560" cy="14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3" name="筆跡 12">
                  <a:extLst>
                    <a:ext uri="{FF2B5EF4-FFF2-40B4-BE49-F238E27FC236}">
                      <a16:creationId xmlns:a16="http://schemas.microsoft.com/office/drawing/2014/main" id="{1952ED52-3C22-2EBD-FF21-8448257298F7}"/>
                    </a:ext>
                  </a:extLst>
                </p14:cNvPr>
                <p14:cNvContentPartPr/>
                <p14:nvPr/>
              </p14:nvContentPartPr>
              <p14:xfrm>
                <a:off x="1190728" y="2026667"/>
                <a:ext cx="267480" cy="552240"/>
              </p14:xfrm>
            </p:contentPart>
          </mc:Choice>
          <mc:Fallback>
            <p:pic>
              <p:nvPicPr>
                <p:cNvPr id="13" name="筆跡 12">
                  <a:extLst>
                    <a:ext uri="{FF2B5EF4-FFF2-40B4-BE49-F238E27FC236}">
                      <a16:creationId xmlns:a16="http://schemas.microsoft.com/office/drawing/2014/main" id="{1952ED52-3C22-2EBD-FF21-8448257298F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27728" y="1964027"/>
                  <a:ext cx="393120" cy="67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4" name="筆跡 13">
                  <a:extLst>
                    <a:ext uri="{FF2B5EF4-FFF2-40B4-BE49-F238E27FC236}">
                      <a16:creationId xmlns:a16="http://schemas.microsoft.com/office/drawing/2014/main" id="{CE930817-A0E1-5D9D-EF1C-F60FF4D01F6B}"/>
                    </a:ext>
                  </a:extLst>
                </p14:cNvPr>
                <p14:cNvContentPartPr/>
                <p14:nvPr/>
              </p14:nvContentPartPr>
              <p14:xfrm>
                <a:off x="1371808" y="2378747"/>
                <a:ext cx="252720" cy="110160"/>
              </p14:xfrm>
            </p:contentPart>
          </mc:Choice>
          <mc:Fallback>
            <p:pic>
              <p:nvPicPr>
                <p:cNvPr id="14" name="筆跡 13">
                  <a:extLst>
                    <a:ext uri="{FF2B5EF4-FFF2-40B4-BE49-F238E27FC236}">
                      <a16:creationId xmlns:a16="http://schemas.microsoft.com/office/drawing/2014/main" id="{CE930817-A0E1-5D9D-EF1C-F60FF4D01F6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309168" y="2316107"/>
                  <a:ext cx="3783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5" name="筆跡 14">
                  <a:extLst>
                    <a:ext uri="{FF2B5EF4-FFF2-40B4-BE49-F238E27FC236}">
                      <a16:creationId xmlns:a16="http://schemas.microsoft.com/office/drawing/2014/main" id="{07C1A534-B9A2-4119-0155-BE43333C2394}"/>
                    </a:ext>
                  </a:extLst>
                </p14:cNvPr>
                <p14:cNvContentPartPr/>
                <p14:nvPr/>
              </p14:nvContentPartPr>
              <p14:xfrm>
                <a:off x="1405648" y="2615987"/>
                <a:ext cx="135360" cy="37080"/>
              </p14:xfrm>
            </p:contentPart>
          </mc:Choice>
          <mc:Fallback>
            <p:pic>
              <p:nvPicPr>
                <p:cNvPr id="15" name="筆跡 14">
                  <a:extLst>
                    <a:ext uri="{FF2B5EF4-FFF2-40B4-BE49-F238E27FC236}">
                      <a16:creationId xmlns:a16="http://schemas.microsoft.com/office/drawing/2014/main" id="{07C1A534-B9A2-4119-0155-BE43333C239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42648" y="2552987"/>
                  <a:ext cx="26100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A51CED7B-00DB-AC80-4001-ACBCF3669C69}"/>
              </a:ext>
            </a:extLst>
          </p:cNvPr>
          <p:cNvGrpSpPr/>
          <p:nvPr/>
        </p:nvGrpSpPr>
        <p:grpSpPr>
          <a:xfrm>
            <a:off x="755488" y="3483587"/>
            <a:ext cx="2138760" cy="1236600"/>
            <a:chOff x="755488" y="3483587"/>
            <a:chExt cx="2138760" cy="123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8" name="筆跡 17">
                  <a:extLst>
                    <a:ext uri="{FF2B5EF4-FFF2-40B4-BE49-F238E27FC236}">
                      <a16:creationId xmlns:a16="http://schemas.microsoft.com/office/drawing/2014/main" id="{5FCBEC40-B679-281E-9F6B-F7A85D29F0C1}"/>
                    </a:ext>
                  </a:extLst>
                </p14:cNvPr>
                <p14:cNvContentPartPr/>
                <p14:nvPr/>
              </p14:nvContentPartPr>
              <p14:xfrm>
                <a:off x="1398088" y="3483587"/>
                <a:ext cx="163440" cy="826920"/>
              </p14:xfrm>
            </p:contentPart>
          </mc:Choice>
          <mc:Fallback>
            <p:pic>
              <p:nvPicPr>
                <p:cNvPr id="18" name="筆跡 17">
                  <a:extLst>
                    <a:ext uri="{FF2B5EF4-FFF2-40B4-BE49-F238E27FC236}">
                      <a16:creationId xmlns:a16="http://schemas.microsoft.com/office/drawing/2014/main" id="{5FCBEC40-B679-281E-9F6B-F7A85D29F0C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335448" y="3420947"/>
                  <a:ext cx="289080" cy="9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9" name="筆跡 18">
                  <a:extLst>
                    <a:ext uri="{FF2B5EF4-FFF2-40B4-BE49-F238E27FC236}">
                      <a16:creationId xmlns:a16="http://schemas.microsoft.com/office/drawing/2014/main" id="{3CC457F2-2673-B282-A197-C2933D5C2763}"/>
                    </a:ext>
                  </a:extLst>
                </p14:cNvPr>
                <p14:cNvContentPartPr/>
                <p14:nvPr/>
              </p14:nvContentPartPr>
              <p14:xfrm>
                <a:off x="1583128" y="3587987"/>
                <a:ext cx="496800" cy="226440"/>
              </p14:xfrm>
            </p:contentPart>
          </mc:Choice>
          <mc:Fallback>
            <p:pic>
              <p:nvPicPr>
                <p:cNvPr id="19" name="筆跡 18">
                  <a:extLst>
                    <a:ext uri="{FF2B5EF4-FFF2-40B4-BE49-F238E27FC236}">
                      <a16:creationId xmlns:a16="http://schemas.microsoft.com/office/drawing/2014/main" id="{3CC457F2-2673-B282-A197-C2933D5C276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520128" y="3525347"/>
                  <a:ext cx="62244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2" name="筆跡 21">
                  <a:extLst>
                    <a:ext uri="{FF2B5EF4-FFF2-40B4-BE49-F238E27FC236}">
                      <a16:creationId xmlns:a16="http://schemas.microsoft.com/office/drawing/2014/main" id="{88501D4D-170E-4046-6F21-41AB6E2C74E9}"/>
                    </a:ext>
                  </a:extLst>
                </p14:cNvPr>
                <p14:cNvContentPartPr/>
                <p14:nvPr/>
              </p14:nvContentPartPr>
              <p14:xfrm>
                <a:off x="755488" y="4190987"/>
                <a:ext cx="2138760" cy="529200"/>
              </p14:xfrm>
            </p:contentPart>
          </mc:Choice>
          <mc:Fallback>
            <p:pic>
              <p:nvPicPr>
                <p:cNvPr id="22" name="筆跡 21">
                  <a:extLst>
                    <a:ext uri="{FF2B5EF4-FFF2-40B4-BE49-F238E27FC236}">
                      <a16:creationId xmlns:a16="http://schemas.microsoft.com/office/drawing/2014/main" id="{88501D4D-170E-4046-6F21-41AB6E2C74E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92848" y="4128347"/>
                  <a:ext cx="2264400" cy="654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2074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26887-5306-5AC1-7280-6B909C90B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890A4B61-5ACF-449A-D816-87D8B1D2436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736CB90-19DB-7CF2-808A-85595BCA0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689" y="-44437"/>
            <a:ext cx="9324622" cy="6902437"/>
          </a:xfrm>
          <a:prstGeom prst="rect">
            <a:avLst/>
          </a:prstGeom>
        </p:spPr>
      </p:pic>
      <p:grpSp>
        <p:nvGrpSpPr>
          <p:cNvPr id="9" name="群組 8">
            <a:extLst>
              <a:ext uri="{FF2B5EF4-FFF2-40B4-BE49-F238E27FC236}">
                <a16:creationId xmlns:a16="http://schemas.microsoft.com/office/drawing/2014/main" id="{0A43BB7E-CD16-A1DB-817F-D27B45679D70}"/>
              </a:ext>
            </a:extLst>
          </p:cNvPr>
          <p:cNvGrpSpPr/>
          <p:nvPr/>
        </p:nvGrpSpPr>
        <p:grpSpPr>
          <a:xfrm>
            <a:off x="1993364" y="5421720"/>
            <a:ext cx="1052640" cy="624960"/>
            <a:chOff x="1993364" y="5421720"/>
            <a:chExt cx="1052640" cy="62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筆跡 5">
                  <a:extLst>
                    <a:ext uri="{FF2B5EF4-FFF2-40B4-BE49-F238E27FC236}">
                      <a16:creationId xmlns:a16="http://schemas.microsoft.com/office/drawing/2014/main" id="{BA46C7FA-1D58-9148-B1B3-8724945CA26A}"/>
                    </a:ext>
                  </a:extLst>
                </p14:cNvPr>
                <p14:cNvContentPartPr/>
                <p14:nvPr/>
              </p14:nvContentPartPr>
              <p14:xfrm>
                <a:off x="3045644" y="6046320"/>
                <a:ext cx="360" cy="360"/>
              </p14:xfrm>
            </p:contentPart>
          </mc:Choice>
          <mc:Fallback xmlns="">
            <p:pic>
              <p:nvPicPr>
                <p:cNvPr id="6" name="筆跡 5">
                  <a:extLst>
                    <a:ext uri="{FF2B5EF4-FFF2-40B4-BE49-F238E27FC236}">
                      <a16:creationId xmlns:a16="http://schemas.microsoft.com/office/drawing/2014/main" id="{BA46C7FA-1D58-9148-B1B3-8724945CA26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039524" y="604020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筆跡 6">
                  <a:extLst>
                    <a:ext uri="{FF2B5EF4-FFF2-40B4-BE49-F238E27FC236}">
                      <a16:creationId xmlns:a16="http://schemas.microsoft.com/office/drawing/2014/main" id="{A28B73FA-09C7-B456-3B12-406EE7D29F55}"/>
                    </a:ext>
                  </a:extLst>
                </p14:cNvPr>
                <p14:cNvContentPartPr/>
                <p14:nvPr/>
              </p14:nvContentPartPr>
              <p14:xfrm>
                <a:off x="1993364" y="5421720"/>
                <a:ext cx="1052280" cy="624960"/>
              </p14:xfrm>
            </p:contentPart>
          </mc:Choice>
          <mc:Fallback xmlns="">
            <p:pic>
              <p:nvPicPr>
                <p:cNvPr id="7" name="筆跡 6">
                  <a:extLst>
                    <a:ext uri="{FF2B5EF4-FFF2-40B4-BE49-F238E27FC236}">
                      <a16:creationId xmlns:a16="http://schemas.microsoft.com/office/drawing/2014/main" id="{A28B73FA-09C7-B456-3B12-406EE7D29F5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987244" y="5415600"/>
                  <a:ext cx="1064520" cy="63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3BC3C874-F953-5BE2-55A3-738419D07D1F}"/>
                  </a:ext>
                </a:extLst>
              </p14:cNvPr>
              <p14:cNvContentPartPr/>
              <p14:nvPr/>
            </p14:nvContentPartPr>
            <p14:xfrm>
              <a:off x="6968564" y="4059480"/>
              <a:ext cx="2160" cy="360"/>
            </p14:xfrm>
          </p:contentPart>
        </mc:Choice>
        <mc:Fallback xmlns=""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3BC3C874-F953-5BE2-55A3-738419D07D1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62444" y="4053360"/>
                <a:ext cx="144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筆跡 11">
                <a:extLst>
                  <a:ext uri="{FF2B5EF4-FFF2-40B4-BE49-F238E27FC236}">
                    <a16:creationId xmlns:a16="http://schemas.microsoft.com/office/drawing/2014/main" id="{E4C4B46B-8476-0F0E-5F47-78AA095C037D}"/>
                  </a:ext>
                </a:extLst>
              </p14:cNvPr>
              <p14:cNvContentPartPr/>
              <p14:nvPr/>
            </p14:nvContentPartPr>
            <p14:xfrm>
              <a:off x="6718364" y="279480"/>
              <a:ext cx="360" cy="2160"/>
            </p14:xfrm>
          </p:contentPart>
        </mc:Choice>
        <mc:Fallback xmlns="">
          <p:pic>
            <p:nvPicPr>
              <p:cNvPr id="12" name="筆跡 11">
                <a:extLst>
                  <a:ext uri="{FF2B5EF4-FFF2-40B4-BE49-F238E27FC236}">
                    <a16:creationId xmlns:a16="http://schemas.microsoft.com/office/drawing/2014/main" id="{E4C4B46B-8476-0F0E-5F47-78AA095C037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712244" y="273360"/>
                <a:ext cx="12600" cy="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E168315F-35AC-D5FD-B5E3-9C243A92A2C3}"/>
                  </a:ext>
                </a:extLst>
              </p14:cNvPr>
              <p14:cNvContentPartPr/>
              <p14:nvPr/>
            </p14:nvContentPartPr>
            <p14:xfrm>
              <a:off x="4497688" y="4457027"/>
              <a:ext cx="5725440" cy="1739160"/>
            </p14:xfrm>
          </p:contentPart>
        </mc:Choice>
        <mc:Fallback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E168315F-35AC-D5FD-B5E3-9C243A92A2C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434688" y="4394027"/>
                <a:ext cx="5851080" cy="18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5" name="筆跡 14">
                <a:extLst>
                  <a:ext uri="{FF2B5EF4-FFF2-40B4-BE49-F238E27FC236}">
                    <a16:creationId xmlns:a16="http://schemas.microsoft.com/office/drawing/2014/main" id="{CD2B4D16-1F96-57C7-BC4D-C811674024B2}"/>
                  </a:ext>
                </a:extLst>
              </p14:cNvPr>
              <p14:cNvContentPartPr/>
              <p14:nvPr/>
            </p14:nvContentPartPr>
            <p14:xfrm>
              <a:off x="4283488" y="5553587"/>
              <a:ext cx="3814560" cy="1486800"/>
            </p14:xfrm>
          </p:contentPart>
        </mc:Choice>
        <mc:Fallback>
          <p:pic>
            <p:nvPicPr>
              <p:cNvPr id="15" name="筆跡 14">
                <a:extLst>
                  <a:ext uri="{FF2B5EF4-FFF2-40B4-BE49-F238E27FC236}">
                    <a16:creationId xmlns:a16="http://schemas.microsoft.com/office/drawing/2014/main" id="{CD2B4D16-1F96-57C7-BC4D-C811674024B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220488" y="5490947"/>
                <a:ext cx="3940200" cy="161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群組 23">
            <a:extLst>
              <a:ext uri="{FF2B5EF4-FFF2-40B4-BE49-F238E27FC236}">
                <a16:creationId xmlns:a16="http://schemas.microsoft.com/office/drawing/2014/main" id="{22FFFC43-7DC8-C467-3B05-9FC39337E2C0}"/>
              </a:ext>
            </a:extLst>
          </p:cNvPr>
          <p:cNvGrpSpPr/>
          <p:nvPr/>
        </p:nvGrpSpPr>
        <p:grpSpPr>
          <a:xfrm>
            <a:off x="3177208" y="4913507"/>
            <a:ext cx="3583080" cy="2441160"/>
            <a:chOff x="3177208" y="4913507"/>
            <a:chExt cx="3583080" cy="244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筆跡 13">
                  <a:extLst>
                    <a:ext uri="{FF2B5EF4-FFF2-40B4-BE49-F238E27FC236}">
                      <a16:creationId xmlns:a16="http://schemas.microsoft.com/office/drawing/2014/main" id="{6604D31F-6173-528D-5C11-CE68B7FB5DC5}"/>
                    </a:ext>
                  </a:extLst>
                </p14:cNvPr>
                <p14:cNvContentPartPr/>
                <p14:nvPr/>
              </p14:nvContentPartPr>
              <p14:xfrm>
                <a:off x="3177208" y="5736467"/>
                <a:ext cx="1888920" cy="1618200"/>
              </p14:xfrm>
            </p:contentPart>
          </mc:Choice>
          <mc:Fallback>
            <p:pic>
              <p:nvPicPr>
                <p:cNvPr id="14" name="筆跡 13">
                  <a:extLst>
                    <a:ext uri="{FF2B5EF4-FFF2-40B4-BE49-F238E27FC236}">
                      <a16:creationId xmlns:a16="http://schemas.microsoft.com/office/drawing/2014/main" id="{6604D31F-6173-528D-5C11-CE68B7FB5DC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14568" y="5673467"/>
                  <a:ext cx="2014560" cy="174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6" name="筆跡 15">
                  <a:extLst>
                    <a:ext uri="{FF2B5EF4-FFF2-40B4-BE49-F238E27FC236}">
                      <a16:creationId xmlns:a16="http://schemas.microsoft.com/office/drawing/2014/main" id="{C990D7F4-F216-32DE-2AF0-0C7400993E90}"/>
                    </a:ext>
                  </a:extLst>
                </p14:cNvPr>
                <p14:cNvContentPartPr/>
                <p14:nvPr/>
              </p14:nvContentPartPr>
              <p14:xfrm>
                <a:off x="5281768" y="4913507"/>
                <a:ext cx="1478520" cy="879840"/>
              </p14:xfrm>
            </p:contentPart>
          </mc:Choice>
          <mc:Fallback>
            <p:pic>
              <p:nvPicPr>
                <p:cNvPr id="16" name="筆跡 15">
                  <a:extLst>
                    <a:ext uri="{FF2B5EF4-FFF2-40B4-BE49-F238E27FC236}">
                      <a16:creationId xmlns:a16="http://schemas.microsoft.com/office/drawing/2014/main" id="{C990D7F4-F216-32DE-2AF0-0C7400993E9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218768" y="4850507"/>
                  <a:ext cx="1604160" cy="10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7" name="筆跡 16">
                  <a:extLst>
                    <a:ext uri="{FF2B5EF4-FFF2-40B4-BE49-F238E27FC236}">
                      <a16:creationId xmlns:a16="http://schemas.microsoft.com/office/drawing/2014/main" id="{F0AC5EF6-87D2-23CA-206A-5B11170907DE}"/>
                    </a:ext>
                  </a:extLst>
                </p14:cNvPr>
                <p14:cNvContentPartPr/>
                <p14:nvPr/>
              </p14:nvContentPartPr>
              <p14:xfrm>
                <a:off x="5381128" y="5584547"/>
                <a:ext cx="239400" cy="163800"/>
              </p14:xfrm>
            </p:contentPart>
          </mc:Choice>
          <mc:Fallback>
            <p:pic>
              <p:nvPicPr>
                <p:cNvPr id="17" name="筆跡 16">
                  <a:extLst>
                    <a:ext uri="{FF2B5EF4-FFF2-40B4-BE49-F238E27FC236}">
                      <a16:creationId xmlns:a16="http://schemas.microsoft.com/office/drawing/2014/main" id="{F0AC5EF6-87D2-23CA-206A-5B11170907D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318488" y="5521547"/>
                  <a:ext cx="365040" cy="28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8" name="筆跡 17">
                <a:extLst>
                  <a:ext uri="{FF2B5EF4-FFF2-40B4-BE49-F238E27FC236}">
                    <a16:creationId xmlns:a16="http://schemas.microsoft.com/office/drawing/2014/main" id="{93E8EF6A-2BB6-1A74-7629-F597A5790839}"/>
                  </a:ext>
                </a:extLst>
              </p14:cNvPr>
              <p14:cNvContentPartPr/>
              <p14:nvPr/>
            </p14:nvContentPartPr>
            <p14:xfrm>
              <a:off x="7071328" y="5820347"/>
              <a:ext cx="2355840" cy="1126080"/>
            </p14:xfrm>
          </p:contentPart>
        </mc:Choice>
        <mc:Fallback>
          <p:pic>
            <p:nvPicPr>
              <p:cNvPr id="18" name="筆跡 17">
                <a:extLst>
                  <a:ext uri="{FF2B5EF4-FFF2-40B4-BE49-F238E27FC236}">
                    <a16:creationId xmlns:a16="http://schemas.microsoft.com/office/drawing/2014/main" id="{93E8EF6A-2BB6-1A74-7629-F597A579083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008328" y="5757347"/>
                <a:ext cx="2481480" cy="125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04729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E519D-D85C-3AF8-3D95-B4C9EC793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F09FF5F2-92FC-0912-277C-A72D5929CE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65A3DDE-4A93-BA1B-84B5-C89A8A594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689" y="-44437"/>
            <a:ext cx="9324622" cy="6902437"/>
          </a:xfrm>
          <a:prstGeom prst="rect">
            <a:avLst/>
          </a:prstGeom>
        </p:spPr>
      </p:pic>
      <p:grpSp>
        <p:nvGrpSpPr>
          <p:cNvPr id="9" name="群組 8">
            <a:extLst>
              <a:ext uri="{FF2B5EF4-FFF2-40B4-BE49-F238E27FC236}">
                <a16:creationId xmlns:a16="http://schemas.microsoft.com/office/drawing/2014/main" id="{95D65674-E5F7-8D07-C584-2CFE108EF44D}"/>
              </a:ext>
            </a:extLst>
          </p:cNvPr>
          <p:cNvGrpSpPr/>
          <p:nvPr/>
        </p:nvGrpSpPr>
        <p:grpSpPr>
          <a:xfrm>
            <a:off x="1993364" y="5421720"/>
            <a:ext cx="1052640" cy="624960"/>
            <a:chOff x="1993364" y="5421720"/>
            <a:chExt cx="1052640" cy="62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筆跡 5">
                  <a:extLst>
                    <a:ext uri="{FF2B5EF4-FFF2-40B4-BE49-F238E27FC236}">
                      <a16:creationId xmlns:a16="http://schemas.microsoft.com/office/drawing/2014/main" id="{7787EC7C-54B0-C6E5-0F8C-D69FD12135FF}"/>
                    </a:ext>
                  </a:extLst>
                </p14:cNvPr>
                <p14:cNvContentPartPr/>
                <p14:nvPr/>
              </p14:nvContentPartPr>
              <p14:xfrm>
                <a:off x="3045644" y="6046320"/>
                <a:ext cx="360" cy="360"/>
              </p14:xfrm>
            </p:contentPart>
          </mc:Choice>
          <mc:Fallback xmlns="">
            <p:pic>
              <p:nvPicPr>
                <p:cNvPr id="6" name="筆跡 5">
                  <a:extLst>
                    <a:ext uri="{FF2B5EF4-FFF2-40B4-BE49-F238E27FC236}">
                      <a16:creationId xmlns:a16="http://schemas.microsoft.com/office/drawing/2014/main" id="{7787EC7C-54B0-C6E5-0F8C-D69FD12135F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039524" y="604020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筆跡 6">
                  <a:extLst>
                    <a:ext uri="{FF2B5EF4-FFF2-40B4-BE49-F238E27FC236}">
                      <a16:creationId xmlns:a16="http://schemas.microsoft.com/office/drawing/2014/main" id="{C8C3F1D9-196E-BC9B-19CE-381F15F6E72E}"/>
                    </a:ext>
                  </a:extLst>
                </p14:cNvPr>
                <p14:cNvContentPartPr/>
                <p14:nvPr/>
              </p14:nvContentPartPr>
              <p14:xfrm>
                <a:off x="1993364" y="5421720"/>
                <a:ext cx="1052280" cy="624960"/>
              </p14:xfrm>
            </p:contentPart>
          </mc:Choice>
          <mc:Fallback xmlns="">
            <p:pic>
              <p:nvPicPr>
                <p:cNvPr id="7" name="筆跡 6">
                  <a:extLst>
                    <a:ext uri="{FF2B5EF4-FFF2-40B4-BE49-F238E27FC236}">
                      <a16:creationId xmlns:a16="http://schemas.microsoft.com/office/drawing/2014/main" id="{C8C3F1D9-196E-BC9B-19CE-381F15F6E72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987244" y="5415600"/>
                  <a:ext cx="1064520" cy="63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1097393B-7E71-B7A4-B20F-F04F920C227E}"/>
                  </a:ext>
                </a:extLst>
              </p14:cNvPr>
              <p14:cNvContentPartPr/>
              <p14:nvPr/>
            </p14:nvContentPartPr>
            <p14:xfrm>
              <a:off x="3632444" y="3065520"/>
              <a:ext cx="1688400" cy="987480"/>
            </p14:xfrm>
          </p:contentPart>
        </mc:Choice>
        <mc:Fallback xmlns=""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1097393B-7E71-B7A4-B20F-F04F920C227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26324" y="3059400"/>
                <a:ext cx="1700640" cy="9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6DF03A33-4AA4-F71D-4DD4-4D97EB6F7901}"/>
                  </a:ext>
                </a:extLst>
              </p14:cNvPr>
              <p14:cNvContentPartPr/>
              <p14:nvPr/>
            </p14:nvContentPartPr>
            <p14:xfrm>
              <a:off x="6968564" y="4059480"/>
              <a:ext cx="2160" cy="360"/>
            </p14:xfrm>
          </p:contentPart>
        </mc:Choice>
        <mc:Fallback xmlns=""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6DF03A33-4AA4-F71D-4DD4-4D97EB6F790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62444" y="4053360"/>
                <a:ext cx="144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筆跡 11">
                <a:extLst>
                  <a:ext uri="{FF2B5EF4-FFF2-40B4-BE49-F238E27FC236}">
                    <a16:creationId xmlns:a16="http://schemas.microsoft.com/office/drawing/2014/main" id="{6B95A1A6-CB35-36A4-EF9C-025D36B22C42}"/>
                  </a:ext>
                </a:extLst>
              </p14:cNvPr>
              <p14:cNvContentPartPr/>
              <p14:nvPr/>
            </p14:nvContentPartPr>
            <p14:xfrm>
              <a:off x="6718364" y="279480"/>
              <a:ext cx="360" cy="2160"/>
            </p14:xfrm>
          </p:contentPart>
        </mc:Choice>
        <mc:Fallback xmlns="">
          <p:pic>
            <p:nvPicPr>
              <p:cNvPr id="12" name="筆跡 11">
                <a:extLst>
                  <a:ext uri="{FF2B5EF4-FFF2-40B4-BE49-F238E27FC236}">
                    <a16:creationId xmlns:a16="http://schemas.microsoft.com/office/drawing/2014/main" id="{6B95A1A6-CB35-36A4-EF9C-025D36B22C4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712244" y="273360"/>
                <a:ext cx="12600" cy="1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009995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4FE4B-E2C6-7525-B0BD-291DB2131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16508F5-F6F6-AE72-F39A-B37910542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744395"/>
            <a:ext cx="12192000" cy="924339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2" name="筆跡 21">
                <a:extLst>
                  <a:ext uri="{FF2B5EF4-FFF2-40B4-BE49-F238E27FC236}">
                    <a16:creationId xmlns:a16="http://schemas.microsoft.com/office/drawing/2014/main" id="{FADF8F84-5AF0-305B-63EA-F3528420A782}"/>
                  </a:ext>
                </a:extLst>
              </p14:cNvPr>
              <p14:cNvContentPartPr/>
              <p14:nvPr/>
            </p14:nvContentPartPr>
            <p14:xfrm>
              <a:off x="729842" y="2411280"/>
              <a:ext cx="480240" cy="179640"/>
            </p14:xfrm>
          </p:contentPart>
        </mc:Choice>
        <mc:Fallback>
          <p:pic>
            <p:nvPicPr>
              <p:cNvPr id="22" name="筆跡 21">
                <a:extLst>
                  <a:ext uri="{FF2B5EF4-FFF2-40B4-BE49-F238E27FC236}">
                    <a16:creationId xmlns:a16="http://schemas.microsoft.com/office/drawing/2014/main" id="{FADF8F84-5AF0-305B-63EA-F3528420A78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7202" y="2348640"/>
                <a:ext cx="605880" cy="30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群組 48">
            <a:extLst>
              <a:ext uri="{FF2B5EF4-FFF2-40B4-BE49-F238E27FC236}">
                <a16:creationId xmlns:a16="http://schemas.microsoft.com/office/drawing/2014/main" id="{EC4E61CC-4A86-AB96-5544-E64F911A4185}"/>
              </a:ext>
            </a:extLst>
          </p:cNvPr>
          <p:cNvGrpSpPr/>
          <p:nvPr/>
        </p:nvGrpSpPr>
        <p:grpSpPr>
          <a:xfrm>
            <a:off x="728762" y="1962720"/>
            <a:ext cx="1353240" cy="1514880"/>
            <a:chOff x="728762" y="1962720"/>
            <a:chExt cx="1353240" cy="151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6" name="筆跡 25">
                  <a:extLst>
                    <a:ext uri="{FF2B5EF4-FFF2-40B4-BE49-F238E27FC236}">
                      <a16:creationId xmlns:a16="http://schemas.microsoft.com/office/drawing/2014/main" id="{93F8A76A-1C27-39B6-317D-1BE97106D845}"/>
                    </a:ext>
                  </a:extLst>
                </p14:cNvPr>
                <p14:cNvContentPartPr/>
                <p14:nvPr/>
              </p14:nvContentPartPr>
              <p14:xfrm>
                <a:off x="925682" y="2073240"/>
                <a:ext cx="182880" cy="1404360"/>
              </p14:xfrm>
            </p:contentPart>
          </mc:Choice>
          <mc:Fallback>
            <p:pic>
              <p:nvPicPr>
                <p:cNvPr id="26" name="筆跡 25">
                  <a:extLst>
                    <a:ext uri="{FF2B5EF4-FFF2-40B4-BE49-F238E27FC236}">
                      <a16:creationId xmlns:a16="http://schemas.microsoft.com/office/drawing/2014/main" id="{93F8A76A-1C27-39B6-317D-1BE97106D84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62682" y="2010600"/>
                  <a:ext cx="308520" cy="153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7" name="筆跡 26">
                  <a:extLst>
                    <a:ext uri="{FF2B5EF4-FFF2-40B4-BE49-F238E27FC236}">
                      <a16:creationId xmlns:a16="http://schemas.microsoft.com/office/drawing/2014/main" id="{C278D35B-B879-54CD-6FA6-E60AD5BEC0B7}"/>
                    </a:ext>
                  </a:extLst>
                </p14:cNvPr>
                <p14:cNvContentPartPr/>
                <p14:nvPr/>
              </p14:nvContentPartPr>
              <p14:xfrm>
                <a:off x="728762" y="2991240"/>
                <a:ext cx="542160" cy="240840"/>
              </p14:xfrm>
            </p:contentPart>
          </mc:Choice>
          <mc:Fallback>
            <p:pic>
              <p:nvPicPr>
                <p:cNvPr id="27" name="筆跡 26">
                  <a:extLst>
                    <a:ext uri="{FF2B5EF4-FFF2-40B4-BE49-F238E27FC236}">
                      <a16:creationId xmlns:a16="http://schemas.microsoft.com/office/drawing/2014/main" id="{C278D35B-B879-54CD-6FA6-E60AD5BEC0B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66122" y="2928600"/>
                  <a:ext cx="66780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0" name="筆跡 29">
                  <a:extLst>
                    <a:ext uri="{FF2B5EF4-FFF2-40B4-BE49-F238E27FC236}">
                      <a16:creationId xmlns:a16="http://schemas.microsoft.com/office/drawing/2014/main" id="{0CECA7BE-1FB8-D2E0-D12B-A3A4E77AB4D9}"/>
                    </a:ext>
                  </a:extLst>
                </p14:cNvPr>
                <p14:cNvContentPartPr/>
                <p14:nvPr/>
              </p14:nvContentPartPr>
              <p14:xfrm>
                <a:off x="1399082" y="2584800"/>
                <a:ext cx="655200" cy="33120"/>
              </p14:xfrm>
            </p:contentPart>
          </mc:Choice>
          <mc:Fallback>
            <p:pic>
              <p:nvPicPr>
                <p:cNvPr id="30" name="筆跡 29">
                  <a:extLst>
                    <a:ext uri="{FF2B5EF4-FFF2-40B4-BE49-F238E27FC236}">
                      <a16:creationId xmlns:a16="http://schemas.microsoft.com/office/drawing/2014/main" id="{0CECA7BE-1FB8-D2E0-D12B-A3A4E77AB4D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336082" y="2522160"/>
                  <a:ext cx="7808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41" name="筆跡 40">
                  <a:extLst>
                    <a:ext uri="{FF2B5EF4-FFF2-40B4-BE49-F238E27FC236}">
                      <a16:creationId xmlns:a16="http://schemas.microsoft.com/office/drawing/2014/main" id="{2C35EDB1-681C-0DFB-79F8-F91C411FC747}"/>
                    </a:ext>
                  </a:extLst>
                </p14:cNvPr>
                <p14:cNvContentPartPr/>
                <p14:nvPr/>
              </p14:nvContentPartPr>
              <p14:xfrm>
                <a:off x="1603922" y="1962720"/>
                <a:ext cx="478080" cy="1466280"/>
              </p14:xfrm>
            </p:contentPart>
          </mc:Choice>
          <mc:Fallback>
            <p:pic>
              <p:nvPicPr>
                <p:cNvPr id="41" name="筆跡 40">
                  <a:extLst>
                    <a:ext uri="{FF2B5EF4-FFF2-40B4-BE49-F238E27FC236}">
                      <a16:creationId xmlns:a16="http://schemas.microsoft.com/office/drawing/2014/main" id="{2C35EDB1-681C-0DFB-79F8-F91C411FC74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40922" y="1900080"/>
                  <a:ext cx="603720" cy="159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44" name="筆跡 43">
                  <a:extLst>
                    <a:ext uri="{FF2B5EF4-FFF2-40B4-BE49-F238E27FC236}">
                      <a16:creationId xmlns:a16="http://schemas.microsoft.com/office/drawing/2014/main" id="{FE6DA3E9-BC8F-7006-0A65-AEA2A427DC64}"/>
                    </a:ext>
                  </a:extLst>
                </p14:cNvPr>
                <p14:cNvContentPartPr/>
                <p14:nvPr/>
              </p14:nvContentPartPr>
              <p14:xfrm>
                <a:off x="1634522" y="2871720"/>
                <a:ext cx="419400" cy="349200"/>
              </p14:xfrm>
            </p:contentPart>
          </mc:Choice>
          <mc:Fallback>
            <p:pic>
              <p:nvPicPr>
                <p:cNvPr id="44" name="筆跡 43">
                  <a:extLst>
                    <a:ext uri="{FF2B5EF4-FFF2-40B4-BE49-F238E27FC236}">
                      <a16:creationId xmlns:a16="http://schemas.microsoft.com/office/drawing/2014/main" id="{FE6DA3E9-BC8F-7006-0A65-AEA2A427DC6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71882" y="2809080"/>
                  <a:ext cx="54504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47" name="筆跡 46">
                  <a:extLst>
                    <a:ext uri="{FF2B5EF4-FFF2-40B4-BE49-F238E27FC236}">
                      <a16:creationId xmlns:a16="http://schemas.microsoft.com/office/drawing/2014/main" id="{91F9E729-5F66-3BD5-A698-5CDFA7D1D716}"/>
                    </a:ext>
                  </a:extLst>
                </p14:cNvPr>
                <p14:cNvContentPartPr/>
                <p14:nvPr/>
              </p14:nvContentPartPr>
              <p14:xfrm>
                <a:off x="1974362" y="2116440"/>
                <a:ext cx="57960" cy="86760"/>
              </p14:xfrm>
            </p:contentPart>
          </mc:Choice>
          <mc:Fallback>
            <p:pic>
              <p:nvPicPr>
                <p:cNvPr id="47" name="筆跡 46">
                  <a:extLst>
                    <a:ext uri="{FF2B5EF4-FFF2-40B4-BE49-F238E27FC236}">
                      <a16:creationId xmlns:a16="http://schemas.microsoft.com/office/drawing/2014/main" id="{91F9E729-5F66-3BD5-A698-5CDFA7D1D71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911362" y="2053440"/>
                  <a:ext cx="183600" cy="21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群組 102">
            <a:extLst>
              <a:ext uri="{FF2B5EF4-FFF2-40B4-BE49-F238E27FC236}">
                <a16:creationId xmlns:a16="http://schemas.microsoft.com/office/drawing/2014/main" id="{A20FF759-1772-5836-8822-F519BE89FD4E}"/>
              </a:ext>
            </a:extLst>
          </p:cNvPr>
          <p:cNvGrpSpPr/>
          <p:nvPr/>
        </p:nvGrpSpPr>
        <p:grpSpPr>
          <a:xfrm>
            <a:off x="2531282" y="1406160"/>
            <a:ext cx="1040400" cy="1231560"/>
            <a:chOff x="2531282" y="1406160"/>
            <a:chExt cx="1040400" cy="123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72" name="筆跡 71">
                  <a:extLst>
                    <a:ext uri="{FF2B5EF4-FFF2-40B4-BE49-F238E27FC236}">
                      <a16:creationId xmlns:a16="http://schemas.microsoft.com/office/drawing/2014/main" id="{0C16D9F3-2BCD-FD1B-0B58-535B691E5526}"/>
                    </a:ext>
                  </a:extLst>
                </p14:cNvPr>
                <p14:cNvContentPartPr/>
                <p14:nvPr/>
              </p14:nvContentPartPr>
              <p14:xfrm>
                <a:off x="2531282" y="1642320"/>
                <a:ext cx="106560" cy="879480"/>
              </p14:xfrm>
            </p:contentPart>
          </mc:Choice>
          <mc:Fallback>
            <p:pic>
              <p:nvPicPr>
                <p:cNvPr id="72" name="筆跡 71">
                  <a:extLst>
                    <a:ext uri="{FF2B5EF4-FFF2-40B4-BE49-F238E27FC236}">
                      <a16:creationId xmlns:a16="http://schemas.microsoft.com/office/drawing/2014/main" id="{0C16D9F3-2BCD-FD1B-0B58-535B691E552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468282" y="1579680"/>
                  <a:ext cx="232200" cy="10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73" name="筆跡 72">
                  <a:extLst>
                    <a:ext uri="{FF2B5EF4-FFF2-40B4-BE49-F238E27FC236}">
                      <a16:creationId xmlns:a16="http://schemas.microsoft.com/office/drawing/2014/main" id="{717B3E4E-8B7C-4AD2-2154-7BA23FBD5485}"/>
                    </a:ext>
                  </a:extLst>
                </p14:cNvPr>
                <p14:cNvContentPartPr/>
                <p14:nvPr/>
              </p14:nvContentPartPr>
              <p14:xfrm>
                <a:off x="2658362" y="1506960"/>
                <a:ext cx="337680" cy="450000"/>
              </p14:xfrm>
            </p:contentPart>
          </mc:Choice>
          <mc:Fallback>
            <p:pic>
              <p:nvPicPr>
                <p:cNvPr id="73" name="筆跡 72">
                  <a:extLst>
                    <a:ext uri="{FF2B5EF4-FFF2-40B4-BE49-F238E27FC236}">
                      <a16:creationId xmlns:a16="http://schemas.microsoft.com/office/drawing/2014/main" id="{717B3E4E-8B7C-4AD2-2154-7BA23FBD548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595722" y="1444320"/>
                  <a:ext cx="46332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74" name="筆跡 73">
                  <a:extLst>
                    <a:ext uri="{FF2B5EF4-FFF2-40B4-BE49-F238E27FC236}">
                      <a16:creationId xmlns:a16="http://schemas.microsoft.com/office/drawing/2014/main" id="{BC82E464-F430-80C6-B792-B171F40AA01C}"/>
                    </a:ext>
                  </a:extLst>
                </p14:cNvPr>
                <p14:cNvContentPartPr/>
                <p14:nvPr/>
              </p14:nvContentPartPr>
              <p14:xfrm>
                <a:off x="2763842" y="1818360"/>
                <a:ext cx="161280" cy="92880"/>
              </p14:xfrm>
            </p:contentPart>
          </mc:Choice>
          <mc:Fallback>
            <p:pic>
              <p:nvPicPr>
                <p:cNvPr id="74" name="筆跡 73">
                  <a:extLst>
                    <a:ext uri="{FF2B5EF4-FFF2-40B4-BE49-F238E27FC236}">
                      <a16:creationId xmlns:a16="http://schemas.microsoft.com/office/drawing/2014/main" id="{BC82E464-F430-80C6-B792-B171F40AA01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701202" y="1755720"/>
                  <a:ext cx="2869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75" name="筆跡 74">
                  <a:extLst>
                    <a:ext uri="{FF2B5EF4-FFF2-40B4-BE49-F238E27FC236}">
                      <a16:creationId xmlns:a16="http://schemas.microsoft.com/office/drawing/2014/main" id="{6ADB18C9-356C-FF16-FA7E-39C2164949A5}"/>
                    </a:ext>
                  </a:extLst>
                </p14:cNvPr>
                <p14:cNvContentPartPr/>
                <p14:nvPr/>
              </p14:nvContentPartPr>
              <p14:xfrm>
                <a:off x="2746922" y="2095920"/>
                <a:ext cx="166680" cy="19440"/>
              </p14:xfrm>
            </p:contentPart>
          </mc:Choice>
          <mc:Fallback>
            <p:pic>
              <p:nvPicPr>
                <p:cNvPr id="75" name="筆跡 74">
                  <a:extLst>
                    <a:ext uri="{FF2B5EF4-FFF2-40B4-BE49-F238E27FC236}">
                      <a16:creationId xmlns:a16="http://schemas.microsoft.com/office/drawing/2014/main" id="{6ADB18C9-356C-FF16-FA7E-39C2164949A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684282" y="2033280"/>
                  <a:ext cx="2923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78" name="筆跡 77">
                  <a:extLst>
                    <a:ext uri="{FF2B5EF4-FFF2-40B4-BE49-F238E27FC236}">
                      <a16:creationId xmlns:a16="http://schemas.microsoft.com/office/drawing/2014/main" id="{B7D7C125-1421-D599-CB3D-251E371B2181}"/>
                    </a:ext>
                  </a:extLst>
                </p14:cNvPr>
                <p14:cNvContentPartPr/>
                <p14:nvPr/>
              </p14:nvContentPartPr>
              <p14:xfrm>
                <a:off x="3207002" y="1529280"/>
                <a:ext cx="51840" cy="300960"/>
              </p14:xfrm>
            </p:contentPart>
          </mc:Choice>
          <mc:Fallback>
            <p:pic>
              <p:nvPicPr>
                <p:cNvPr id="78" name="筆跡 77">
                  <a:extLst>
                    <a:ext uri="{FF2B5EF4-FFF2-40B4-BE49-F238E27FC236}">
                      <a16:creationId xmlns:a16="http://schemas.microsoft.com/office/drawing/2014/main" id="{B7D7C125-1421-D599-CB3D-251E371B218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144362" y="1466640"/>
                  <a:ext cx="17748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79" name="筆跡 78">
                  <a:extLst>
                    <a:ext uri="{FF2B5EF4-FFF2-40B4-BE49-F238E27FC236}">
                      <a16:creationId xmlns:a16="http://schemas.microsoft.com/office/drawing/2014/main" id="{008588EA-993C-2632-27CE-F4D79A8F8406}"/>
                    </a:ext>
                  </a:extLst>
                </p14:cNvPr>
                <p14:cNvContentPartPr/>
                <p14:nvPr/>
              </p14:nvContentPartPr>
              <p14:xfrm>
                <a:off x="3262082" y="1406160"/>
                <a:ext cx="309600" cy="1108440"/>
              </p14:xfrm>
            </p:contentPart>
          </mc:Choice>
          <mc:Fallback>
            <p:pic>
              <p:nvPicPr>
                <p:cNvPr id="79" name="筆跡 78">
                  <a:extLst>
                    <a:ext uri="{FF2B5EF4-FFF2-40B4-BE49-F238E27FC236}">
                      <a16:creationId xmlns:a16="http://schemas.microsoft.com/office/drawing/2014/main" id="{008588EA-993C-2632-27CE-F4D79A8F840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199082" y="1343160"/>
                  <a:ext cx="435240" cy="12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80" name="筆跡 79">
                  <a:extLst>
                    <a:ext uri="{FF2B5EF4-FFF2-40B4-BE49-F238E27FC236}">
                      <a16:creationId xmlns:a16="http://schemas.microsoft.com/office/drawing/2014/main" id="{5EA6572E-1F7B-134D-938F-28555E3D2EB4}"/>
                    </a:ext>
                  </a:extLst>
                </p14:cNvPr>
                <p14:cNvContentPartPr/>
                <p14:nvPr/>
              </p14:nvContentPartPr>
              <p14:xfrm>
                <a:off x="3411122" y="1728360"/>
                <a:ext cx="360" cy="360"/>
              </p14:xfrm>
            </p:contentPart>
          </mc:Choice>
          <mc:Fallback>
            <p:pic>
              <p:nvPicPr>
                <p:cNvPr id="80" name="筆跡 79">
                  <a:extLst>
                    <a:ext uri="{FF2B5EF4-FFF2-40B4-BE49-F238E27FC236}">
                      <a16:creationId xmlns:a16="http://schemas.microsoft.com/office/drawing/2014/main" id="{5EA6572E-1F7B-134D-938F-28555E3D2EB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348122" y="166536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81" name="筆跡 80">
                  <a:extLst>
                    <a:ext uri="{FF2B5EF4-FFF2-40B4-BE49-F238E27FC236}">
                      <a16:creationId xmlns:a16="http://schemas.microsoft.com/office/drawing/2014/main" id="{92988CFA-AA84-F2EA-D3AE-BBB96BE2981F}"/>
                    </a:ext>
                  </a:extLst>
                </p14:cNvPr>
                <p14:cNvContentPartPr/>
                <p14:nvPr/>
              </p14:nvContentPartPr>
              <p14:xfrm>
                <a:off x="3391322" y="1947600"/>
                <a:ext cx="360" cy="360"/>
              </p14:xfrm>
            </p:contentPart>
          </mc:Choice>
          <mc:Fallback>
            <p:pic>
              <p:nvPicPr>
                <p:cNvPr id="81" name="筆跡 80">
                  <a:extLst>
                    <a:ext uri="{FF2B5EF4-FFF2-40B4-BE49-F238E27FC236}">
                      <a16:creationId xmlns:a16="http://schemas.microsoft.com/office/drawing/2014/main" id="{92988CFA-AA84-F2EA-D3AE-BBB96BE2981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328682" y="18846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84" name="筆跡 83">
                  <a:extLst>
                    <a:ext uri="{FF2B5EF4-FFF2-40B4-BE49-F238E27FC236}">
                      <a16:creationId xmlns:a16="http://schemas.microsoft.com/office/drawing/2014/main" id="{DF3D293D-7CEC-89C2-7F8F-411BBF301A45}"/>
                    </a:ext>
                  </a:extLst>
                </p14:cNvPr>
                <p14:cNvContentPartPr/>
                <p14:nvPr/>
              </p14:nvContentPartPr>
              <p14:xfrm>
                <a:off x="2939162" y="2367000"/>
                <a:ext cx="48240" cy="58320"/>
              </p14:xfrm>
            </p:contentPart>
          </mc:Choice>
          <mc:Fallback>
            <p:pic>
              <p:nvPicPr>
                <p:cNvPr id="84" name="筆跡 83">
                  <a:extLst>
                    <a:ext uri="{FF2B5EF4-FFF2-40B4-BE49-F238E27FC236}">
                      <a16:creationId xmlns:a16="http://schemas.microsoft.com/office/drawing/2014/main" id="{DF3D293D-7CEC-89C2-7F8F-411BBF301A4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876162" y="2304000"/>
                  <a:ext cx="1738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85" name="筆跡 84">
                  <a:extLst>
                    <a:ext uri="{FF2B5EF4-FFF2-40B4-BE49-F238E27FC236}">
                      <a16:creationId xmlns:a16="http://schemas.microsoft.com/office/drawing/2014/main" id="{8286F3BE-075C-8352-6C1B-7FA53F47DF2A}"/>
                    </a:ext>
                  </a:extLst>
                </p14:cNvPr>
                <p14:cNvContentPartPr/>
                <p14:nvPr/>
              </p14:nvContentPartPr>
              <p14:xfrm>
                <a:off x="3045002" y="2346480"/>
                <a:ext cx="228240" cy="229680"/>
              </p14:xfrm>
            </p:contentPart>
          </mc:Choice>
          <mc:Fallback>
            <p:pic>
              <p:nvPicPr>
                <p:cNvPr id="85" name="筆跡 84">
                  <a:extLst>
                    <a:ext uri="{FF2B5EF4-FFF2-40B4-BE49-F238E27FC236}">
                      <a16:creationId xmlns:a16="http://schemas.microsoft.com/office/drawing/2014/main" id="{8286F3BE-075C-8352-6C1B-7FA53F47DF2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982002" y="2283840"/>
                  <a:ext cx="35388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86" name="筆跡 85">
                  <a:extLst>
                    <a:ext uri="{FF2B5EF4-FFF2-40B4-BE49-F238E27FC236}">
                      <a16:creationId xmlns:a16="http://schemas.microsoft.com/office/drawing/2014/main" id="{ECD191E2-9A56-DF01-6F32-B98523F5DE82}"/>
                    </a:ext>
                  </a:extLst>
                </p14:cNvPr>
                <p14:cNvContentPartPr/>
                <p14:nvPr/>
              </p14:nvContentPartPr>
              <p14:xfrm>
                <a:off x="2991362" y="2577960"/>
                <a:ext cx="187920" cy="59760"/>
              </p14:xfrm>
            </p:contentPart>
          </mc:Choice>
          <mc:Fallback>
            <p:pic>
              <p:nvPicPr>
                <p:cNvPr id="86" name="筆跡 85">
                  <a:extLst>
                    <a:ext uri="{FF2B5EF4-FFF2-40B4-BE49-F238E27FC236}">
                      <a16:creationId xmlns:a16="http://schemas.microsoft.com/office/drawing/2014/main" id="{ECD191E2-9A56-DF01-6F32-B98523F5DE8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928722" y="2514960"/>
                  <a:ext cx="313560" cy="18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群組 100">
            <a:extLst>
              <a:ext uri="{FF2B5EF4-FFF2-40B4-BE49-F238E27FC236}">
                <a16:creationId xmlns:a16="http://schemas.microsoft.com/office/drawing/2014/main" id="{D817AD40-692D-689D-A1B4-71380B24B9CC}"/>
              </a:ext>
            </a:extLst>
          </p:cNvPr>
          <p:cNvGrpSpPr/>
          <p:nvPr/>
        </p:nvGrpSpPr>
        <p:grpSpPr>
          <a:xfrm>
            <a:off x="3982082" y="1337040"/>
            <a:ext cx="1198800" cy="1254240"/>
            <a:chOff x="3982082" y="1337040"/>
            <a:chExt cx="1198800" cy="125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87" name="筆跡 86">
                  <a:extLst>
                    <a:ext uri="{FF2B5EF4-FFF2-40B4-BE49-F238E27FC236}">
                      <a16:creationId xmlns:a16="http://schemas.microsoft.com/office/drawing/2014/main" id="{4E001C75-83FF-D69D-A4BD-6CBADD4B2E78}"/>
                    </a:ext>
                  </a:extLst>
                </p14:cNvPr>
                <p14:cNvContentPartPr/>
                <p14:nvPr/>
              </p14:nvContentPartPr>
              <p14:xfrm>
                <a:off x="4273322" y="1444320"/>
                <a:ext cx="5400" cy="133920"/>
              </p14:xfrm>
            </p:contentPart>
          </mc:Choice>
          <mc:Fallback>
            <p:pic>
              <p:nvPicPr>
                <p:cNvPr id="87" name="筆跡 86">
                  <a:extLst>
                    <a:ext uri="{FF2B5EF4-FFF2-40B4-BE49-F238E27FC236}">
                      <a16:creationId xmlns:a16="http://schemas.microsoft.com/office/drawing/2014/main" id="{4E001C75-83FF-D69D-A4BD-6CBADD4B2E7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210322" y="1381680"/>
                  <a:ext cx="13104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88" name="筆跡 87">
                  <a:extLst>
                    <a:ext uri="{FF2B5EF4-FFF2-40B4-BE49-F238E27FC236}">
                      <a16:creationId xmlns:a16="http://schemas.microsoft.com/office/drawing/2014/main" id="{AB5394E5-0EF3-C198-0D13-3AB6A0875780}"/>
                    </a:ext>
                  </a:extLst>
                </p14:cNvPr>
                <p14:cNvContentPartPr/>
                <p14:nvPr/>
              </p14:nvContentPartPr>
              <p14:xfrm>
                <a:off x="4338122" y="1337040"/>
                <a:ext cx="206280" cy="219240"/>
              </p14:xfrm>
            </p:contentPart>
          </mc:Choice>
          <mc:Fallback>
            <p:pic>
              <p:nvPicPr>
                <p:cNvPr id="88" name="筆跡 87">
                  <a:extLst>
                    <a:ext uri="{FF2B5EF4-FFF2-40B4-BE49-F238E27FC236}">
                      <a16:creationId xmlns:a16="http://schemas.microsoft.com/office/drawing/2014/main" id="{AB5394E5-0EF3-C198-0D13-3AB6A087578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275122" y="1274400"/>
                  <a:ext cx="33192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89" name="筆跡 88">
                  <a:extLst>
                    <a:ext uri="{FF2B5EF4-FFF2-40B4-BE49-F238E27FC236}">
                      <a16:creationId xmlns:a16="http://schemas.microsoft.com/office/drawing/2014/main" id="{43F333FB-A490-1C56-7742-8A9E5DEDB4A2}"/>
                    </a:ext>
                  </a:extLst>
                </p14:cNvPr>
                <p14:cNvContentPartPr/>
                <p14:nvPr/>
              </p14:nvContentPartPr>
              <p14:xfrm>
                <a:off x="4412642" y="1522080"/>
                <a:ext cx="62640" cy="33840"/>
              </p14:xfrm>
            </p:contentPart>
          </mc:Choice>
          <mc:Fallback>
            <p:pic>
              <p:nvPicPr>
                <p:cNvPr id="89" name="筆跡 88">
                  <a:extLst>
                    <a:ext uri="{FF2B5EF4-FFF2-40B4-BE49-F238E27FC236}">
                      <a16:creationId xmlns:a16="http://schemas.microsoft.com/office/drawing/2014/main" id="{43F333FB-A490-1C56-7742-8A9E5DEDB4A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350002" y="1459080"/>
                  <a:ext cx="1882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90" name="筆跡 89">
                  <a:extLst>
                    <a:ext uri="{FF2B5EF4-FFF2-40B4-BE49-F238E27FC236}">
                      <a16:creationId xmlns:a16="http://schemas.microsoft.com/office/drawing/2014/main" id="{9E8DC409-CC5D-E626-7197-94EAEC511EBA}"/>
                    </a:ext>
                  </a:extLst>
                </p14:cNvPr>
                <p14:cNvContentPartPr/>
                <p14:nvPr/>
              </p14:nvContentPartPr>
              <p14:xfrm>
                <a:off x="4196282" y="1798560"/>
                <a:ext cx="57960" cy="19440"/>
              </p14:xfrm>
            </p:contentPart>
          </mc:Choice>
          <mc:Fallback>
            <p:pic>
              <p:nvPicPr>
                <p:cNvPr id="90" name="筆跡 89">
                  <a:extLst>
                    <a:ext uri="{FF2B5EF4-FFF2-40B4-BE49-F238E27FC236}">
                      <a16:creationId xmlns:a16="http://schemas.microsoft.com/office/drawing/2014/main" id="{9E8DC409-CC5D-E626-7197-94EAEC511EB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133642" y="1735560"/>
                  <a:ext cx="1836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91" name="筆跡 90">
                  <a:extLst>
                    <a:ext uri="{FF2B5EF4-FFF2-40B4-BE49-F238E27FC236}">
                      <a16:creationId xmlns:a16="http://schemas.microsoft.com/office/drawing/2014/main" id="{AFA6DB11-6B44-7A9D-DEE1-238EA63E5E0F}"/>
                    </a:ext>
                  </a:extLst>
                </p14:cNvPr>
                <p14:cNvContentPartPr/>
                <p14:nvPr/>
              </p14:nvContentPartPr>
              <p14:xfrm>
                <a:off x="4053362" y="1841760"/>
                <a:ext cx="601200" cy="105840"/>
              </p14:xfrm>
            </p:contentPart>
          </mc:Choice>
          <mc:Fallback>
            <p:pic>
              <p:nvPicPr>
                <p:cNvPr id="91" name="筆跡 90">
                  <a:extLst>
                    <a:ext uri="{FF2B5EF4-FFF2-40B4-BE49-F238E27FC236}">
                      <a16:creationId xmlns:a16="http://schemas.microsoft.com/office/drawing/2014/main" id="{AFA6DB11-6B44-7A9D-DEE1-238EA63E5E0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990362" y="1778760"/>
                  <a:ext cx="7268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92" name="筆跡 91">
                  <a:extLst>
                    <a:ext uri="{FF2B5EF4-FFF2-40B4-BE49-F238E27FC236}">
                      <a16:creationId xmlns:a16="http://schemas.microsoft.com/office/drawing/2014/main" id="{00FDAC4F-EE8C-6431-9FFE-5029F080E287}"/>
                    </a:ext>
                  </a:extLst>
                </p14:cNvPr>
                <p14:cNvContentPartPr/>
                <p14:nvPr/>
              </p14:nvContentPartPr>
              <p14:xfrm>
                <a:off x="4182602" y="1958400"/>
                <a:ext cx="261000" cy="152280"/>
              </p14:xfrm>
            </p:contentPart>
          </mc:Choice>
          <mc:Fallback>
            <p:pic>
              <p:nvPicPr>
                <p:cNvPr id="92" name="筆跡 91">
                  <a:extLst>
                    <a:ext uri="{FF2B5EF4-FFF2-40B4-BE49-F238E27FC236}">
                      <a16:creationId xmlns:a16="http://schemas.microsoft.com/office/drawing/2014/main" id="{00FDAC4F-EE8C-6431-9FFE-5029F080E28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119962" y="1895760"/>
                  <a:ext cx="38664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93" name="筆跡 92">
                  <a:extLst>
                    <a:ext uri="{FF2B5EF4-FFF2-40B4-BE49-F238E27FC236}">
                      <a16:creationId xmlns:a16="http://schemas.microsoft.com/office/drawing/2014/main" id="{A0813D5A-9AAD-4EE5-09E3-714B4CFB9D1C}"/>
                    </a:ext>
                  </a:extLst>
                </p14:cNvPr>
                <p14:cNvContentPartPr/>
                <p14:nvPr/>
              </p14:nvContentPartPr>
              <p14:xfrm>
                <a:off x="3982082" y="2011320"/>
                <a:ext cx="44640" cy="304200"/>
              </p14:xfrm>
            </p:contentPart>
          </mc:Choice>
          <mc:Fallback>
            <p:pic>
              <p:nvPicPr>
                <p:cNvPr id="93" name="筆跡 92">
                  <a:extLst>
                    <a:ext uri="{FF2B5EF4-FFF2-40B4-BE49-F238E27FC236}">
                      <a16:creationId xmlns:a16="http://schemas.microsoft.com/office/drawing/2014/main" id="{A0813D5A-9AAD-4EE5-09E3-714B4CFB9D1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919442" y="1948320"/>
                  <a:ext cx="17028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94" name="筆跡 93">
                  <a:extLst>
                    <a:ext uri="{FF2B5EF4-FFF2-40B4-BE49-F238E27FC236}">
                      <a16:creationId xmlns:a16="http://schemas.microsoft.com/office/drawing/2014/main" id="{DC4D770D-F44F-9F26-6668-1BDCBB85937C}"/>
                    </a:ext>
                  </a:extLst>
                </p14:cNvPr>
                <p14:cNvContentPartPr/>
                <p14:nvPr/>
              </p14:nvContentPartPr>
              <p14:xfrm>
                <a:off x="4083602" y="2213280"/>
                <a:ext cx="897120" cy="378000"/>
              </p14:xfrm>
            </p:contentPart>
          </mc:Choice>
          <mc:Fallback>
            <p:pic>
              <p:nvPicPr>
                <p:cNvPr id="94" name="筆跡 93">
                  <a:extLst>
                    <a:ext uri="{FF2B5EF4-FFF2-40B4-BE49-F238E27FC236}">
                      <a16:creationId xmlns:a16="http://schemas.microsoft.com/office/drawing/2014/main" id="{DC4D770D-F44F-9F26-6668-1BDCBB85937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020602" y="2150640"/>
                  <a:ext cx="1022760" cy="50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95" name="筆跡 94">
                  <a:extLst>
                    <a:ext uri="{FF2B5EF4-FFF2-40B4-BE49-F238E27FC236}">
                      <a16:creationId xmlns:a16="http://schemas.microsoft.com/office/drawing/2014/main" id="{7FB71B30-D559-FFEA-FC4F-9E9B51FA7230}"/>
                    </a:ext>
                  </a:extLst>
                </p14:cNvPr>
                <p14:cNvContentPartPr/>
                <p14:nvPr/>
              </p14:nvContentPartPr>
              <p14:xfrm>
                <a:off x="4791002" y="1382040"/>
                <a:ext cx="389880" cy="507600"/>
              </p14:xfrm>
            </p:contentPart>
          </mc:Choice>
          <mc:Fallback>
            <p:pic>
              <p:nvPicPr>
                <p:cNvPr id="95" name="筆跡 94">
                  <a:extLst>
                    <a:ext uri="{FF2B5EF4-FFF2-40B4-BE49-F238E27FC236}">
                      <a16:creationId xmlns:a16="http://schemas.microsoft.com/office/drawing/2014/main" id="{7FB71B30-D559-FFEA-FC4F-9E9B51FA723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728362" y="1319040"/>
                  <a:ext cx="515520" cy="63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96" name="筆跡 95">
                  <a:extLst>
                    <a:ext uri="{FF2B5EF4-FFF2-40B4-BE49-F238E27FC236}">
                      <a16:creationId xmlns:a16="http://schemas.microsoft.com/office/drawing/2014/main" id="{66EF19C3-DCD4-9CF0-B7BE-1614BC454BF4}"/>
                    </a:ext>
                  </a:extLst>
                </p14:cNvPr>
                <p14:cNvContentPartPr/>
                <p14:nvPr/>
              </p14:nvContentPartPr>
              <p14:xfrm>
                <a:off x="4879922" y="1620360"/>
                <a:ext cx="264960" cy="499680"/>
              </p14:xfrm>
            </p:contentPart>
          </mc:Choice>
          <mc:Fallback>
            <p:pic>
              <p:nvPicPr>
                <p:cNvPr id="96" name="筆跡 95">
                  <a:extLst>
                    <a:ext uri="{FF2B5EF4-FFF2-40B4-BE49-F238E27FC236}">
                      <a16:creationId xmlns:a16="http://schemas.microsoft.com/office/drawing/2014/main" id="{66EF19C3-DCD4-9CF0-B7BE-1614BC454BF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817282" y="1557360"/>
                  <a:ext cx="390600" cy="62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97" name="筆跡 96">
                  <a:extLst>
                    <a:ext uri="{FF2B5EF4-FFF2-40B4-BE49-F238E27FC236}">
                      <a16:creationId xmlns:a16="http://schemas.microsoft.com/office/drawing/2014/main" id="{C073E442-92BD-AA0D-45FA-9B4E9EBECA78}"/>
                    </a:ext>
                  </a:extLst>
                </p14:cNvPr>
                <p14:cNvContentPartPr/>
                <p14:nvPr/>
              </p14:nvContentPartPr>
              <p14:xfrm>
                <a:off x="4953722" y="1882800"/>
                <a:ext cx="360" cy="360"/>
              </p14:xfrm>
            </p:contentPart>
          </mc:Choice>
          <mc:Fallback>
            <p:pic>
              <p:nvPicPr>
                <p:cNvPr id="97" name="筆跡 96">
                  <a:extLst>
                    <a:ext uri="{FF2B5EF4-FFF2-40B4-BE49-F238E27FC236}">
                      <a16:creationId xmlns:a16="http://schemas.microsoft.com/office/drawing/2014/main" id="{C073E442-92BD-AA0D-45FA-9B4E9EBECA7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891082" y="182016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98" name="筆跡 97">
                  <a:extLst>
                    <a:ext uri="{FF2B5EF4-FFF2-40B4-BE49-F238E27FC236}">
                      <a16:creationId xmlns:a16="http://schemas.microsoft.com/office/drawing/2014/main" id="{EA0250D0-A95E-5DEE-5419-95E66125B3CC}"/>
                    </a:ext>
                  </a:extLst>
                </p14:cNvPr>
                <p14:cNvContentPartPr/>
                <p14:nvPr/>
              </p14:nvContentPartPr>
              <p14:xfrm>
                <a:off x="4968122" y="2049120"/>
                <a:ext cx="360" cy="360"/>
              </p14:xfrm>
            </p:contentPart>
          </mc:Choice>
          <mc:Fallback>
            <p:pic>
              <p:nvPicPr>
                <p:cNvPr id="98" name="筆跡 97">
                  <a:extLst>
                    <a:ext uri="{FF2B5EF4-FFF2-40B4-BE49-F238E27FC236}">
                      <a16:creationId xmlns:a16="http://schemas.microsoft.com/office/drawing/2014/main" id="{EA0250D0-A95E-5DEE-5419-95E66125B3C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905482" y="198648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99" name="筆跡 98">
                  <a:extLst>
                    <a:ext uri="{FF2B5EF4-FFF2-40B4-BE49-F238E27FC236}">
                      <a16:creationId xmlns:a16="http://schemas.microsoft.com/office/drawing/2014/main" id="{AAB22314-9B92-3EB2-3706-263AF262E8B5}"/>
                    </a:ext>
                  </a:extLst>
                </p14:cNvPr>
                <p14:cNvContentPartPr/>
                <p14:nvPr/>
              </p14:nvContentPartPr>
              <p14:xfrm>
                <a:off x="4838162" y="2169360"/>
                <a:ext cx="334440" cy="367920"/>
              </p14:xfrm>
            </p:contentPart>
          </mc:Choice>
          <mc:Fallback>
            <p:pic>
              <p:nvPicPr>
                <p:cNvPr id="99" name="筆跡 98">
                  <a:extLst>
                    <a:ext uri="{FF2B5EF4-FFF2-40B4-BE49-F238E27FC236}">
                      <a16:creationId xmlns:a16="http://schemas.microsoft.com/office/drawing/2014/main" id="{AAB22314-9B92-3EB2-3706-263AF262E8B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775162" y="2106360"/>
                  <a:ext cx="460080" cy="493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495222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32D0B-EA9A-D485-EF2D-5DBE5A552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B4D2D4E-A843-1041-73B2-495007C1D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744399"/>
            <a:ext cx="12192000" cy="924339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筆跡 1">
                <a:extLst>
                  <a:ext uri="{FF2B5EF4-FFF2-40B4-BE49-F238E27FC236}">
                    <a16:creationId xmlns:a16="http://schemas.microsoft.com/office/drawing/2014/main" id="{DC23DAB6-BB15-C48A-76A8-1E8E48B6EB3A}"/>
                  </a:ext>
                </a:extLst>
              </p14:cNvPr>
              <p14:cNvContentPartPr/>
              <p14:nvPr/>
            </p14:nvContentPartPr>
            <p14:xfrm>
              <a:off x="4432406" y="4478606"/>
              <a:ext cx="2201400" cy="1760040"/>
            </p14:xfrm>
          </p:contentPart>
        </mc:Choice>
        <mc:Fallback>
          <p:pic>
            <p:nvPicPr>
              <p:cNvPr id="2" name="筆跡 1">
                <a:extLst>
                  <a:ext uri="{FF2B5EF4-FFF2-40B4-BE49-F238E27FC236}">
                    <a16:creationId xmlns:a16="http://schemas.microsoft.com/office/drawing/2014/main" id="{DC23DAB6-BB15-C48A-76A8-1E8E48B6EB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69406" y="4415966"/>
                <a:ext cx="2327040" cy="188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76038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03CCE-93BC-A3E4-4ED3-8AFACEDFA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BD478BFF-A1A8-F4F0-B9FC-4C2D2C199C53}"/>
              </a:ext>
            </a:extLst>
          </p:cNvPr>
          <p:cNvSpPr txBox="1"/>
          <p:nvPr/>
        </p:nvSpPr>
        <p:spPr>
          <a:xfrm>
            <a:off x="1784356" y="2321004"/>
            <a:ext cx="862328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6600" dirty="0">
                <a:latin typeface="Kaiti SC" panose="02010600040101010101" pitchFamily="2" charset="-122"/>
                <a:ea typeface="Kaiti SC" panose="02010600040101010101" pitchFamily="2" charset="-122"/>
                <a:cs typeface="Yuppy SC" panose="020F0603040207020204" pitchFamily="34" charset="-122"/>
              </a:rPr>
              <a:t>比較不生硬的中場休息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134FD70-CE1E-1BC7-745F-34F7316A3692}"/>
              </a:ext>
            </a:extLst>
          </p:cNvPr>
          <p:cNvSpPr txBox="1"/>
          <p:nvPr/>
        </p:nvSpPr>
        <p:spPr>
          <a:xfrm>
            <a:off x="-865572" y="1222444"/>
            <a:ext cx="2214978" cy="7786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50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merican Typewriter" panose="02090604020004020304" pitchFamily="18" charset="0"/>
                <a:ea typeface="Apple Symbols" panose="02000000000000000000" pitchFamily="2" charset="-79"/>
                <a:cs typeface="Apple Symbols" panose="02000000000000000000" pitchFamily="2" charset="-79"/>
              </a:rPr>
              <a:t>&amp;</a:t>
            </a:r>
            <a:endParaRPr lang="zh-TW" altLang="en-US" sz="50000" dirty="0">
              <a:solidFill>
                <a:schemeClr val="accent2">
                  <a:lumMod val="20000"/>
                  <a:lumOff val="80000"/>
                </a:schemeClr>
              </a:solidFill>
              <a:latin typeface="American Typewriter" panose="02090604020004020304" pitchFamily="18" charset="0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3C0482E-023E-83EC-3D0C-AC5C91335C28}"/>
              </a:ext>
            </a:extLst>
          </p:cNvPr>
          <p:cNvSpPr txBox="1"/>
          <p:nvPr/>
        </p:nvSpPr>
        <p:spPr>
          <a:xfrm>
            <a:off x="4152530" y="853112"/>
            <a:ext cx="3886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Kaiti SC" panose="02010600040101010101" pitchFamily="2" charset="-122"/>
                <a:ea typeface="Kaiti SC" panose="02010600040101010101" pitchFamily="2" charset="-122"/>
              </a:rPr>
              <a:t>115</a:t>
            </a:r>
            <a:r>
              <a:rPr kumimoji="1" lang="zh-TW" altLang="en-US" dirty="0">
                <a:latin typeface="Kaiti SC" panose="02010600040101010101" pitchFamily="2" charset="-122"/>
                <a:ea typeface="Kaiti SC" panose="02010600040101010101" pitchFamily="2" charset="-122"/>
              </a:rPr>
              <a:t>年高雄科技大學機械工程系學會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D8242C4-A3A3-F5E0-1619-8A9787B3CCF5}"/>
              </a:ext>
            </a:extLst>
          </p:cNvPr>
          <p:cNvSpPr txBox="1"/>
          <p:nvPr/>
        </p:nvSpPr>
        <p:spPr>
          <a:xfrm>
            <a:off x="6928600" y="5413709"/>
            <a:ext cx="46253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000" dirty="0"/>
              <a:t>「你見過凌晨四點的洛杉磯嗎，  </a:t>
            </a:r>
            <a:br>
              <a:rPr kumimoji="1" lang="en-US" altLang="zh-TW" sz="2000" dirty="0"/>
            </a:br>
            <a:r>
              <a:rPr kumimoji="1" lang="zh-TW" altLang="en-US" sz="2000" dirty="0"/>
              <a:t>                你吃過凌晨四點的牛肉麵嗎？」</a:t>
            </a:r>
          </a:p>
        </p:txBody>
      </p:sp>
    </p:spTree>
    <p:extLst>
      <p:ext uri="{BB962C8B-B14F-4D97-AF65-F5344CB8AC3E}">
        <p14:creationId xmlns:p14="http://schemas.microsoft.com/office/powerpoint/2010/main" val="5606198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476DA-F3C6-90C8-7D15-B0961260D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165AF55-C1E5-0CC8-C7D5-84098C1A17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06" t="26996" b="27408"/>
          <a:stretch>
            <a:fillRect/>
          </a:stretch>
        </p:blipFill>
        <p:spPr>
          <a:xfrm>
            <a:off x="5288238" y="0"/>
            <a:ext cx="6903762" cy="688768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1A68BB92-1802-80A4-D1CD-AC39CAEE1906}"/>
                  </a:ext>
                </a:extLst>
              </p14:cNvPr>
              <p14:cNvContentPartPr/>
              <p14:nvPr/>
            </p14:nvContentPartPr>
            <p14:xfrm>
              <a:off x="855685" y="857011"/>
              <a:ext cx="803160" cy="1096560"/>
            </p14:xfrm>
          </p:contentPart>
        </mc:Choice>
        <mc:Fallback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1A68BB92-1802-80A4-D1CD-AC39CAEE190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2685" y="794371"/>
                <a:ext cx="928800" cy="12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583634FC-7D78-9CB2-8C90-418FF79558BA}"/>
                  </a:ext>
                </a:extLst>
              </p14:cNvPr>
              <p14:cNvContentPartPr/>
              <p14:nvPr/>
            </p14:nvContentPartPr>
            <p14:xfrm>
              <a:off x="1421245" y="2522371"/>
              <a:ext cx="177120" cy="115920"/>
            </p14:xfrm>
          </p:contentPart>
        </mc:Choice>
        <mc:Fallback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583634FC-7D78-9CB2-8C90-418FF79558B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58245" y="2459371"/>
                <a:ext cx="302760" cy="24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群組 38">
            <a:extLst>
              <a:ext uri="{FF2B5EF4-FFF2-40B4-BE49-F238E27FC236}">
                <a16:creationId xmlns:a16="http://schemas.microsoft.com/office/drawing/2014/main" id="{4DB1546D-A277-2731-6742-C76EC1CD20D1}"/>
              </a:ext>
            </a:extLst>
          </p:cNvPr>
          <p:cNvGrpSpPr/>
          <p:nvPr/>
        </p:nvGrpSpPr>
        <p:grpSpPr>
          <a:xfrm>
            <a:off x="864325" y="3526411"/>
            <a:ext cx="3397320" cy="1598400"/>
            <a:chOff x="864325" y="3526411"/>
            <a:chExt cx="3397320" cy="159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1" name="筆跡 10">
                  <a:extLst>
                    <a:ext uri="{FF2B5EF4-FFF2-40B4-BE49-F238E27FC236}">
                      <a16:creationId xmlns:a16="http://schemas.microsoft.com/office/drawing/2014/main" id="{2CA69929-C4B6-66F8-0414-EA68450244F0}"/>
                    </a:ext>
                  </a:extLst>
                </p14:cNvPr>
                <p14:cNvContentPartPr/>
                <p14:nvPr/>
              </p14:nvContentPartPr>
              <p14:xfrm>
                <a:off x="864325" y="3837451"/>
                <a:ext cx="133920" cy="200160"/>
              </p14:xfrm>
            </p:contentPart>
          </mc:Choice>
          <mc:Fallback>
            <p:pic>
              <p:nvPicPr>
                <p:cNvPr id="11" name="筆跡 10">
                  <a:extLst>
                    <a:ext uri="{FF2B5EF4-FFF2-40B4-BE49-F238E27FC236}">
                      <a16:creationId xmlns:a16="http://schemas.microsoft.com/office/drawing/2014/main" id="{2CA69929-C4B6-66F8-0414-EA68450244F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01685" y="3774811"/>
                  <a:ext cx="25956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2" name="筆跡 11">
                  <a:extLst>
                    <a:ext uri="{FF2B5EF4-FFF2-40B4-BE49-F238E27FC236}">
                      <a16:creationId xmlns:a16="http://schemas.microsoft.com/office/drawing/2014/main" id="{C692422A-C53F-F707-D4A3-75932A89A97D}"/>
                    </a:ext>
                  </a:extLst>
                </p14:cNvPr>
                <p14:cNvContentPartPr/>
                <p14:nvPr/>
              </p14:nvContentPartPr>
              <p14:xfrm>
                <a:off x="941725" y="3910531"/>
                <a:ext cx="965520" cy="564480"/>
              </p14:xfrm>
            </p:contentPart>
          </mc:Choice>
          <mc:Fallback>
            <p:pic>
              <p:nvPicPr>
                <p:cNvPr id="12" name="筆跡 11">
                  <a:extLst>
                    <a:ext uri="{FF2B5EF4-FFF2-40B4-BE49-F238E27FC236}">
                      <a16:creationId xmlns:a16="http://schemas.microsoft.com/office/drawing/2014/main" id="{C692422A-C53F-F707-D4A3-75932A89A97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79085" y="3847531"/>
                  <a:ext cx="1091160" cy="69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5" name="筆跡 14">
                  <a:extLst>
                    <a:ext uri="{FF2B5EF4-FFF2-40B4-BE49-F238E27FC236}">
                      <a16:creationId xmlns:a16="http://schemas.microsoft.com/office/drawing/2014/main" id="{C9303B7A-1C79-DA38-0DC9-04CAF5BC9C7D}"/>
                    </a:ext>
                  </a:extLst>
                </p14:cNvPr>
                <p14:cNvContentPartPr/>
                <p14:nvPr/>
              </p14:nvContentPartPr>
              <p14:xfrm>
                <a:off x="1024525" y="4127251"/>
                <a:ext cx="171360" cy="997560"/>
              </p14:xfrm>
            </p:contentPart>
          </mc:Choice>
          <mc:Fallback>
            <p:pic>
              <p:nvPicPr>
                <p:cNvPr id="15" name="筆跡 14">
                  <a:extLst>
                    <a:ext uri="{FF2B5EF4-FFF2-40B4-BE49-F238E27FC236}">
                      <a16:creationId xmlns:a16="http://schemas.microsoft.com/office/drawing/2014/main" id="{C9303B7A-1C79-DA38-0DC9-04CAF5BC9C7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61525" y="4064611"/>
                  <a:ext cx="297000" cy="11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8" name="筆跡 17">
                  <a:extLst>
                    <a:ext uri="{FF2B5EF4-FFF2-40B4-BE49-F238E27FC236}">
                      <a16:creationId xmlns:a16="http://schemas.microsoft.com/office/drawing/2014/main" id="{A835326E-3C8C-A539-869E-360F380B56F1}"/>
                    </a:ext>
                  </a:extLst>
                </p14:cNvPr>
                <p14:cNvContentPartPr/>
                <p14:nvPr/>
              </p14:nvContentPartPr>
              <p14:xfrm>
                <a:off x="1016605" y="4621891"/>
                <a:ext cx="431640" cy="344520"/>
              </p14:xfrm>
            </p:contentPart>
          </mc:Choice>
          <mc:Fallback>
            <p:pic>
              <p:nvPicPr>
                <p:cNvPr id="18" name="筆跡 17">
                  <a:extLst>
                    <a:ext uri="{FF2B5EF4-FFF2-40B4-BE49-F238E27FC236}">
                      <a16:creationId xmlns:a16="http://schemas.microsoft.com/office/drawing/2014/main" id="{A835326E-3C8C-A539-869E-360F380B56F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53965" y="4559251"/>
                  <a:ext cx="55728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1" name="筆跡 20">
                  <a:extLst>
                    <a:ext uri="{FF2B5EF4-FFF2-40B4-BE49-F238E27FC236}">
                      <a16:creationId xmlns:a16="http://schemas.microsoft.com/office/drawing/2014/main" id="{A0E797BE-8AD1-04C6-2F8A-5A48E774DA96}"/>
                    </a:ext>
                  </a:extLst>
                </p14:cNvPr>
                <p14:cNvContentPartPr/>
                <p14:nvPr/>
              </p14:nvContentPartPr>
              <p14:xfrm>
                <a:off x="1529965" y="3705331"/>
                <a:ext cx="456120" cy="1215000"/>
              </p14:xfrm>
            </p:contentPart>
          </mc:Choice>
          <mc:Fallback>
            <p:pic>
              <p:nvPicPr>
                <p:cNvPr id="21" name="筆跡 20">
                  <a:extLst>
                    <a:ext uri="{FF2B5EF4-FFF2-40B4-BE49-F238E27FC236}">
                      <a16:creationId xmlns:a16="http://schemas.microsoft.com/office/drawing/2014/main" id="{A0E797BE-8AD1-04C6-2F8A-5A48E774DA9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66965" y="3642331"/>
                  <a:ext cx="581760" cy="13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4" name="筆跡 23">
                  <a:extLst>
                    <a:ext uri="{FF2B5EF4-FFF2-40B4-BE49-F238E27FC236}">
                      <a16:creationId xmlns:a16="http://schemas.microsoft.com/office/drawing/2014/main" id="{B7DE10A9-1E0C-D4A8-841C-5A8D56BD6C87}"/>
                    </a:ext>
                  </a:extLst>
                </p14:cNvPr>
                <p14:cNvContentPartPr/>
                <p14:nvPr/>
              </p14:nvContentPartPr>
              <p14:xfrm>
                <a:off x="1514125" y="4367011"/>
                <a:ext cx="514080" cy="575640"/>
              </p14:xfrm>
            </p:contentPart>
          </mc:Choice>
          <mc:Fallback>
            <p:pic>
              <p:nvPicPr>
                <p:cNvPr id="24" name="筆跡 23">
                  <a:extLst>
                    <a:ext uri="{FF2B5EF4-FFF2-40B4-BE49-F238E27FC236}">
                      <a16:creationId xmlns:a16="http://schemas.microsoft.com/office/drawing/2014/main" id="{B7DE10A9-1E0C-D4A8-841C-5A8D56BD6C8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451485" y="4304371"/>
                  <a:ext cx="639720" cy="70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7" name="筆跡 26">
                  <a:extLst>
                    <a:ext uri="{FF2B5EF4-FFF2-40B4-BE49-F238E27FC236}">
                      <a16:creationId xmlns:a16="http://schemas.microsoft.com/office/drawing/2014/main" id="{098B2279-C228-DCDE-70D6-CEF52488F106}"/>
                    </a:ext>
                  </a:extLst>
                </p14:cNvPr>
                <p14:cNvContentPartPr/>
                <p14:nvPr/>
              </p14:nvContentPartPr>
              <p14:xfrm>
                <a:off x="1853965" y="3623611"/>
                <a:ext cx="290880" cy="194760"/>
              </p14:xfrm>
            </p:contentPart>
          </mc:Choice>
          <mc:Fallback>
            <p:pic>
              <p:nvPicPr>
                <p:cNvPr id="27" name="筆跡 26">
                  <a:extLst>
                    <a:ext uri="{FF2B5EF4-FFF2-40B4-BE49-F238E27FC236}">
                      <a16:creationId xmlns:a16="http://schemas.microsoft.com/office/drawing/2014/main" id="{098B2279-C228-DCDE-70D6-CEF52488F10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791325" y="3560971"/>
                  <a:ext cx="41652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0" name="筆跡 29">
                  <a:extLst>
                    <a:ext uri="{FF2B5EF4-FFF2-40B4-BE49-F238E27FC236}">
                      <a16:creationId xmlns:a16="http://schemas.microsoft.com/office/drawing/2014/main" id="{B2892C76-EF17-3CBB-6A53-0742AE96CF65}"/>
                    </a:ext>
                  </a:extLst>
                </p14:cNvPr>
                <p14:cNvContentPartPr/>
                <p14:nvPr/>
              </p14:nvContentPartPr>
              <p14:xfrm>
                <a:off x="2583325" y="3794971"/>
                <a:ext cx="932760" cy="361440"/>
              </p14:xfrm>
            </p:contentPart>
          </mc:Choice>
          <mc:Fallback>
            <p:pic>
              <p:nvPicPr>
                <p:cNvPr id="30" name="筆跡 29">
                  <a:extLst>
                    <a:ext uri="{FF2B5EF4-FFF2-40B4-BE49-F238E27FC236}">
                      <a16:creationId xmlns:a16="http://schemas.microsoft.com/office/drawing/2014/main" id="{B2892C76-EF17-3CBB-6A53-0742AE96CF6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520685" y="3732331"/>
                  <a:ext cx="105840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3" name="筆跡 32">
                  <a:extLst>
                    <a:ext uri="{FF2B5EF4-FFF2-40B4-BE49-F238E27FC236}">
                      <a16:creationId xmlns:a16="http://schemas.microsoft.com/office/drawing/2014/main" id="{62E02106-6E62-C7CD-3F70-C33468588832}"/>
                    </a:ext>
                  </a:extLst>
                </p14:cNvPr>
                <p14:cNvContentPartPr/>
                <p14:nvPr/>
              </p14:nvContentPartPr>
              <p14:xfrm>
                <a:off x="3013165" y="3526411"/>
                <a:ext cx="69120" cy="318960"/>
              </p14:xfrm>
            </p:contentPart>
          </mc:Choice>
          <mc:Fallback>
            <p:pic>
              <p:nvPicPr>
                <p:cNvPr id="33" name="筆跡 32">
                  <a:extLst>
                    <a:ext uri="{FF2B5EF4-FFF2-40B4-BE49-F238E27FC236}">
                      <a16:creationId xmlns:a16="http://schemas.microsoft.com/office/drawing/2014/main" id="{62E02106-6E62-C7CD-3F70-C3346858883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950165" y="3463411"/>
                  <a:ext cx="19476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4" name="筆跡 33">
                  <a:extLst>
                    <a:ext uri="{FF2B5EF4-FFF2-40B4-BE49-F238E27FC236}">
                      <a16:creationId xmlns:a16="http://schemas.microsoft.com/office/drawing/2014/main" id="{B23ECCAA-25FB-684B-312F-8A24ED4CCD37}"/>
                    </a:ext>
                  </a:extLst>
                </p14:cNvPr>
                <p14:cNvContentPartPr/>
                <p14:nvPr/>
              </p14:nvContentPartPr>
              <p14:xfrm>
                <a:off x="3061045" y="3885691"/>
                <a:ext cx="91800" cy="254520"/>
              </p14:xfrm>
            </p:contentPart>
          </mc:Choice>
          <mc:Fallback>
            <p:pic>
              <p:nvPicPr>
                <p:cNvPr id="34" name="筆跡 33">
                  <a:extLst>
                    <a:ext uri="{FF2B5EF4-FFF2-40B4-BE49-F238E27FC236}">
                      <a16:creationId xmlns:a16="http://schemas.microsoft.com/office/drawing/2014/main" id="{B23ECCAA-25FB-684B-312F-8A24ED4CCD3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998405" y="3823051"/>
                  <a:ext cx="21744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7" name="筆跡 36">
                  <a:extLst>
                    <a:ext uri="{FF2B5EF4-FFF2-40B4-BE49-F238E27FC236}">
                      <a16:creationId xmlns:a16="http://schemas.microsoft.com/office/drawing/2014/main" id="{7D451F80-0CDA-F20C-C13A-F7B90F56F433}"/>
                    </a:ext>
                  </a:extLst>
                </p14:cNvPr>
                <p14:cNvContentPartPr/>
                <p14:nvPr/>
              </p14:nvContentPartPr>
              <p14:xfrm>
                <a:off x="2747485" y="3761851"/>
                <a:ext cx="1514160" cy="915840"/>
              </p14:xfrm>
            </p:contentPart>
          </mc:Choice>
          <mc:Fallback>
            <p:pic>
              <p:nvPicPr>
                <p:cNvPr id="37" name="筆跡 36">
                  <a:extLst>
                    <a:ext uri="{FF2B5EF4-FFF2-40B4-BE49-F238E27FC236}">
                      <a16:creationId xmlns:a16="http://schemas.microsoft.com/office/drawing/2014/main" id="{7D451F80-0CDA-F20C-C13A-F7B90F56F43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684485" y="3699211"/>
                  <a:ext cx="1639800" cy="10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0B0C1B36-9523-A754-737A-7AFAF3D04FCD}"/>
              </a:ext>
            </a:extLst>
          </p:cNvPr>
          <p:cNvGrpSpPr/>
          <p:nvPr/>
        </p:nvGrpSpPr>
        <p:grpSpPr>
          <a:xfrm>
            <a:off x="1021285" y="5493811"/>
            <a:ext cx="3394080" cy="1022040"/>
            <a:chOff x="1021285" y="5493811"/>
            <a:chExt cx="3394080" cy="102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59" name="筆跡 58">
                  <a:extLst>
                    <a:ext uri="{FF2B5EF4-FFF2-40B4-BE49-F238E27FC236}">
                      <a16:creationId xmlns:a16="http://schemas.microsoft.com/office/drawing/2014/main" id="{F140E8C5-D7D2-4630-3BC5-E895C5AC20C3}"/>
                    </a:ext>
                  </a:extLst>
                </p14:cNvPr>
                <p14:cNvContentPartPr/>
                <p14:nvPr/>
              </p14:nvContentPartPr>
              <p14:xfrm>
                <a:off x="1230445" y="5493811"/>
                <a:ext cx="894600" cy="144720"/>
              </p14:xfrm>
            </p:contentPart>
          </mc:Choice>
          <mc:Fallback>
            <p:pic>
              <p:nvPicPr>
                <p:cNvPr id="59" name="筆跡 58">
                  <a:extLst>
                    <a:ext uri="{FF2B5EF4-FFF2-40B4-BE49-F238E27FC236}">
                      <a16:creationId xmlns:a16="http://schemas.microsoft.com/office/drawing/2014/main" id="{F140E8C5-D7D2-4630-3BC5-E895C5AC20C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67805" y="5431171"/>
                  <a:ext cx="10202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60" name="筆跡 59">
                  <a:extLst>
                    <a:ext uri="{FF2B5EF4-FFF2-40B4-BE49-F238E27FC236}">
                      <a16:creationId xmlns:a16="http://schemas.microsoft.com/office/drawing/2014/main" id="{13955288-913F-880B-E466-14A5C98984AF}"/>
                    </a:ext>
                  </a:extLst>
                </p14:cNvPr>
                <p14:cNvContentPartPr/>
                <p14:nvPr/>
              </p14:nvContentPartPr>
              <p14:xfrm>
                <a:off x="1021285" y="5612251"/>
                <a:ext cx="838440" cy="304560"/>
              </p14:xfrm>
            </p:contentPart>
          </mc:Choice>
          <mc:Fallback>
            <p:pic>
              <p:nvPicPr>
                <p:cNvPr id="60" name="筆跡 59">
                  <a:extLst>
                    <a:ext uri="{FF2B5EF4-FFF2-40B4-BE49-F238E27FC236}">
                      <a16:creationId xmlns:a16="http://schemas.microsoft.com/office/drawing/2014/main" id="{13955288-913F-880B-E466-14A5C98984A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58285" y="5549251"/>
                  <a:ext cx="96408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63" name="筆跡 62">
                  <a:extLst>
                    <a:ext uri="{FF2B5EF4-FFF2-40B4-BE49-F238E27FC236}">
                      <a16:creationId xmlns:a16="http://schemas.microsoft.com/office/drawing/2014/main" id="{586B24F4-8BD2-5921-6D54-FE2A44BA22AA}"/>
                    </a:ext>
                  </a:extLst>
                </p14:cNvPr>
                <p14:cNvContentPartPr/>
                <p14:nvPr/>
              </p14:nvContentPartPr>
              <p14:xfrm>
                <a:off x="1754245" y="5972971"/>
                <a:ext cx="20880" cy="373680"/>
              </p14:xfrm>
            </p:contentPart>
          </mc:Choice>
          <mc:Fallback>
            <p:pic>
              <p:nvPicPr>
                <p:cNvPr id="63" name="筆跡 62">
                  <a:extLst>
                    <a:ext uri="{FF2B5EF4-FFF2-40B4-BE49-F238E27FC236}">
                      <a16:creationId xmlns:a16="http://schemas.microsoft.com/office/drawing/2014/main" id="{586B24F4-8BD2-5921-6D54-FE2A44BA22A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691605" y="5909971"/>
                  <a:ext cx="146520" cy="49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64" name="筆跡 63">
                  <a:extLst>
                    <a:ext uri="{FF2B5EF4-FFF2-40B4-BE49-F238E27FC236}">
                      <a16:creationId xmlns:a16="http://schemas.microsoft.com/office/drawing/2014/main" id="{A01C07BB-0863-AE7B-6EC4-0ECF19D9C119}"/>
                    </a:ext>
                  </a:extLst>
                </p14:cNvPr>
                <p14:cNvContentPartPr/>
                <p14:nvPr/>
              </p14:nvContentPartPr>
              <p14:xfrm>
                <a:off x="1951165" y="6138211"/>
                <a:ext cx="593640" cy="127080"/>
              </p14:xfrm>
            </p:contentPart>
          </mc:Choice>
          <mc:Fallback>
            <p:pic>
              <p:nvPicPr>
                <p:cNvPr id="64" name="筆跡 63">
                  <a:extLst>
                    <a:ext uri="{FF2B5EF4-FFF2-40B4-BE49-F238E27FC236}">
                      <a16:creationId xmlns:a16="http://schemas.microsoft.com/office/drawing/2014/main" id="{A01C07BB-0863-AE7B-6EC4-0ECF19D9C11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888525" y="6075211"/>
                  <a:ext cx="7192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67" name="筆跡 66">
                  <a:extLst>
                    <a:ext uri="{FF2B5EF4-FFF2-40B4-BE49-F238E27FC236}">
                      <a16:creationId xmlns:a16="http://schemas.microsoft.com/office/drawing/2014/main" id="{A1B29EF9-666B-854A-10A3-AC763BB37AD1}"/>
                    </a:ext>
                  </a:extLst>
                </p14:cNvPr>
                <p14:cNvContentPartPr/>
                <p14:nvPr/>
              </p14:nvContentPartPr>
              <p14:xfrm>
                <a:off x="3155725" y="5592811"/>
                <a:ext cx="69480" cy="340200"/>
              </p14:xfrm>
            </p:contentPart>
          </mc:Choice>
          <mc:Fallback>
            <p:pic>
              <p:nvPicPr>
                <p:cNvPr id="67" name="筆跡 66">
                  <a:extLst>
                    <a:ext uri="{FF2B5EF4-FFF2-40B4-BE49-F238E27FC236}">
                      <a16:creationId xmlns:a16="http://schemas.microsoft.com/office/drawing/2014/main" id="{A1B29EF9-666B-854A-10A3-AC763BB37AD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093085" y="5530171"/>
                  <a:ext cx="19512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68" name="筆跡 67">
                  <a:extLst>
                    <a:ext uri="{FF2B5EF4-FFF2-40B4-BE49-F238E27FC236}">
                      <a16:creationId xmlns:a16="http://schemas.microsoft.com/office/drawing/2014/main" id="{F8295C5E-2E62-D8CC-5CB0-1C68F7ED0D38}"/>
                    </a:ext>
                  </a:extLst>
                </p14:cNvPr>
                <p14:cNvContentPartPr/>
                <p14:nvPr/>
              </p14:nvContentPartPr>
              <p14:xfrm>
                <a:off x="3345805" y="5782531"/>
                <a:ext cx="199080" cy="20880"/>
              </p14:xfrm>
            </p:contentPart>
          </mc:Choice>
          <mc:Fallback>
            <p:pic>
              <p:nvPicPr>
                <p:cNvPr id="68" name="筆跡 67">
                  <a:extLst>
                    <a:ext uri="{FF2B5EF4-FFF2-40B4-BE49-F238E27FC236}">
                      <a16:creationId xmlns:a16="http://schemas.microsoft.com/office/drawing/2014/main" id="{F8295C5E-2E62-D8CC-5CB0-1C68F7ED0D3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282805" y="5719531"/>
                  <a:ext cx="3247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69" name="筆跡 68">
                  <a:extLst>
                    <a:ext uri="{FF2B5EF4-FFF2-40B4-BE49-F238E27FC236}">
                      <a16:creationId xmlns:a16="http://schemas.microsoft.com/office/drawing/2014/main" id="{E3D69DA3-AB46-CBCC-C4BB-3E5CCA1564C6}"/>
                    </a:ext>
                  </a:extLst>
                </p14:cNvPr>
                <p14:cNvContentPartPr/>
                <p14:nvPr/>
              </p14:nvContentPartPr>
              <p14:xfrm>
                <a:off x="2995885" y="6176731"/>
                <a:ext cx="586800" cy="16920"/>
              </p14:xfrm>
            </p:contentPart>
          </mc:Choice>
          <mc:Fallback>
            <p:pic>
              <p:nvPicPr>
                <p:cNvPr id="69" name="筆跡 68">
                  <a:extLst>
                    <a:ext uri="{FF2B5EF4-FFF2-40B4-BE49-F238E27FC236}">
                      <a16:creationId xmlns:a16="http://schemas.microsoft.com/office/drawing/2014/main" id="{E3D69DA3-AB46-CBCC-C4BB-3E5CCA1564C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933245" y="6114091"/>
                  <a:ext cx="7124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70" name="筆跡 69">
                  <a:extLst>
                    <a:ext uri="{FF2B5EF4-FFF2-40B4-BE49-F238E27FC236}">
                      <a16:creationId xmlns:a16="http://schemas.microsoft.com/office/drawing/2014/main" id="{3871E5F4-1839-B49E-E803-08AC8CCAEA58}"/>
                    </a:ext>
                  </a:extLst>
                </p14:cNvPr>
                <p14:cNvContentPartPr/>
                <p14:nvPr/>
              </p14:nvContentPartPr>
              <p14:xfrm>
                <a:off x="3249685" y="5877211"/>
                <a:ext cx="250200" cy="496440"/>
              </p14:xfrm>
            </p:contentPart>
          </mc:Choice>
          <mc:Fallback>
            <p:pic>
              <p:nvPicPr>
                <p:cNvPr id="70" name="筆跡 69">
                  <a:extLst>
                    <a:ext uri="{FF2B5EF4-FFF2-40B4-BE49-F238E27FC236}">
                      <a16:creationId xmlns:a16="http://schemas.microsoft.com/office/drawing/2014/main" id="{3871E5F4-1839-B49E-E803-08AC8CCAEA5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186685" y="5814211"/>
                  <a:ext cx="375840" cy="62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71" name="筆跡 70">
                  <a:extLst>
                    <a:ext uri="{FF2B5EF4-FFF2-40B4-BE49-F238E27FC236}">
                      <a16:creationId xmlns:a16="http://schemas.microsoft.com/office/drawing/2014/main" id="{46BF48E5-6E14-035B-F5FF-1D1576038E30}"/>
                    </a:ext>
                  </a:extLst>
                </p14:cNvPr>
                <p14:cNvContentPartPr/>
                <p14:nvPr/>
              </p14:nvContentPartPr>
              <p14:xfrm>
                <a:off x="3426085" y="6338731"/>
                <a:ext cx="153000" cy="177120"/>
              </p14:xfrm>
            </p:contentPart>
          </mc:Choice>
          <mc:Fallback>
            <p:pic>
              <p:nvPicPr>
                <p:cNvPr id="71" name="筆跡 70">
                  <a:extLst>
                    <a:ext uri="{FF2B5EF4-FFF2-40B4-BE49-F238E27FC236}">
                      <a16:creationId xmlns:a16="http://schemas.microsoft.com/office/drawing/2014/main" id="{46BF48E5-6E14-035B-F5FF-1D1576038E3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363445" y="6275731"/>
                  <a:ext cx="2786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72" name="筆跡 71">
                  <a:extLst>
                    <a:ext uri="{FF2B5EF4-FFF2-40B4-BE49-F238E27FC236}">
                      <a16:creationId xmlns:a16="http://schemas.microsoft.com/office/drawing/2014/main" id="{AFA2047D-BA0D-D9B2-CC1B-C81E7C0F60A8}"/>
                    </a:ext>
                  </a:extLst>
                </p14:cNvPr>
                <p14:cNvContentPartPr/>
                <p14:nvPr/>
              </p14:nvContentPartPr>
              <p14:xfrm>
                <a:off x="3925765" y="5977291"/>
                <a:ext cx="54720" cy="203040"/>
              </p14:xfrm>
            </p:contentPart>
          </mc:Choice>
          <mc:Fallback>
            <p:pic>
              <p:nvPicPr>
                <p:cNvPr id="72" name="筆跡 71">
                  <a:extLst>
                    <a:ext uri="{FF2B5EF4-FFF2-40B4-BE49-F238E27FC236}">
                      <a16:creationId xmlns:a16="http://schemas.microsoft.com/office/drawing/2014/main" id="{AFA2047D-BA0D-D9B2-CC1B-C81E7C0F60A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862765" y="5914291"/>
                  <a:ext cx="18036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73" name="筆跡 72">
                  <a:extLst>
                    <a:ext uri="{FF2B5EF4-FFF2-40B4-BE49-F238E27FC236}">
                      <a16:creationId xmlns:a16="http://schemas.microsoft.com/office/drawing/2014/main" id="{6866B337-4AA1-2D66-D0D2-92A0BF046936}"/>
                    </a:ext>
                  </a:extLst>
                </p14:cNvPr>
                <p14:cNvContentPartPr/>
                <p14:nvPr/>
              </p14:nvContentPartPr>
              <p14:xfrm>
                <a:off x="4000285" y="5920411"/>
                <a:ext cx="415080" cy="318960"/>
              </p14:xfrm>
            </p:contentPart>
          </mc:Choice>
          <mc:Fallback>
            <p:pic>
              <p:nvPicPr>
                <p:cNvPr id="73" name="筆跡 72">
                  <a:extLst>
                    <a:ext uri="{FF2B5EF4-FFF2-40B4-BE49-F238E27FC236}">
                      <a16:creationId xmlns:a16="http://schemas.microsoft.com/office/drawing/2014/main" id="{6866B337-4AA1-2D66-D0D2-92A0BF04693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937285" y="5857771"/>
                  <a:ext cx="54072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74" name="筆跡 73">
                  <a:extLst>
                    <a:ext uri="{FF2B5EF4-FFF2-40B4-BE49-F238E27FC236}">
                      <a16:creationId xmlns:a16="http://schemas.microsoft.com/office/drawing/2014/main" id="{1739F9BC-D803-DBA4-A6B5-5FAF990B19E9}"/>
                    </a:ext>
                  </a:extLst>
                </p14:cNvPr>
                <p14:cNvContentPartPr/>
                <p14:nvPr/>
              </p14:nvContentPartPr>
              <p14:xfrm>
                <a:off x="3999925" y="6214891"/>
                <a:ext cx="306000" cy="51120"/>
              </p14:xfrm>
            </p:contentPart>
          </mc:Choice>
          <mc:Fallback>
            <p:pic>
              <p:nvPicPr>
                <p:cNvPr id="74" name="筆跡 73">
                  <a:extLst>
                    <a:ext uri="{FF2B5EF4-FFF2-40B4-BE49-F238E27FC236}">
                      <a16:creationId xmlns:a16="http://schemas.microsoft.com/office/drawing/2014/main" id="{1739F9BC-D803-DBA4-A6B5-5FAF990B19E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936925" y="6151891"/>
                  <a:ext cx="431640" cy="176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712973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C0A53-CF8F-E744-63A4-13B4CDBA7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AB204C08-50E3-FDB7-7980-9634468EE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grpSp>
        <p:nvGrpSpPr>
          <p:cNvPr id="66" name="群組 65">
            <a:extLst>
              <a:ext uri="{FF2B5EF4-FFF2-40B4-BE49-F238E27FC236}">
                <a16:creationId xmlns:a16="http://schemas.microsoft.com/office/drawing/2014/main" id="{4ACEA542-A26A-89D6-36A5-8194729182E6}"/>
              </a:ext>
            </a:extLst>
          </p:cNvPr>
          <p:cNvGrpSpPr/>
          <p:nvPr/>
        </p:nvGrpSpPr>
        <p:grpSpPr>
          <a:xfrm>
            <a:off x="211376" y="406136"/>
            <a:ext cx="1157400" cy="1404360"/>
            <a:chOff x="211376" y="406136"/>
            <a:chExt cx="1157400" cy="140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4" name="筆跡 43">
                  <a:extLst>
                    <a:ext uri="{FF2B5EF4-FFF2-40B4-BE49-F238E27FC236}">
                      <a16:creationId xmlns:a16="http://schemas.microsoft.com/office/drawing/2014/main" id="{6669B50C-494B-4786-7011-B5820EC5C511}"/>
                    </a:ext>
                  </a:extLst>
                </p14:cNvPr>
                <p14:cNvContentPartPr/>
                <p14:nvPr/>
              </p14:nvContentPartPr>
              <p14:xfrm>
                <a:off x="421976" y="406136"/>
                <a:ext cx="396000" cy="213480"/>
              </p14:xfrm>
            </p:contentPart>
          </mc:Choice>
          <mc:Fallback>
            <p:pic>
              <p:nvPicPr>
                <p:cNvPr id="44" name="筆跡 43">
                  <a:extLst>
                    <a:ext uri="{FF2B5EF4-FFF2-40B4-BE49-F238E27FC236}">
                      <a16:creationId xmlns:a16="http://schemas.microsoft.com/office/drawing/2014/main" id="{6669B50C-494B-4786-7011-B5820EC5C51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85976" y="370136"/>
                  <a:ext cx="46764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5" name="筆跡 44">
                  <a:extLst>
                    <a:ext uri="{FF2B5EF4-FFF2-40B4-BE49-F238E27FC236}">
                      <a16:creationId xmlns:a16="http://schemas.microsoft.com/office/drawing/2014/main" id="{5AECAA78-46BC-E360-7B02-C9EE702BD135}"/>
                    </a:ext>
                  </a:extLst>
                </p14:cNvPr>
                <p14:cNvContentPartPr/>
                <p14:nvPr/>
              </p14:nvContentPartPr>
              <p14:xfrm>
                <a:off x="425216" y="808616"/>
                <a:ext cx="321120" cy="360"/>
              </p14:xfrm>
            </p:contentPart>
          </mc:Choice>
          <mc:Fallback>
            <p:pic>
              <p:nvPicPr>
                <p:cNvPr id="45" name="筆跡 44">
                  <a:extLst>
                    <a:ext uri="{FF2B5EF4-FFF2-40B4-BE49-F238E27FC236}">
                      <a16:creationId xmlns:a16="http://schemas.microsoft.com/office/drawing/2014/main" id="{5AECAA78-46BC-E360-7B02-C9EE702BD13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89576" y="772616"/>
                  <a:ext cx="3927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6" name="筆跡 45">
                  <a:extLst>
                    <a:ext uri="{FF2B5EF4-FFF2-40B4-BE49-F238E27FC236}">
                      <a16:creationId xmlns:a16="http://schemas.microsoft.com/office/drawing/2014/main" id="{6670E1FB-79A5-692B-9827-C7C3B744FCF5}"/>
                    </a:ext>
                  </a:extLst>
                </p14:cNvPr>
                <p14:cNvContentPartPr/>
                <p14:nvPr/>
              </p14:nvContentPartPr>
              <p14:xfrm>
                <a:off x="211376" y="1091576"/>
                <a:ext cx="1157400" cy="360"/>
              </p14:xfrm>
            </p:contentPart>
          </mc:Choice>
          <mc:Fallback>
            <p:pic>
              <p:nvPicPr>
                <p:cNvPr id="46" name="筆跡 45">
                  <a:extLst>
                    <a:ext uri="{FF2B5EF4-FFF2-40B4-BE49-F238E27FC236}">
                      <a16:creationId xmlns:a16="http://schemas.microsoft.com/office/drawing/2014/main" id="{6670E1FB-79A5-692B-9827-C7C3B744FCF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75736" y="1055576"/>
                  <a:ext cx="12290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7" name="筆跡 46">
                  <a:extLst>
                    <a:ext uri="{FF2B5EF4-FFF2-40B4-BE49-F238E27FC236}">
                      <a16:creationId xmlns:a16="http://schemas.microsoft.com/office/drawing/2014/main" id="{2827F4DB-0F2C-BBEE-49CA-715BF848D898}"/>
                    </a:ext>
                  </a:extLst>
                </p14:cNvPr>
                <p14:cNvContentPartPr/>
                <p14:nvPr/>
              </p14:nvContentPartPr>
              <p14:xfrm>
                <a:off x="284816" y="694136"/>
                <a:ext cx="264600" cy="797040"/>
              </p14:xfrm>
            </p:contentPart>
          </mc:Choice>
          <mc:Fallback>
            <p:pic>
              <p:nvPicPr>
                <p:cNvPr id="47" name="筆跡 46">
                  <a:extLst>
                    <a:ext uri="{FF2B5EF4-FFF2-40B4-BE49-F238E27FC236}">
                      <a16:creationId xmlns:a16="http://schemas.microsoft.com/office/drawing/2014/main" id="{2827F4DB-0F2C-BBEE-49CA-715BF848D89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49176" y="658496"/>
                  <a:ext cx="336240" cy="86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50" name="筆跡 49">
                  <a:extLst>
                    <a:ext uri="{FF2B5EF4-FFF2-40B4-BE49-F238E27FC236}">
                      <a16:creationId xmlns:a16="http://schemas.microsoft.com/office/drawing/2014/main" id="{86F5FD92-769F-48FC-5285-43435CB3F766}"/>
                    </a:ext>
                  </a:extLst>
                </p14:cNvPr>
                <p14:cNvContentPartPr/>
                <p14:nvPr/>
              </p14:nvContentPartPr>
              <p14:xfrm>
                <a:off x="471296" y="1487936"/>
                <a:ext cx="360" cy="174960"/>
              </p14:xfrm>
            </p:contentPart>
          </mc:Choice>
          <mc:Fallback>
            <p:pic>
              <p:nvPicPr>
                <p:cNvPr id="50" name="筆跡 49">
                  <a:extLst>
                    <a:ext uri="{FF2B5EF4-FFF2-40B4-BE49-F238E27FC236}">
                      <a16:creationId xmlns:a16="http://schemas.microsoft.com/office/drawing/2014/main" id="{86F5FD92-769F-48FC-5285-43435CB3F76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35296" y="1451936"/>
                  <a:ext cx="720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53" name="筆跡 52">
                  <a:extLst>
                    <a:ext uri="{FF2B5EF4-FFF2-40B4-BE49-F238E27FC236}">
                      <a16:creationId xmlns:a16="http://schemas.microsoft.com/office/drawing/2014/main" id="{E5C8C14A-DCB0-A157-BDD4-7A38050DCF73}"/>
                    </a:ext>
                  </a:extLst>
                </p14:cNvPr>
                <p14:cNvContentPartPr/>
                <p14:nvPr/>
              </p14:nvContentPartPr>
              <p14:xfrm>
                <a:off x="501896" y="1346456"/>
                <a:ext cx="324000" cy="464040"/>
              </p14:xfrm>
            </p:contentPart>
          </mc:Choice>
          <mc:Fallback>
            <p:pic>
              <p:nvPicPr>
                <p:cNvPr id="53" name="筆跡 52">
                  <a:extLst>
                    <a:ext uri="{FF2B5EF4-FFF2-40B4-BE49-F238E27FC236}">
                      <a16:creationId xmlns:a16="http://schemas.microsoft.com/office/drawing/2014/main" id="{E5C8C14A-DCB0-A157-BDD4-7A38050DCF7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66256" y="1310456"/>
                  <a:ext cx="395640" cy="53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56" name="筆跡 55">
                  <a:extLst>
                    <a:ext uri="{FF2B5EF4-FFF2-40B4-BE49-F238E27FC236}">
                      <a16:creationId xmlns:a16="http://schemas.microsoft.com/office/drawing/2014/main" id="{5F614398-73D2-C81F-4721-E2D01AA0AACB}"/>
                    </a:ext>
                  </a:extLst>
                </p14:cNvPr>
                <p14:cNvContentPartPr/>
                <p14:nvPr/>
              </p14:nvContentPartPr>
              <p14:xfrm>
                <a:off x="509816" y="1557776"/>
                <a:ext cx="127800" cy="360"/>
              </p14:xfrm>
            </p:contentPart>
          </mc:Choice>
          <mc:Fallback>
            <p:pic>
              <p:nvPicPr>
                <p:cNvPr id="56" name="筆跡 55">
                  <a:extLst>
                    <a:ext uri="{FF2B5EF4-FFF2-40B4-BE49-F238E27FC236}">
                      <a16:creationId xmlns:a16="http://schemas.microsoft.com/office/drawing/2014/main" id="{5F614398-73D2-C81F-4721-E2D01AA0AAC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74176" y="1522136"/>
                  <a:ext cx="1994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59" name="筆跡 58">
                  <a:extLst>
                    <a:ext uri="{FF2B5EF4-FFF2-40B4-BE49-F238E27FC236}">
                      <a16:creationId xmlns:a16="http://schemas.microsoft.com/office/drawing/2014/main" id="{64BC58AA-17C4-C136-7682-9F905226571B}"/>
                    </a:ext>
                  </a:extLst>
                </p14:cNvPr>
                <p14:cNvContentPartPr/>
                <p14:nvPr/>
              </p14:nvContentPartPr>
              <p14:xfrm>
                <a:off x="548696" y="1704296"/>
                <a:ext cx="96120" cy="2880"/>
              </p14:xfrm>
            </p:contentPart>
          </mc:Choice>
          <mc:Fallback>
            <p:pic>
              <p:nvPicPr>
                <p:cNvPr id="59" name="筆跡 58">
                  <a:extLst>
                    <a:ext uri="{FF2B5EF4-FFF2-40B4-BE49-F238E27FC236}">
                      <a16:creationId xmlns:a16="http://schemas.microsoft.com/office/drawing/2014/main" id="{64BC58AA-17C4-C136-7682-9F905226571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13056" y="1668656"/>
                  <a:ext cx="167760" cy="7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67" name="筆跡 66">
                <a:extLst>
                  <a:ext uri="{FF2B5EF4-FFF2-40B4-BE49-F238E27FC236}">
                    <a16:creationId xmlns:a16="http://schemas.microsoft.com/office/drawing/2014/main" id="{30BA7E1D-63DC-0F94-EEF8-54C9F82078BB}"/>
                  </a:ext>
                </a:extLst>
              </p14:cNvPr>
              <p14:cNvContentPartPr/>
              <p14:nvPr/>
            </p14:nvContentPartPr>
            <p14:xfrm>
              <a:off x="454376" y="1859096"/>
              <a:ext cx="336960" cy="360"/>
            </p14:xfrm>
          </p:contentPart>
        </mc:Choice>
        <mc:Fallback>
          <p:pic>
            <p:nvPicPr>
              <p:cNvPr id="67" name="筆跡 66">
                <a:extLst>
                  <a:ext uri="{FF2B5EF4-FFF2-40B4-BE49-F238E27FC236}">
                    <a16:creationId xmlns:a16="http://schemas.microsoft.com/office/drawing/2014/main" id="{30BA7E1D-63DC-0F94-EEF8-54C9F82078B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18736" y="1823456"/>
                <a:ext cx="4086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68" name="筆跡 67">
                <a:extLst>
                  <a:ext uri="{FF2B5EF4-FFF2-40B4-BE49-F238E27FC236}">
                    <a16:creationId xmlns:a16="http://schemas.microsoft.com/office/drawing/2014/main" id="{2633AEDC-3A2C-5DD7-7572-7D28D369236E}"/>
                  </a:ext>
                </a:extLst>
              </p14:cNvPr>
              <p14:cNvContentPartPr/>
              <p14:nvPr/>
            </p14:nvContentPartPr>
            <p14:xfrm>
              <a:off x="1580456" y="389936"/>
              <a:ext cx="56160" cy="1324800"/>
            </p14:xfrm>
          </p:contentPart>
        </mc:Choice>
        <mc:Fallback>
          <p:pic>
            <p:nvPicPr>
              <p:cNvPr id="68" name="筆跡 67">
                <a:extLst>
                  <a:ext uri="{FF2B5EF4-FFF2-40B4-BE49-F238E27FC236}">
                    <a16:creationId xmlns:a16="http://schemas.microsoft.com/office/drawing/2014/main" id="{2633AEDC-3A2C-5DD7-7572-7D28D369236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544816" y="354296"/>
                <a:ext cx="127800" cy="139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群組 98">
            <a:extLst>
              <a:ext uri="{FF2B5EF4-FFF2-40B4-BE49-F238E27FC236}">
                <a16:creationId xmlns:a16="http://schemas.microsoft.com/office/drawing/2014/main" id="{5EE98496-43C8-6F10-3B98-5687899A1C55}"/>
              </a:ext>
            </a:extLst>
          </p:cNvPr>
          <p:cNvGrpSpPr/>
          <p:nvPr/>
        </p:nvGrpSpPr>
        <p:grpSpPr>
          <a:xfrm>
            <a:off x="1637696" y="404696"/>
            <a:ext cx="664200" cy="1460160"/>
            <a:chOff x="1637696" y="404696"/>
            <a:chExt cx="664200" cy="146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69" name="筆跡 68">
                  <a:extLst>
                    <a:ext uri="{FF2B5EF4-FFF2-40B4-BE49-F238E27FC236}">
                      <a16:creationId xmlns:a16="http://schemas.microsoft.com/office/drawing/2014/main" id="{5B0F387C-E290-CDF0-06E5-E5EF525EB4F1}"/>
                    </a:ext>
                  </a:extLst>
                </p14:cNvPr>
                <p14:cNvContentPartPr/>
                <p14:nvPr/>
              </p14:nvContentPartPr>
              <p14:xfrm>
                <a:off x="1637696" y="404696"/>
                <a:ext cx="664200" cy="1339560"/>
              </p14:xfrm>
            </p:contentPart>
          </mc:Choice>
          <mc:Fallback>
            <p:pic>
              <p:nvPicPr>
                <p:cNvPr id="69" name="筆跡 68">
                  <a:extLst>
                    <a:ext uri="{FF2B5EF4-FFF2-40B4-BE49-F238E27FC236}">
                      <a16:creationId xmlns:a16="http://schemas.microsoft.com/office/drawing/2014/main" id="{5B0F387C-E290-CDF0-06E5-E5EF525EB4F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602056" y="369056"/>
                  <a:ext cx="735840" cy="14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70" name="筆跡 69">
                  <a:extLst>
                    <a:ext uri="{FF2B5EF4-FFF2-40B4-BE49-F238E27FC236}">
                      <a16:creationId xmlns:a16="http://schemas.microsoft.com/office/drawing/2014/main" id="{880521F8-A450-4857-4482-81F1C52FBBF3}"/>
                    </a:ext>
                  </a:extLst>
                </p14:cNvPr>
                <p14:cNvContentPartPr/>
                <p14:nvPr/>
              </p14:nvContentPartPr>
              <p14:xfrm>
                <a:off x="1729496" y="814376"/>
                <a:ext cx="3600" cy="137520"/>
              </p14:xfrm>
            </p:contentPart>
          </mc:Choice>
          <mc:Fallback>
            <p:pic>
              <p:nvPicPr>
                <p:cNvPr id="70" name="筆跡 69">
                  <a:extLst>
                    <a:ext uri="{FF2B5EF4-FFF2-40B4-BE49-F238E27FC236}">
                      <a16:creationId xmlns:a16="http://schemas.microsoft.com/office/drawing/2014/main" id="{880521F8-A450-4857-4482-81F1C52FBBF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693496" y="778736"/>
                  <a:ext cx="752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73" name="筆跡 72">
                  <a:extLst>
                    <a:ext uri="{FF2B5EF4-FFF2-40B4-BE49-F238E27FC236}">
                      <a16:creationId xmlns:a16="http://schemas.microsoft.com/office/drawing/2014/main" id="{C7074146-6F1A-5D68-C3BB-4086D7273509}"/>
                    </a:ext>
                  </a:extLst>
                </p14:cNvPr>
                <p14:cNvContentPartPr/>
                <p14:nvPr/>
              </p14:nvContentPartPr>
              <p14:xfrm>
                <a:off x="1755056" y="801776"/>
                <a:ext cx="268560" cy="184320"/>
              </p14:xfrm>
            </p:contentPart>
          </mc:Choice>
          <mc:Fallback>
            <p:pic>
              <p:nvPicPr>
                <p:cNvPr id="73" name="筆跡 72">
                  <a:extLst>
                    <a:ext uri="{FF2B5EF4-FFF2-40B4-BE49-F238E27FC236}">
                      <a16:creationId xmlns:a16="http://schemas.microsoft.com/office/drawing/2014/main" id="{C7074146-6F1A-5D68-C3BB-4086D727350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719416" y="765776"/>
                  <a:ext cx="3402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76" name="筆跡 75">
                  <a:extLst>
                    <a:ext uri="{FF2B5EF4-FFF2-40B4-BE49-F238E27FC236}">
                      <a16:creationId xmlns:a16="http://schemas.microsoft.com/office/drawing/2014/main" id="{0730C1D8-54D0-CDAA-5F90-F0CD90037945}"/>
                    </a:ext>
                  </a:extLst>
                </p14:cNvPr>
                <p14:cNvContentPartPr/>
                <p14:nvPr/>
              </p14:nvContentPartPr>
              <p14:xfrm>
                <a:off x="1762976" y="1006616"/>
                <a:ext cx="201960" cy="360"/>
              </p14:xfrm>
            </p:contentPart>
          </mc:Choice>
          <mc:Fallback>
            <p:pic>
              <p:nvPicPr>
                <p:cNvPr id="76" name="筆跡 75">
                  <a:extLst>
                    <a:ext uri="{FF2B5EF4-FFF2-40B4-BE49-F238E27FC236}">
                      <a16:creationId xmlns:a16="http://schemas.microsoft.com/office/drawing/2014/main" id="{0730C1D8-54D0-CDAA-5F90-F0CD9003794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726976" y="970976"/>
                  <a:ext cx="2736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79" name="筆跡 78">
                  <a:extLst>
                    <a:ext uri="{FF2B5EF4-FFF2-40B4-BE49-F238E27FC236}">
                      <a16:creationId xmlns:a16="http://schemas.microsoft.com/office/drawing/2014/main" id="{219D067E-BDF2-BF9B-B10D-D4499223620D}"/>
                    </a:ext>
                  </a:extLst>
                </p14:cNvPr>
                <p14:cNvContentPartPr/>
                <p14:nvPr/>
              </p14:nvContentPartPr>
              <p14:xfrm>
                <a:off x="1884656" y="1106336"/>
                <a:ext cx="360" cy="360"/>
              </p14:xfrm>
            </p:contentPart>
          </mc:Choice>
          <mc:Fallback>
            <p:pic>
              <p:nvPicPr>
                <p:cNvPr id="79" name="筆跡 78">
                  <a:extLst>
                    <a:ext uri="{FF2B5EF4-FFF2-40B4-BE49-F238E27FC236}">
                      <a16:creationId xmlns:a16="http://schemas.microsoft.com/office/drawing/2014/main" id="{219D067E-BDF2-BF9B-B10D-D4499223620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848656" y="1070696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82" name="筆跡 81">
                  <a:extLst>
                    <a:ext uri="{FF2B5EF4-FFF2-40B4-BE49-F238E27FC236}">
                      <a16:creationId xmlns:a16="http://schemas.microsoft.com/office/drawing/2014/main" id="{180B80D0-45D5-EA58-2228-A9744C34C9CB}"/>
                    </a:ext>
                  </a:extLst>
                </p14:cNvPr>
                <p14:cNvContentPartPr/>
                <p14:nvPr/>
              </p14:nvContentPartPr>
              <p14:xfrm>
                <a:off x="1716896" y="1188416"/>
                <a:ext cx="397440" cy="360"/>
              </p14:xfrm>
            </p:contentPart>
          </mc:Choice>
          <mc:Fallback>
            <p:pic>
              <p:nvPicPr>
                <p:cNvPr id="82" name="筆跡 81">
                  <a:extLst>
                    <a:ext uri="{FF2B5EF4-FFF2-40B4-BE49-F238E27FC236}">
                      <a16:creationId xmlns:a16="http://schemas.microsoft.com/office/drawing/2014/main" id="{180B80D0-45D5-EA58-2228-A9744C34C9C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680896" y="1152416"/>
                  <a:ext cx="4690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85" name="筆跡 84">
                  <a:extLst>
                    <a:ext uri="{FF2B5EF4-FFF2-40B4-BE49-F238E27FC236}">
                      <a16:creationId xmlns:a16="http://schemas.microsoft.com/office/drawing/2014/main" id="{41BEF3F8-AFD3-EB0B-D1CE-366223061045}"/>
                    </a:ext>
                  </a:extLst>
                </p14:cNvPr>
                <p14:cNvContentPartPr/>
                <p14:nvPr/>
              </p14:nvContentPartPr>
              <p14:xfrm>
                <a:off x="1800056" y="1363376"/>
                <a:ext cx="360" cy="218160"/>
              </p14:xfrm>
            </p:contentPart>
          </mc:Choice>
          <mc:Fallback>
            <p:pic>
              <p:nvPicPr>
                <p:cNvPr id="85" name="筆跡 84">
                  <a:extLst>
                    <a:ext uri="{FF2B5EF4-FFF2-40B4-BE49-F238E27FC236}">
                      <a16:creationId xmlns:a16="http://schemas.microsoft.com/office/drawing/2014/main" id="{41BEF3F8-AFD3-EB0B-D1CE-36622306104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764416" y="1327736"/>
                  <a:ext cx="7200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88" name="筆跡 87">
                  <a:extLst>
                    <a:ext uri="{FF2B5EF4-FFF2-40B4-BE49-F238E27FC236}">
                      <a16:creationId xmlns:a16="http://schemas.microsoft.com/office/drawing/2014/main" id="{67BEF71B-6D42-886E-B239-3D32E42B379C}"/>
                    </a:ext>
                  </a:extLst>
                </p14:cNvPr>
                <p14:cNvContentPartPr/>
                <p14:nvPr/>
              </p14:nvContentPartPr>
              <p14:xfrm>
                <a:off x="1822736" y="1319816"/>
                <a:ext cx="288360" cy="379800"/>
              </p14:xfrm>
            </p:contentPart>
          </mc:Choice>
          <mc:Fallback>
            <p:pic>
              <p:nvPicPr>
                <p:cNvPr id="88" name="筆跡 87">
                  <a:extLst>
                    <a:ext uri="{FF2B5EF4-FFF2-40B4-BE49-F238E27FC236}">
                      <a16:creationId xmlns:a16="http://schemas.microsoft.com/office/drawing/2014/main" id="{67BEF71B-6D42-886E-B239-3D32E42B379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786736" y="1283816"/>
                  <a:ext cx="36000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91" name="筆跡 90">
                  <a:extLst>
                    <a:ext uri="{FF2B5EF4-FFF2-40B4-BE49-F238E27FC236}">
                      <a16:creationId xmlns:a16="http://schemas.microsoft.com/office/drawing/2014/main" id="{BD02C12F-386A-9B03-3842-72485CCADF94}"/>
                    </a:ext>
                  </a:extLst>
                </p14:cNvPr>
                <p14:cNvContentPartPr/>
                <p14:nvPr/>
              </p14:nvContentPartPr>
              <p14:xfrm>
                <a:off x="1908416" y="1420976"/>
                <a:ext cx="73080" cy="129600"/>
              </p14:xfrm>
            </p:contentPart>
          </mc:Choice>
          <mc:Fallback>
            <p:pic>
              <p:nvPicPr>
                <p:cNvPr id="91" name="筆跡 90">
                  <a:extLst>
                    <a:ext uri="{FF2B5EF4-FFF2-40B4-BE49-F238E27FC236}">
                      <a16:creationId xmlns:a16="http://schemas.microsoft.com/office/drawing/2014/main" id="{BD02C12F-386A-9B03-3842-72485CCADF9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872776" y="1384976"/>
                  <a:ext cx="1447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94" name="筆跡 93">
                  <a:extLst>
                    <a:ext uri="{FF2B5EF4-FFF2-40B4-BE49-F238E27FC236}">
                      <a16:creationId xmlns:a16="http://schemas.microsoft.com/office/drawing/2014/main" id="{CD109B21-C8F6-177F-FA87-DDB6F8F132AB}"/>
                    </a:ext>
                  </a:extLst>
                </p14:cNvPr>
                <p14:cNvContentPartPr/>
                <p14:nvPr/>
              </p14:nvContentPartPr>
              <p14:xfrm>
                <a:off x="1865936" y="1664336"/>
                <a:ext cx="168840" cy="2160"/>
              </p14:xfrm>
            </p:contentPart>
          </mc:Choice>
          <mc:Fallback>
            <p:pic>
              <p:nvPicPr>
                <p:cNvPr id="94" name="筆跡 93">
                  <a:extLst>
                    <a:ext uri="{FF2B5EF4-FFF2-40B4-BE49-F238E27FC236}">
                      <a16:creationId xmlns:a16="http://schemas.microsoft.com/office/drawing/2014/main" id="{CD109B21-C8F6-177F-FA87-DDB6F8F132A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829936" y="1628696"/>
                  <a:ext cx="2404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97" name="筆跡 96">
                  <a:extLst>
                    <a:ext uri="{FF2B5EF4-FFF2-40B4-BE49-F238E27FC236}">
                      <a16:creationId xmlns:a16="http://schemas.microsoft.com/office/drawing/2014/main" id="{5886EE5B-6BFD-4B9F-D276-9C79731D536C}"/>
                    </a:ext>
                  </a:extLst>
                </p14:cNvPr>
                <p14:cNvContentPartPr/>
                <p14:nvPr/>
              </p14:nvContentPartPr>
              <p14:xfrm>
                <a:off x="1644896" y="1815896"/>
                <a:ext cx="634320" cy="48960"/>
              </p14:xfrm>
            </p:contentPart>
          </mc:Choice>
          <mc:Fallback>
            <p:pic>
              <p:nvPicPr>
                <p:cNvPr id="97" name="筆跡 96">
                  <a:extLst>
                    <a:ext uri="{FF2B5EF4-FFF2-40B4-BE49-F238E27FC236}">
                      <a16:creationId xmlns:a16="http://schemas.microsoft.com/office/drawing/2014/main" id="{5886EE5B-6BFD-4B9F-D276-9C79731D536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608896" y="1780256"/>
                  <a:ext cx="705960" cy="12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群組 111">
            <a:extLst>
              <a:ext uri="{FF2B5EF4-FFF2-40B4-BE49-F238E27FC236}">
                <a16:creationId xmlns:a16="http://schemas.microsoft.com/office/drawing/2014/main" id="{99653D66-4892-DB50-14B2-E8DFA0C59857}"/>
              </a:ext>
            </a:extLst>
          </p:cNvPr>
          <p:cNvGrpSpPr/>
          <p:nvPr/>
        </p:nvGrpSpPr>
        <p:grpSpPr>
          <a:xfrm>
            <a:off x="247736" y="3020816"/>
            <a:ext cx="1104120" cy="758520"/>
            <a:chOff x="247736" y="3020816"/>
            <a:chExt cx="1104120" cy="75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100" name="筆跡 99">
                  <a:extLst>
                    <a:ext uri="{FF2B5EF4-FFF2-40B4-BE49-F238E27FC236}">
                      <a16:creationId xmlns:a16="http://schemas.microsoft.com/office/drawing/2014/main" id="{16653EFC-5CD0-5B50-2E22-0797EBBDC9B2}"/>
                    </a:ext>
                  </a:extLst>
                </p14:cNvPr>
                <p14:cNvContentPartPr/>
                <p14:nvPr/>
              </p14:nvContentPartPr>
              <p14:xfrm>
                <a:off x="247736" y="3259496"/>
                <a:ext cx="389160" cy="16200"/>
              </p14:xfrm>
            </p:contentPart>
          </mc:Choice>
          <mc:Fallback>
            <p:pic>
              <p:nvPicPr>
                <p:cNvPr id="100" name="筆跡 99">
                  <a:extLst>
                    <a:ext uri="{FF2B5EF4-FFF2-40B4-BE49-F238E27FC236}">
                      <a16:creationId xmlns:a16="http://schemas.microsoft.com/office/drawing/2014/main" id="{16653EFC-5CD0-5B50-2E22-0797EBBDC9B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12096" y="3223496"/>
                  <a:ext cx="4608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101" name="筆跡 100">
                  <a:extLst>
                    <a:ext uri="{FF2B5EF4-FFF2-40B4-BE49-F238E27FC236}">
                      <a16:creationId xmlns:a16="http://schemas.microsoft.com/office/drawing/2014/main" id="{47B4CF99-2DBD-4C02-0633-820555425238}"/>
                    </a:ext>
                  </a:extLst>
                </p14:cNvPr>
                <p14:cNvContentPartPr/>
                <p14:nvPr/>
              </p14:nvContentPartPr>
              <p14:xfrm>
                <a:off x="446096" y="3020816"/>
                <a:ext cx="165960" cy="696960"/>
              </p14:xfrm>
            </p:contentPart>
          </mc:Choice>
          <mc:Fallback>
            <p:pic>
              <p:nvPicPr>
                <p:cNvPr id="101" name="筆跡 100">
                  <a:extLst>
                    <a:ext uri="{FF2B5EF4-FFF2-40B4-BE49-F238E27FC236}">
                      <a16:creationId xmlns:a16="http://schemas.microsoft.com/office/drawing/2014/main" id="{47B4CF99-2DBD-4C02-0633-82055542523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10456" y="2984816"/>
                  <a:ext cx="237600" cy="76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104" name="筆跡 103">
                  <a:extLst>
                    <a:ext uri="{FF2B5EF4-FFF2-40B4-BE49-F238E27FC236}">
                      <a16:creationId xmlns:a16="http://schemas.microsoft.com/office/drawing/2014/main" id="{6DC512F4-0555-2C99-7758-4F2DDA3AE462}"/>
                    </a:ext>
                  </a:extLst>
                </p14:cNvPr>
                <p14:cNvContentPartPr/>
                <p14:nvPr/>
              </p14:nvContentPartPr>
              <p14:xfrm>
                <a:off x="722936" y="3372176"/>
                <a:ext cx="228600" cy="407160"/>
              </p14:xfrm>
            </p:contentPart>
          </mc:Choice>
          <mc:Fallback>
            <p:pic>
              <p:nvPicPr>
                <p:cNvPr id="104" name="筆跡 103">
                  <a:extLst>
                    <a:ext uri="{FF2B5EF4-FFF2-40B4-BE49-F238E27FC236}">
                      <a16:creationId xmlns:a16="http://schemas.microsoft.com/office/drawing/2014/main" id="{6DC512F4-0555-2C99-7758-4F2DDA3AE46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87296" y="3336176"/>
                  <a:ext cx="300240" cy="4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107" name="筆跡 106">
                  <a:extLst>
                    <a:ext uri="{FF2B5EF4-FFF2-40B4-BE49-F238E27FC236}">
                      <a16:creationId xmlns:a16="http://schemas.microsoft.com/office/drawing/2014/main" id="{C123BDAD-94C9-32B1-FD0D-1F2BD49ABD57}"/>
                    </a:ext>
                  </a:extLst>
                </p14:cNvPr>
                <p14:cNvContentPartPr/>
                <p14:nvPr/>
              </p14:nvContentPartPr>
              <p14:xfrm>
                <a:off x="1131536" y="3058616"/>
                <a:ext cx="2160" cy="660600"/>
              </p14:xfrm>
            </p:contentPart>
          </mc:Choice>
          <mc:Fallback>
            <p:pic>
              <p:nvPicPr>
                <p:cNvPr id="107" name="筆跡 106">
                  <a:extLst>
                    <a:ext uri="{FF2B5EF4-FFF2-40B4-BE49-F238E27FC236}">
                      <a16:creationId xmlns:a16="http://schemas.microsoft.com/office/drawing/2014/main" id="{C123BDAD-94C9-32B1-FD0D-1F2BD49ABD5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95896" y="3022976"/>
                  <a:ext cx="73800" cy="73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110" name="筆跡 109">
                  <a:extLst>
                    <a:ext uri="{FF2B5EF4-FFF2-40B4-BE49-F238E27FC236}">
                      <a16:creationId xmlns:a16="http://schemas.microsoft.com/office/drawing/2014/main" id="{449779D7-15A1-B0EC-6E44-889E3F383F8C}"/>
                    </a:ext>
                  </a:extLst>
                </p14:cNvPr>
                <p14:cNvContentPartPr/>
                <p14:nvPr/>
              </p14:nvContentPartPr>
              <p14:xfrm>
                <a:off x="1348256" y="3037016"/>
                <a:ext cx="3600" cy="649440"/>
              </p14:xfrm>
            </p:contentPart>
          </mc:Choice>
          <mc:Fallback>
            <p:pic>
              <p:nvPicPr>
                <p:cNvPr id="110" name="筆跡 109">
                  <a:extLst>
                    <a:ext uri="{FF2B5EF4-FFF2-40B4-BE49-F238E27FC236}">
                      <a16:creationId xmlns:a16="http://schemas.microsoft.com/office/drawing/2014/main" id="{449779D7-15A1-B0EC-6E44-889E3F383F8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312616" y="3001016"/>
                  <a:ext cx="75240" cy="721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118" name="筆跡 117">
                <a:extLst>
                  <a:ext uri="{FF2B5EF4-FFF2-40B4-BE49-F238E27FC236}">
                    <a16:creationId xmlns:a16="http://schemas.microsoft.com/office/drawing/2014/main" id="{8B47254F-7BEE-3F41-3C51-C6B3CAD063B9}"/>
                  </a:ext>
                </a:extLst>
              </p14:cNvPr>
              <p14:cNvContentPartPr/>
              <p14:nvPr/>
            </p14:nvContentPartPr>
            <p14:xfrm>
              <a:off x="1939016" y="3463616"/>
              <a:ext cx="396720" cy="363960"/>
            </p14:xfrm>
          </p:contentPart>
        </mc:Choice>
        <mc:Fallback>
          <p:pic>
            <p:nvPicPr>
              <p:cNvPr id="118" name="筆跡 117">
                <a:extLst>
                  <a:ext uri="{FF2B5EF4-FFF2-40B4-BE49-F238E27FC236}">
                    <a16:creationId xmlns:a16="http://schemas.microsoft.com/office/drawing/2014/main" id="{8B47254F-7BEE-3F41-3C51-C6B3CAD063B9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903016" y="3427616"/>
                <a:ext cx="468360" cy="43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群組 126">
            <a:extLst>
              <a:ext uri="{FF2B5EF4-FFF2-40B4-BE49-F238E27FC236}">
                <a16:creationId xmlns:a16="http://schemas.microsoft.com/office/drawing/2014/main" id="{97A1CB17-7F1C-F2FC-E1B7-5F17DE5EFFF4}"/>
              </a:ext>
            </a:extLst>
          </p:cNvPr>
          <p:cNvGrpSpPr/>
          <p:nvPr/>
        </p:nvGrpSpPr>
        <p:grpSpPr>
          <a:xfrm>
            <a:off x="2747216" y="2913176"/>
            <a:ext cx="670320" cy="1076400"/>
            <a:chOff x="2747216" y="2913176"/>
            <a:chExt cx="670320" cy="107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20" name="筆跡 119">
                  <a:extLst>
                    <a:ext uri="{FF2B5EF4-FFF2-40B4-BE49-F238E27FC236}">
                      <a16:creationId xmlns:a16="http://schemas.microsoft.com/office/drawing/2014/main" id="{244A430A-6E70-931F-BB7A-74A93D35E889}"/>
                    </a:ext>
                  </a:extLst>
                </p14:cNvPr>
                <p14:cNvContentPartPr/>
                <p14:nvPr/>
              </p14:nvContentPartPr>
              <p14:xfrm>
                <a:off x="2747216" y="3480536"/>
                <a:ext cx="276120" cy="417240"/>
              </p14:xfrm>
            </p:contentPart>
          </mc:Choice>
          <mc:Fallback>
            <p:pic>
              <p:nvPicPr>
                <p:cNvPr id="120" name="筆跡 119">
                  <a:extLst>
                    <a:ext uri="{FF2B5EF4-FFF2-40B4-BE49-F238E27FC236}">
                      <a16:creationId xmlns:a16="http://schemas.microsoft.com/office/drawing/2014/main" id="{244A430A-6E70-931F-BB7A-74A93D35E88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711216" y="3444536"/>
                  <a:ext cx="34776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21" name="筆跡 120">
                  <a:extLst>
                    <a:ext uri="{FF2B5EF4-FFF2-40B4-BE49-F238E27FC236}">
                      <a16:creationId xmlns:a16="http://schemas.microsoft.com/office/drawing/2014/main" id="{66B5EA77-AD89-B4E0-353A-93CEA548A67A}"/>
                    </a:ext>
                  </a:extLst>
                </p14:cNvPr>
                <p14:cNvContentPartPr/>
                <p14:nvPr/>
              </p14:nvContentPartPr>
              <p14:xfrm>
                <a:off x="3128816" y="3443096"/>
                <a:ext cx="252000" cy="8640"/>
              </p14:xfrm>
            </p:contentPart>
          </mc:Choice>
          <mc:Fallback>
            <p:pic>
              <p:nvPicPr>
                <p:cNvPr id="121" name="筆跡 120">
                  <a:extLst>
                    <a:ext uri="{FF2B5EF4-FFF2-40B4-BE49-F238E27FC236}">
                      <a16:creationId xmlns:a16="http://schemas.microsoft.com/office/drawing/2014/main" id="{66B5EA77-AD89-B4E0-353A-93CEA548A67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092816" y="3407096"/>
                  <a:ext cx="3236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25" name="筆跡 124">
                  <a:extLst>
                    <a:ext uri="{FF2B5EF4-FFF2-40B4-BE49-F238E27FC236}">
                      <a16:creationId xmlns:a16="http://schemas.microsoft.com/office/drawing/2014/main" id="{72C87134-4DD9-2956-CD6B-D895BF052EA3}"/>
                    </a:ext>
                  </a:extLst>
                </p14:cNvPr>
                <p14:cNvContentPartPr/>
                <p14:nvPr/>
              </p14:nvContentPartPr>
              <p14:xfrm>
                <a:off x="3257336" y="2913176"/>
                <a:ext cx="160200" cy="1076400"/>
              </p14:xfrm>
            </p:contentPart>
          </mc:Choice>
          <mc:Fallback>
            <p:pic>
              <p:nvPicPr>
                <p:cNvPr id="125" name="筆跡 124">
                  <a:extLst>
                    <a:ext uri="{FF2B5EF4-FFF2-40B4-BE49-F238E27FC236}">
                      <a16:creationId xmlns:a16="http://schemas.microsoft.com/office/drawing/2014/main" id="{72C87134-4DD9-2956-CD6B-D895BF052EA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221696" y="2877536"/>
                  <a:ext cx="231840" cy="114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130" name="筆跡 129">
                <a:extLst>
                  <a:ext uri="{FF2B5EF4-FFF2-40B4-BE49-F238E27FC236}">
                    <a16:creationId xmlns:a16="http://schemas.microsoft.com/office/drawing/2014/main" id="{BCEF6685-4EC6-7E74-27AE-55DCFB74ABAF}"/>
                  </a:ext>
                </a:extLst>
              </p14:cNvPr>
              <p14:cNvContentPartPr/>
              <p14:nvPr/>
            </p14:nvContentPartPr>
            <p14:xfrm>
              <a:off x="3530936" y="3558656"/>
              <a:ext cx="225000" cy="438120"/>
            </p14:xfrm>
          </p:contentPart>
        </mc:Choice>
        <mc:Fallback>
          <p:pic>
            <p:nvPicPr>
              <p:cNvPr id="130" name="筆跡 129">
                <a:extLst>
                  <a:ext uri="{FF2B5EF4-FFF2-40B4-BE49-F238E27FC236}">
                    <a16:creationId xmlns:a16="http://schemas.microsoft.com/office/drawing/2014/main" id="{BCEF6685-4EC6-7E74-27AE-55DCFB74ABAF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3495296" y="3522656"/>
                <a:ext cx="296640" cy="50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群組 136">
            <a:extLst>
              <a:ext uri="{FF2B5EF4-FFF2-40B4-BE49-F238E27FC236}">
                <a16:creationId xmlns:a16="http://schemas.microsoft.com/office/drawing/2014/main" id="{A64FCEA8-DF0D-34D1-F099-63EC19078E38}"/>
              </a:ext>
            </a:extLst>
          </p:cNvPr>
          <p:cNvGrpSpPr/>
          <p:nvPr/>
        </p:nvGrpSpPr>
        <p:grpSpPr>
          <a:xfrm>
            <a:off x="3961136" y="3532376"/>
            <a:ext cx="657360" cy="752400"/>
            <a:chOff x="3961136" y="3532376"/>
            <a:chExt cx="657360" cy="75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31" name="筆跡 130">
                  <a:extLst>
                    <a:ext uri="{FF2B5EF4-FFF2-40B4-BE49-F238E27FC236}">
                      <a16:creationId xmlns:a16="http://schemas.microsoft.com/office/drawing/2014/main" id="{B4C850F2-0B0E-F2D4-2765-6F60B6D21C74}"/>
                    </a:ext>
                  </a:extLst>
                </p14:cNvPr>
                <p14:cNvContentPartPr/>
                <p14:nvPr/>
              </p14:nvContentPartPr>
              <p14:xfrm>
                <a:off x="3961136" y="3562256"/>
                <a:ext cx="217440" cy="393120"/>
              </p14:xfrm>
            </p:contentPart>
          </mc:Choice>
          <mc:Fallback>
            <p:pic>
              <p:nvPicPr>
                <p:cNvPr id="131" name="筆跡 130">
                  <a:extLst>
                    <a:ext uri="{FF2B5EF4-FFF2-40B4-BE49-F238E27FC236}">
                      <a16:creationId xmlns:a16="http://schemas.microsoft.com/office/drawing/2014/main" id="{B4C850F2-0B0E-F2D4-2765-6F60B6D21C7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925496" y="3526616"/>
                  <a:ext cx="28908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32" name="筆跡 131">
                  <a:extLst>
                    <a:ext uri="{FF2B5EF4-FFF2-40B4-BE49-F238E27FC236}">
                      <a16:creationId xmlns:a16="http://schemas.microsoft.com/office/drawing/2014/main" id="{6912B8B3-2B0E-CC2C-EB6E-8871CEA81018}"/>
                    </a:ext>
                  </a:extLst>
                </p14:cNvPr>
                <p14:cNvContentPartPr/>
                <p14:nvPr/>
              </p14:nvContentPartPr>
              <p14:xfrm>
                <a:off x="4361816" y="3564056"/>
                <a:ext cx="125640" cy="374400"/>
              </p14:xfrm>
            </p:contentPart>
          </mc:Choice>
          <mc:Fallback>
            <p:pic>
              <p:nvPicPr>
                <p:cNvPr id="132" name="筆跡 131">
                  <a:extLst>
                    <a:ext uri="{FF2B5EF4-FFF2-40B4-BE49-F238E27FC236}">
                      <a16:creationId xmlns:a16="http://schemas.microsoft.com/office/drawing/2014/main" id="{6912B8B3-2B0E-CC2C-EB6E-8871CEA8101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325816" y="3528056"/>
                  <a:ext cx="19728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35" name="筆跡 134">
                  <a:extLst>
                    <a:ext uri="{FF2B5EF4-FFF2-40B4-BE49-F238E27FC236}">
                      <a16:creationId xmlns:a16="http://schemas.microsoft.com/office/drawing/2014/main" id="{59D8EA4D-E64D-A43B-7BFC-6D669A339F76}"/>
                    </a:ext>
                  </a:extLst>
                </p14:cNvPr>
                <p14:cNvContentPartPr/>
                <p14:nvPr/>
              </p14:nvContentPartPr>
              <p14:xfrm>
                <a:off x="4135736" y="3532376"/>
                <a:ext cx="482760" cy="752400"/>
              </p14:xfrm>
            </p:contentPart>
          </mc:Choice>
          <mc:Fallback>
            <p:pic>
              <p:nvPicPr>
                <p:cNvPr id="135" name="筆跡 134">
                  <a:extLst>
                    <a:ext uri="{FF2B5EF4-FFF2-40B4-BE49-F238E27FC236}">
                      <a16:creationId xmlns:a16="http://schemas.microsoft.com/office/drawing/2014/main" id="{59D8EA4D-E64D-A43B-7BFC-6D669A339F7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100096" y="3496736"/>
                  <a:ext cx="554400" cy="82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群組 149">
            <a:extLst>
              <a:ext uri="{FF2B5EF4-FFF2-40B4-BE49-F238E27FC236}">
                <a16:creationId xmlns:a16="http://schemas.microsoft.com/office/drawing/2014/main" id="{0D477715-6AAC-E755-3B7F-A018F1E07DD9}"/>
              </a:ext>
            </a:extLst>
          </p:cNvPr>
          <p:cNvGrpSpPr/>
          <p:nvPr/>
        </p:nvGrpSpPr>
        <p:grpSpPr>
          <a:xfrm>
            <a:off x="464788" y="5226928"/>
            <a:ext cx="666360" cy="653760"/>
            <a:chOff x="464788" y="5226928"/>
            <a:chExt cx="666360" cy="65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38" name="筆跡 137">
                  <a:extLst>
                    <a:ext uri="{FF2B5EF4-FFF2-40B4-BE49-F238E27FC236}">
                      <a16:creationId xmlns:a16="http://schemas.microsoft.com/office/drawing/2014/main" id="{6542C300-F13F-651B-2CBA-B350EE4B06EE}"/>
                    </a:ext>
                  </a:extLst>
                </p14:cNvPr>
                <p14:cNvContentPartPr/>
                <p14:nvPr/>
              </p14:nvContentPartPr>
              <p14:xfrm>
                <a:off x="464788" y="5228008"/>
                <a:ext cx="12600" cy="609480"/>
              </p14:xfrm>
            </p:contentPart>
          </mc:Choice>
          <mc:Fallback>
            <p:pic>
              <p:nvPicPr>
                <p:cNvPr id="138" name="筆跡 137">
                  <a:extLst>
                    <a:ext uri="{FF2B5EF4-FFF2-40B4-BE49-F238E27FC236}">
                      <a16:creationId xmlns:a16="http://schemas.microsoft.com/office/drawing/2014/main" id="{6542C300-F13F-651B-2CBA-B350EE4B06E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29148" y="5192368"/>
                  <a:ext cx="84240" cy="68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39" name="筆跡 138">
                  <a:extLst>
                    <a:ext uri="{FF2B5EF4-FFF2-40B4-BE49-F238E27FC236}">
                      <a16:creationId xmlns:a16="http://schemas.microsoft.com/office/drawing/2014/main" id="{CCB0BF9C-B962-1BA5-8342-F3712E947703}"/>
                    </a:ext>
                  </a:extLst>
                </p14:cNvPr>
                <p14:cNvContentPartPr/>
                <p14:nvPr/>
              </p14:nvContentPartPr>
              <p14:xfrm>
                <a:off x="477028" y="5226928"/>
                <a:ext cx="654120" cy="652680"/>
              </p14:xfrm>
            </p:contentPart>
          </mc:Choice>
          <mc:Fallback>
            <p:pic>
              <p:nvPicPr>
                <p:cNvPr id="139" name="筆跡 138">
                  <a:extLst>
                    <a:ext uri="{FF2B5EF4-FFF2-40B4-BE49-F238E27FC236}">
                      <a16:creationId xmlns:a16="http://schemas.microsoft.com/office/drawing/2014/main" id="{CCB0BF9C-B962-1BA5-8342-F3712E94770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41028" y="5190928"/>
                  <a:ext cx="725760" cy="72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42" name="筆跡 141">
                  <a:extLst>
                    <a:ext uri="{FF2B5EF4-FFF2-40B4-BE49-F238E27FC236}">
                      <a16:creationId xmlns:a16="http://schemas.microsoft.com/office/drawing/2014/main" id="{0F850397-06A1-39B7-8FC5-FB5A858D80FA}"/>
                    </a:ext>
                  </a:extLst>
                </p14:cNvPr>
                <p14:cNvContentPartPr/>
                <p14:nvPr/>
              </p14:nvContentPartPr>
              <p14:xfrm>
                <a:off x="543268" y="5436808"/>
                <a:ext cx="79560" cy="167040"/>
              </p14:xfrm>
            </p:contentPart>
          </mc:Choice>
          <mc:Fallback>
            <p:pic>
              <p:nvPicPr>
                <p:cNvPr id="142" name="筆跡 141">
                  <a:extLst>
                    <a:ext uri="{FF2B5EF4-FFF2-40B4-BE49-F238E27FC236}">
                      <a16:creationId xmlns:a16="http://schemas.microsoft.com/office/drawing/2014/main" id="{0F850397-06A1-39B7-8FC5-FB5A858D80F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07268" y="5400808"/>
                  <a:ext cx="1512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45" name="筆跡 144">
                  <a:extLst>
                    <a:ext uri="{FF2B5EF4-FFF2-40B4-BE49-F238E27FC236}">
                      <a16:creationId xmlns:a16="http://schemas.microsoft.com/office/drawing/2014/main" id="{629D430B-3147-79A0-9D55-C93C86C4B871}"/>
                    </a:ext>
                  </a:extLst>
                </p14:cNvPr>
                <p14:cNvContentPartPr/>
                <p14:nvPr/>
              </p14:nvContentPartPr>
              <p14:xfrm>
                <a:off x="800668" y="5447608"/>
                <a:ext cx="205200" cy="163800"/>
              </p14:xfrm>
            </p:contentPart>
          </mc:Choice>
          <mc:Fallback>
            <p:pic>
              <p:nvPicPr>
                <p:cNvPr id="145" name="筆跡 144">
                  <a:extLst>
                    <a:ext uri="{FF2B5EF4-FFF2-40B4-BE49-F238E27FC236}">
                      <a16:creationId xmlns:a16="http://schemas.microsoft.com/office/drawing/2014/main" id="{629D430B-3147-79A0-9D55-C93C86C4B87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64668" y="5411608"/>
                  <a:ext cx="27684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48" name="筆跡 147">
                  <a:extLst>
                    <a:ext uri="{FF2B5EF4-FFF2-40B4-BE49-F238E27FC236}">
                      <a16:creationId xmlns:a16="http://schemas.microsoft.com/office/drawing/2014/main" id="{D6FAF230-75DF-EC00-B4E6-AD6F0647039F}"/>
                    </a:ext>
                  </a:extLst>
                </p14:cNvPr>
                <p14:cNvContentPartPr/>
                <p14:nvPr/>
              </p14:nvContentPartPr>
              <p14:xfrm>
                <a:off x="528868" y="5880328"/>
                <a:ext cx="442800" cy="360"/>
              </p14:xfrm>
            </p:contentPart>
          </mc:Choice>
          <mc:Fallback>
            <p:pic>
              <p:nvPicPr>
                <p:cNvPr id="148" name="筆跡 147">
                  <a:extLst>
                    <a:ext uri="{FF2B5EF4-FFF2-40B4-BE49-F238E27FC236}">
                      <a16:creationId xmlns:a16="http://schemas.microsoft.com/office/drawing/2014/main" id="{D6FAF230-75DF-EC00-B4E6-AD6F0647039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93228" y="5844688"/>
                  <a:ext cx="51444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群組 177">
            <a:extLst>
              <a:ext uri="{FF2B5EF4-FFF2-40B4-BE49-F238E27FC236}">
                <a16:creationId xmlns:a16="http://schemas.microsoft.com/office/drawing/2014/main" id="{6A95EC6E-0ADB-8F8B-CA6E-8498D8662390}"/>
              </a:ext>
            </a:extLst>
          </p:cNvPr>
          <p:cNvGrpSpPr/>
          <p:nvPr/>
        </p:nvGrpSpPr>
        <p:grpSpPr>
          <a:xfrm>
            <a:off x="1514908" y="5173288"/>
            <a:ext cx="852840" cy="760320"/>
            <a:chOff x="1514908" y="5173288"/>
            <a:chExt cx="852840" cy="76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51" name="筆跡 150">
                  <a:extLst>
                    <a:ext uri="{FF2B5EF4-FFF2-40B4-BE49-F238E27FC236}">
                      <a16:creationId xmlns:a16="http://schemas.microsoft.com/office/drawing/2014/main" id="{F195F945-CBBF-97D4-ECFB-EC3A363912E8}"/>
                    </a:ext>
                  </a:extLst>
                </p14:cNvPr>
                <p14:cNvContentPartPr/>
                <p14:nvPr/>
              </p14:nvContentPartPr>
              <p14:xfrm>
                <a:off x="1514908" y="5173288"/>
                <a:ext cx="248400" cy="433800"/>
              </p14:xfrm>
            </p:contentPart>
          </mc:Choice>
          <mc:Fallback>
            <p:pic>
              <p:nvPicPr>
                <p:cNvPr id="151" name="筆跡 150">
                  <a:extLst>
                    <a:ext uri="{FF2B5EF4-FFF2-40B4-BE49-F238E27FC236}">
                      <a16:creationId xmlns:a16="http://schemas.microsoft.com/office/drawing/2014/main" id="{F195F945-CBBF-97D4-ECFB-EC3A363912E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479268" y="5137648"/>
                  <a:ext cx="32004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52" name="筆跡 151">
                  <a:extLst>
                    <a:ext uri="{FF2B5EF4-FFF2-40B4-BE49-F238E27FC236}">
                      <a16:creationId xmlns:a16="http://schemas.microsoft.com/office/drawing/2014/main" id="{108F97AC-5F7E-3225-42A8-A602C3E1C3A1}"/>
                    </a:ext>
                  </a:extLst>
                </p14:cNvPr>
                <p14:cNvContentPartPr/>
                <p14:nvPr/>
              </p14:nvContentPartPr>
              <p14:xfrm>
                <a:off x="1695988" y="5509888"/>
                <a:ext cx="2880" cy="244080"/>
              </p14:xfrm>
            </p:contentPart>
          </mc:Choice>
          <mc:Fallback>
            <p:pic>
              <p:nvPicPr>
                <p:cNvPr id="152" name="筆跡 151">
                  <a:extLst>
                    <a:ext uri="{FF2B5EF4-FFF2-40B4-BE49-F238E27FC236}">
                      <a16:creationId xmlns:a16="http://schemas.microsoft.com/office/drawing/2014/main" id="{108F97AC-5F7E-3225-42A8-A602C3E1C3A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659988" y="5474248"/>
                  <a:ext cx="7452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55" name="筆跡 154">
                  <a:extLst>
                    <a:ext uri="{FF2B5EF4-FFF2-40B4-BE49-F238E27FC236}">
                      <a16:creationId xmlns:a16="http://schemas.microsoft.com/office/drawing/2014/main" id="{F27E355D-76D6-4B89-4D7F-276C85999EAB}"/>
                    </a:ext>
                  </a:extLst>
                </p14:cNvPr>
                <p14:cNvContentPartPr/>
                <p14:nvPr/>
              </p14:nvContentPartPr>
              <p14:xfrm>
                <a:off x="1898308" y="5255008"/>
                <a:ext cx="35640" cy="509400"/>
              </p14:xfrm>
            </p:contentPart>
          </mc:Choice>
          <mc:Fallback>
            <p:pic>
              <p:nvPicPr>
                <p:cNvPr id="155" name="筆跡 154">
                  <a:extLst>
                    <a:ext uri="{FF2B5EF4-FFF2-40B4-BE49-F238E27FC236}">
                      <a16:creationId xmlns:a16="http://schemas.microsoft.com/office/drawing/2014/main" id="{F27E355D-76D6-4B89-4D7F-276C85999EA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862668" y="5219368"/>
                  <a:ext cx="107280" cy="58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58" name="筆跡 157">
                  <a:extLst>
                    <a:ext uri="{FF2B5EF4-FFF2-40B4-BE49-F238E27FC236}">
                      <a16:creationId xmlns:a16="http://schemas.microsoft.com/office/drawing/2014/main" id="{923578C9-BF1C-1C0E-14D3-1854BD83ADF7}"/>
                    </a:ext>
                  </a:extLst>
                </p14:cNvPr>
                <p14:cNvContentPartPr/>
                <p14:nvPr/>
              </p14:nvContentPartPr>
              <p14:xfrm>
                <a:off x="1942948" y="5208208"/>
                <a:ext cx="424800" cy="582120"/>
              </p14:xfrm>
            </p:contentPart>
          </mc:Choice>
          <mc:Fallback>
            <p:pic>
              <p:nvPicPr>
                <p:cNvPr id="158" name="筆跡 157">
                  <a:extLst>
                    <a:ext uri="{FF2B5EF4-FFF2-40B4-BE49-F238E27FC236}">
                      <a16:creationId xmlns:a16="http://schemas.microsoft.com/office/drawing/2014/main" id="{923578C9-BF1C-1C0E-14D3-1854BD83ADF7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906948" y="5172208"/>
                  <a:ext cx="496440" cy="65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61" name="筆跡 160">
                  <a:extLst>
                    <a:ext uri="{FF2B5EF4-FFF2-40B4-BE49-F238E27FC236}">
                      <a16:creationId xmlns:a16="http://schemas.microsoft.com/office/drawing/2014/main" id="{3459514F-41DB-83BB-50C5-4D310F2C8979}"/>
                    </a:ext>
                  </a:extLst>
                </p14:cNvPr>
                <p14:cNvContentPartPr/>
                <p14:nvPr/>
              </p14:nvContentPartPr>
              <p14:xfrm>
                <a:off x="2007748" y="5479288"/>
                <a:ext cx="160920" cy="9720"/>
              </p14:xfrm>
            </p:contentPart>
          </mc:Choice>
          <mc:Fallback>
            <p:pic>
              <p:nvPicPr>
                <p:cNvPr id="161" name="筆跡 160">
                  <a:extLst>
                    <a:ext uri="{FF2B5EF4-FFF2-40B4-BE49-F238E27FC236}">
                      <a16:creationId xmlns:a16="http://schemas.microsoft.com/office/drawing/2014/main" id="{3459514F-41DB-83BB-50C5-4D310F2C897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971748" y="5443648"/>
                  <a:ext cx="2325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64" name="筆跡 163">
                  <a:extLst>
                    <a:ext uri="{FF2B5EF4-FFF2-40B4-BE49-F238E27FC236}">
                      <a16:creationId xmlns:a16="http://schemas.microsoft.com/office/drawing/2014/main" id="{1B17358F-B063-962D-2B51-CCBC81AF0BFC}"/>
                    </a:ext>
                  </a:extLst>
                </p14:cNvPr>
                <p14:cNvContentPartPr/>
                <p14:nvPr/>
              </p14:nvContentPartPr>
              <p14:xfrm>
                <a:off x="2110708" y="5383888"/>
                <a:ext cx="360" cy="168120"/>
              </p14:xfrm>
            </p:contentPart>
          </mc:Choice>
          <mc:Fallback>
            <p:pic>
              <p:nvPicPr>
                <p:cNvPr id="164" name="筆跡 163">
                  <a:extLst>
                    <a:ext uri="{FF2B5EF4-FFF2-40B4-BE49-F238E27FC236}">
                      <a16:creationId xmlns:a16="http://schemas.microsoft.com/office/drawing/2014/main" id="{1B17358F-B063-962D-2B51-CCBC81AF0BF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075068" y="5347888"/>
                  <a:ext cx="720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67" name="筆跡 166">
                  <a:extLst>
                    <a:ext uri="{FF2B5EF4-FFF2-40B4-BE49-F238E27FC236}">
                      <a16:creationId xmlns:a16="http://schemas.microsoft.com/office/drawing/2014/main" id="{497711F5-506A-2A04-75BE-385794A6016F}"/>
                    </a:ext>
                  </a:extLst>
                </p14:cNvPr>
                <p14:cNvContentPartPr/>
                <p14:nvPr/>
              </p14:nvContentPartPr>
              <p14:xfrm>
                <a:off x="2044468" y="5677288"/>
                <a:ext cx="360" cy="80280"/>
              </p14:xfrm>
            </p:contentPart>
          </mc:Choice>
          <mc:Fallback>
            <p:pic>
              <p:nvPicPr>
                <p:cNvPr id="167" name="筆跡 166">
                  <a:extLst>
                    <a:ext uri="{FF2B5EF4-FFF2-40B4-BE49-F238E27FC236}">
                      <a16:creationId xmlns:a16="http://schemas.microsoft.com/office/drawing/2014/main" id="{497711F5-506A-2A04-75BE-385794A6016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008828" y="5641648"/>
                  <a:ext cx="720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70" name="筆跡 169">
                  <a:extLst>
                    <a:ext uri="{FF2B5EF4-FFF2-40B4-BE49-F238E27FC236}">
                      <a16:creationId xmlns:a16="http://schemas.microsoft.com/office/drawing/2014/main" id="{778F1D93-9E87-CFE7-8CA1-9F8D02A33137}"/>
                    </a:ext>
                  </a:extLst>
                </p14:cNvPr>
                <p14:cNvContentPartPr/>
                <p14:nvPr/>
              </p14:nvContentPartPr>
              <p14:xfrm>
                <a:off x="2064268" y="5650648"/>
                <a:ext cx="184320" cy="185760"/>
              </p14:xfrm>
            </p:contentPart>
          </mc:Choice>
          <mc:Fallback>
            <p:pic>
              <p:nvPicPr>
                <p:cNvPr id="170" name="筆跡 169">
                  <a:extLst>
                    <a:ext uri="{FF2B5EF4-FFF2-40B4-BE49-F238E27FC236}">
                      <a16:creationId xmlns:a16="http://schemas.microsoft.com/office/drawing/2014/main" id="{778F1D93-9E87-CFE7-8CA1-9F8D02A3313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028268" y="5615008"/>
                  <a:ext cx="2559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73" name="筆跡 172">
                  <a:extLst>
                    <a:ext uri="{FF2B5EF4-FFF2-40B4-BE49-F238E27FC236}">
                      <a16:creationId xmlns:a16="http://schemas.microsoft.com/office/drawing/2014/main" id="{B49C9144-987D-0099-B939-EB7043589DB1}"/>
                    </a:ext>
                  </a:extLst>
                </p14:cNvPr>
                <p14:cNvContentPartPr/>
                <p14:nvPr/>
              </p14:nvContentPartPr>
              <p14:xfrm>
                <a:off x="2093068" y="5830288"/>
                <a:ext cx="32760" cy="2520"/>
              </p14:xfrm>
            </p:contentPart>
          </mc:Choice>
          <mc:Fallback>
            <p:pic>
              <p:nvPicPr>
                <p:cNvPr id="173" name="筆跡 172">
                  <a:extLst>
                    <a:ext uri="{FF2B5EF4-FFF2-40B4-BE49-F238E27FC236}">
                      <a16:creationId xmlns:a16="http://schemas.microsoft.com/office/drawing/2014/main" id="{B49C9144-987D-0099-B939-EB7043589DB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057428" y="5794648"/>
                  <a:ext cx="1044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76" name="筆跡 175">
                  <a:extLst>
                    <a:ext uri="{FF2B5EF4-FFF2-40B4-BE49-F238E27FC236}">
                      <a16:creationId xmlns:a16="http://schemas.microsoft.com/office/drawing/2014/main" id="{2692F9FB-CFA1-7248-B1A0-B07BE3458E0A}"/>
                    </a:ext>
                  </a:extLst>
                </p14:cNvPr>
                <p14:cNvContentPartPr/>
                <p14:nvPr/>
              </p14:nvContentPartPr>
              <p14:xfrm>
                <a:off x="1920988" y="5919568"/>
                <a:ext cx="427320" cy="14040"/>
              </p14:xfrm>
            </p:contentPart>
          </mc:Choice>
          <mc:Fallback>
            <p:pic>
              <p:nvPicPr>
                <p:cNvPr id="176" name="筆跡 175">
                  <a:extLst>
                    <a:ext uri="{FF2B5EF4-FFF2-40B4-BE49-F238E27FC236}">
                      <a16:creationId xmlns:a16="http://schemas.microsoft.com/office/drawing/2014/main" id="{2692F9FB-CFA1-7248-B1A0-B07BE3458E0A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885348" y="5883568"/>
                  <a:ext cx="49896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群組 190">
            <a:extLst>
              <a:ext uri="{FF2B5EF4-FFF2-40B4-BE49-F238E27FC236}">
                <a16:creationId xmlns:a16="http://schemas.microsoft.com/office/drawing/2014/main" id="{E45DB92D-F8CC-7A14-D069-975001129198}"/>
              </a:ext>
            </a:extLst>
          </p:cNvPr>
          <p:cNvGrpSpPr/>
          <p:nvPr/>
        </p:nvGrpSpPr>
        <p:grpSpPr>
          <a:xfrm>
            <a:off x="2754028" y="5170408"/>
            <a:ext cx="710280" cy="933840"/>
            <a:chOff x="2754028" y="5170408"/>
            <a:chExt cx="710280" cy="93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79" name="筆跡 178">
                  <a:extLst>
                    <a:ext uri="{FF2B5EF4-FFF2-40B4-BE49-F238E27FC236}">
                      <a16:creationId xmlns:a16="http://schemas.microsoft.com/office/drawing/2014/main" id="{3DEF0736-BA45-A527-DE3D-9B9D4EBD8C65}"/>
                    </a:ext>
                  </a:extLst>
                </p14:cNvPr>
                <p14:cNvContentPartPr/>
                <p14:nvPr/>
              </p14:nvContentPartPr>
              <p14:xfrm>
                <a:off x="3057868" y="5170408"/>
                <a:ext cx="72360" cy="47520"/>
              </p14:xfrm>
            </p:contentPart>
          </mc:Choice>
          <mc:Fallback>
            <p:pic>
              <p:nvPicPr>
                <p:cNvPr id="179" name="筆跡 178">
                  <a:extLst>
                    <a:ext uri="{FF2B5EF4-FFF2-40B4-BE49-F238E27FC236}">
                      <a16:creationId xmlns:a16="http://schemas.microsoft.com/office/drawing/2014/main" id="{3DEF0736-BA45-A527-DE3D-9B9D4EBD8C65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021868" y="5134768"/>
                  <a:ext cx="1440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80" name="筆跡 179">
                  <a:extLst>
                    <a:ext uri="{FF2B5EF4-FFF2-40B4-BE49-F238E27FC236}">
                      <a16:creationId xmlns:a16="http://schemas.microsoft.com/office/drawing/2014/main" id="{6BA39C18-33AB-317D-4C44-C84E66F7F2BE}"/>
                    </a:ext>
                  </a:extLst>
                </p14:cNvPr>
                <p14:cNvContentPartPr/>
                <p14:nvPr/>
              </p14:nvContentPartPr>
              <p14:xfrm>
                <a:off x="2754028" y="5337088"/>
                <a:ext cx="73080" cy="78120"/>
              </p14:xfrm>
            </p:contentPart>
          </mc:Choice>
          <mc:Fallback>
            <p:pic>
              <p:nvPicPr>
                <p:cNvPr id="180" name="筆跡 179">
                  <a:extLst>
                    <a:ext uri="{FF2B5EF4-FFF2-40B4-BE49-F238E27FC236}">
                      <a16:creationId xmlns:a16="http://schemas.microsoft.com/office/drawing/2014/main" id="{6BA39C18-33AB-317D-4C44-C84E66F7F2B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718028" y="5301088"/>
                  <a:ext cx="1447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83" name="筆跡 182">
                  <a:extLst>
                    <a:ext uri="{FF2B5EF4-FFF2-40B4-BE49-F238E27FC236}">
                      <a16:creationId xmlns:a16="http://schemas.microsoft.com/office/drawing/2014/main" id="{8498614F-BBD8-8DBC-70D6-FA3516C13E28}"/>
                    </a:ext>
                  </a:extLst>
                </p14:cNvPr>
                <p14:cNvContentPartPr/>
                <p14:nvPr/>
              </p14:nvContentPartPr>
              <p14:xfrm>
                <a:off x="2944468" y="5322688"/>
                <a:ext cx="519840" cy="147600"/>
              </p14:xfrm>
            </p:contentPart>
          </mc:Choice>
          <mc:Fallback>
            <p:pic>
              <p:nvPicPr>
                <p:cNvPr id="183" name="筆跡 182">
                  <a:extLst>
                    <a:ext uri="{FF2B5EF4-FFF2-40B4-BE49-F238E27FC236}">
                      <a16:creationId xmlns:a16="http://schemas.microsoft.com/office/drawing/2014/main" id="{8498614F-BBD8-8DBC-70D6-FA3516C13E2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908828" y="5286688"/>
                  <a:ext cx="5914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89" name="筆跡 188">
                  <a:extLst>
                    <a:ext uri="{FF2B5EF4-FFF2-40B4-BE49-F238E27FC236}">
                      <a16:creationId xmlns:a16="http://schemas.microsoft.com/office/drawing/2014/main" id="{3CA30A1B-C0F7-1B62-A966-C7ACBCEFC3DF}"/>
                    </a:ext>
                  </a:extLst>
                </p14:cNvPr>
                <p14:cNvContentPartPr/>
                <p14:nvPr/>
              </p14:nvContentPartPr>
              <p14:xfrm>
                <a:off x="3028708" y="5556688"/>
                <a:ext cx="181800" cy="547560"/>
              </p14:xfrm>
            </p:contentPart>
          </mc:Choice>
          <mc:Fallback>
            <p:pic>
              <p:nvPicPr>
                <p:cNvPr id="189" name="筆跡 188">
                  <a:extLst>
                    <a:ext uri="{FF2B5EF4-FFF2-40B4-BE49-F238E27FC236}">
                      <a16:creationId xmlns:a16="http://schemas.microsoft.com/office/drawing/2014/main" id="{3CA30A1B-C0F7-1B62-A966-C7ACBCEFC3D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992708" y="5520688"/>
                  <a:ext cx="253440" cy="61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192" name="筆跡 191">
                <a:extLst>
                  <a:ext uri="{FF2B5EF4-FFF2-40B4-BE49-F238E27FC236}">
                    <a16:creationId xmlns:a16="http://schemas.microsoft.com/office/drawing/2014/main" id="{095BA19B-2BC2-4D76-0854-BEE2BAC9F9E7}"/>
                  </a:ext>
                </a:extLst>
              </p14:cNvPr>
              <p14:cNvContentPartPr/>
              <p14:nvPr/>
            </p14:nvContentPartPr>
            <p14:xfrm>
              <a:off x="2670148" y="5776648"/>
              <a:ext cx="923400" cy="59040"/>
            </p14:xfrm>
          </p:contentPart>
        </mc:Choice>
        <mc:Fallback>
          <p:pic>
            <p:nvPicPr>
              <p:cNvPr id="192" name="筆跡 191">
                <a:extLst>
                  <a:ext uri="{FF2B5EF4-FFF2-40B4-BE49-F238E27FC236}">
                    <a16:creationId xmlns:a16="http://schemas.microsoft.com/office/drawing/2014/main" id="{095BA19B-2BC2-4D76-0854-BEE2BAC9F9E7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2634148" y="5740648"/>
                <a:ext cx="995040" cy="13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43690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57AB5-2207-E463-D3DD-2E9BF02C2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8075190-EFA0-1432-8A09-D500C0923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9" y="0"/>
            <a:ext cx="6858001" cy="6858001"/>
          </a:xfrm>
          <a:prstGeom prst="rect">
            <a:avLst/>
          </a:prstGeom>
        </p:spPr>
      </p:pic>
      <p:grpSp>
        <p:nvGrpSpPr>
          <p:cNvPr id="8" name="群組 7">
            <a:extLst>
              <a:ext uri="{FF2B5EF4-FFF2-40B4-BE49-F238E27FC236}">
                <a16:creationId xmlns:a16="http://schemas.microsoft.com/office/drawing/2014/main" id="{60A2D363-7F5B-C5CE-854B-E178A43C51A8}"/>
              </a:ext>
            </a:extLst>
          </p:cNvPr>
          <p:cNvGrpSpPr/>
          <p:nvPr/>
        </p:nvGrpSpPr>
        <p:grpSpPr>
          <a:xfrm>
            <a:off x="1639045" y="3421291"/>
            <a:ext cx="1779120" cy="2334600"/>
            <a:chOff x="1639045" y="3421291"/>
            <a:chExt cx="1779120" cy="233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5" name="筆跡 4">
                  <a:extLst>
                    <a:ext uri="{FF2B5EF4-FFF2-40B4-BE49-F238E27FC236}">
                      <a16:creationId xmlns:a16="http://schemas.microsoft.com/office/drawing/2014/main" id="{586E9C16-E0E2-E821-1429-9FBD7AD9C305}"/>
                    </a:ext>
                  </a:extLst>
                </p14:cNvPr>
                <p14:cNvContentPartPr/>
                <p14:nvPr/>
              </p14:nvContentPartPr>
              <p14:xfrm>
                <a:off x="1639045" y="3421291"/>
                <a:ext cx="1779120" cy="2334600"/>
              </p14:xfrm>
            </p:contentPart>
          </mc:Choice>
          <mc:Fallback>
            <p:pic>
              <p:nvPicPr>
                <p:cNvPr id="5" name="筆跡 4">
                  <a:extLst>
                    <a:ext uri="{FF2B5EF4-FFF2-40B4-BE49-F238E27FC236}">
                      <a16:creationId xmlns:a16="http://schemas.microsoft.com/office/drawing/2014/main" id="{586E9C16-E0E2-E821-1429-9FBD7AD9C30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576405" y="3358651"/>
                  <a:ext cx="1904760" cy="246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筆跡 5">
                  <a:extLst>
                    <a:ext uri="{FF2B5EF4-FFF2-40B4-BE49-F238E27FC236}">
                      <a16:creationId xmlns:a16="http://schemas.microsoft.com/office/drawing/2014/main" id="{50BE2775-F882-9B97-E3F2-A9B4196B25A3}"/>
                    </a:ext>
                  </a:extLst>
                </p14:cNvPr>
                <p14:cNvContentPartPr/>
                <p14:nvPr/>
              </p14:nvContentPartPr>
              <p14:xfrm>
                <a:off x="2501245" y="4673011"/>
                <a:ext cx="692280" cy="421920"/>
              </p14:xfrm>
            </p:contentPart>
          </mc:Choice>
          <mc:Fallback>
            <p:pic>
              <p:nvPicPr>
                <p:cNvPr id="6" name="筆跡 5">
                  <a:extLst>
                    <a:ext uri="{FF2B5EF4-FFF2-40B4-BE49-F238E27FC236}">
                      <a16:creationId xmlns:a16="http://schemas.microsoft.com/office/drawing/2014/main" id="{50BE2775-F882-9B97-E3F2-A9B4196B25A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438605" y="4610371"/>
                  <a:ext cx="817920" cy="54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B5DACCF3-04D2-C72B-EA91-25044E797DC8}"/>
              </a:ext>
            </a:extLst>
          </p:cNvPr>
          <p:cNvGrpSpPr/>
          <p:nvPr/>
        </p:nvGrpSpPr>
        <p:grpSpPr>
          <a:xfrm>
            <a:off x="4721725" y="4271611"/>
            <a:ext cx="99000" cy="64800"/>
            <a:chOff x="4721725" y="4271611"/>
            <a:chExt cx="99000" cy="6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0" name="筆跡 9">
                  <a:extLst>
                    <a:ext uri="{FF2B5EF4-FFF2-40B4-BE49-F238E27FC236}">
                      <a16:creationId xmlns:a16="http://schemas.microsoft.com/office/drawing/2014/main" id="{B7017682-A827-C820-9C6C-E50B8ED05BC6}"/>
                    </a:ext>
                  </a:extLst>
                </p14:cNvPr>
                <p14:cNvContentPartPr/>
                <p14:nvPr/>
              </p14:nvContentPartPr>
              <p14:xfrm>
                <a:off x="4721725" y="4332091"/>
                <a:ext cx="41040" cy="4320"/>
              </p14:xfrm>
            </p:contentPart>
          </mc:Choice>
          <mc:Fallback>
            <p:pic>
              <p:nvPicPr>
                <p:cNvPr id="10" name="筆跡 9">
                  <a:extLst>
                    <a:ext uri="{FF2B5EF4-FFF2-40B4-BE49-F238E27FC236}">
                      <a16:creationId xmlns:a16="http://schemas.microsoft.com/office/drawing/2014/main" id="{B7017682-A827-C820-9C6C-E50B8ED05BC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658725" y="4269451"/>
                  <a:ext cx="1666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4" name="筆跡 13">
                  <a:extLst>
                    <a:ext uri="{FF2B5EF4-FFF2-40B4-BE49-F238E27FC236}">
                      <a16:creationId xmlns:a16="http://schemas.microsoft.com/office/drawing/2014/main" id="{CC0A7AAF-C21A-9BC0-07DB-C0A08E1A357D}"/>
                    </a:ext>
                  </a:extLst>
                </p14:cNvPr>
                <p14:cNvContentPartPr/>
                <p14:nvPr/>
              </p14:nvContentPartPr>
              <p14:xfrm>
                <a:off x="4752325" y="4271611"/>
                <a:ext cx="68400" cy="41040"/>
              </p14:xfrm>
            </p:contentPart>
          </mc:Choice>
          <mc:Fallback>
            <p:pic>
              <p:nvPicPr>
                <p:cNvPr id="14" name="筆跡 13">
                  <a:extLst>
                    <a:ext uri="{FF2B5EF4-FFF2-40B4-BE49-F238E27FC236}">
                      <a16:creationId xmlns:a16="http://schemas.microsoft.com/office/drawing/2014/main" id="{CC0A7AAF-C21A-9BC0-07DB-C0A08E1A357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689685" y="4208611"/>
                  <a:ext cx="194040" cy="16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7" name="筆跡 16">
                <a:extLst>
                  <a:ext uri="{FF2B5EF4-FFF2-40B4-BE49-F238E27FC236}">
                    <a16:creationId xmlns:a16="http://schemas.microsoft.com/office/drawing/2014/main" id="{2E713800-1676-DE09-2DED-1AC000A5CC7C}"/>
                  </a:ext>
                </a:extLst>
              </p14:cNvPr>
              <p14:cNvContentPartPr/>
              <p14:nvPr/>
            </p14:nvContentPartPr>
            <p14:xfrm>
              <a:off x="4459645" y="5682811"/>
              <a:ext cx="105120" cy="51120"/>
            </p14:xfrm>
          </p:contentPart>
        </mc:Choice>
        <mc:Fallback>
          <p:pic>
            <p:nvPicPr>
              <p:cNvPr id="17" name="筆跡 16">
                <a:extLst>
                  <a:ext uri="{FF2B5EF4-FFF2-40B4-BE49-F238E27FC236}">
                    <a16:creationId xmlns:a16="http://schemas.microsoft.com/office/drawing/2014/main" id="{2E713800-1676-DE09-2DED-1AC000A5CC7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396645" y="5620171"/>
                <a:ext cx="230760" cy="17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群組 20">
            <a:extLst>
              <a:ext uri="{FF2B5EF4-FFF2-40B4-BE49-F238E27FC236}">
                <a16:creationId xmlns:a16="http://schemas.microsoft.com/office/drawing/2014/main" id="{12ED7F00-6CD7-040D-9C62-40E5BA014C40}"/>
              </a:ext>
            </a:extLst>
          </p:cNvPr>
          <p:cNvGrpSpPr/>
          <p:nvPr/>
        </p:nvGrpSpPr>
        <p:grpSpPr>
          <a:xfrm>
            <a:off x="5209525" y="6201211"/>
            <a:ext cx="614520" cy="491400"/>
            <a:chOff x="5209525" y="6201211"/>
            <a:chExt cx="614520" cy="49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8" name="筆跡 17">
                  <a:extLst>
                    <a:ext uri="{FF2B5EF4-FFF2-40B4-BE49-F238E27FC236}">
                      <a16:creationId xmlns:a16="http://schemas.microsoft.com/office/drawing/2014/main" id="{185E8682-7A0D-4A89-F0FF-866C65BBC082}"/>
                    </a:ext>
                  </a:extLst>
                </p14:cNvPr>
                <p14:cNvContentPartPr/>
                <p14:nvPr/>
              </p14:nvContentPartPr>
              <p14:xfrm>
                <a:off x="5209525" y="6278611"/>
                <a:ext cx="295200" cy="149400"/>
              </p14:xfrm>
            </p:contentPart>
          </mc:Choice>
          <mc:Fallback>
            <p:pic>
              <p:nvPicPr>
                <p:cNvPr id="18" name="筆跡 17">
                  <a:extLst>
                    <a:ext uri="{FF2B5EF4-FFF2-40B4-BE49-F238E27FC236}">
                      <a16:creationId xmlns:a16="http://schemas.microsoft.com/office/drawing/2014/main" id="{185E8682-7A0D-4A89-F0FF-866C65BBC08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146525" y="6215611"/>
                  <a:ext cx="4208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9" name="筆跡 18">
                  <a:extLst>
                    <a:ext uri="{FF2B5EF4-FFF2-40B4-BE49-F238E27FC236}">
                      <a16:creationId xmlns:a16="http://schemas.microsoft.com/office/drawing/2014/main" id="{5A2F417C-2355-AB14-9A89-C1FBABF754DB}"/>
                    </a:ext>
                  </a:extLst>
                </p14:cNvPr>
                <p14:cNvContentPartPr/>
                <p14:nvPr/>
              </p14:nvContentPartPr>
              <p14:xfrm>
                <a:off x="5321125" y="6201211"/>
                <a:ext cx="502920" cy="491400"/>
              </p14:xfrm>
            </p:contentPart>
          </mc:Choice>
          <mc:Fallback>
            <p:pic>
              <p:nvPicPr>
                <p:cNvPr id="19" name="筆跡 18">
                  <a:extLst>
                    <a:ext uri="{FF2B5EF4-FFF2-40B4-BE49-F238E27FC236}">
                      <a16:creationId xmlns:a16="http://schemas.microsoft.com/office/drawing/2014/main" id="{5A2F417C-2355-AB14-9A89-C1FBABF754D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258125" y="6138211"/>
                  <a:ext cx="628560" cy="617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672330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2711D-C693-54AA-7000-413C4F6FF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群組 6">
            <a:extLst>
              <a:ext uri="{FF2B5EF4-FFF2-40B4-BE49-F238E27FC236}">
                <a16:creationId xmlns:a16="http://schemas.microsoft.com/office/drawing/2014/main" id="{2A7AFCC5-E780-B076-A872-86E39DC4943A}"/>
              </a:ext>
            </a:extLst>
          </p:cNvPr>
          <p:cNvGrpSpPr/>
          <p:nvPr/>
        </p:nvGrpSpPr>
        <p:grpSpPr>
          <a:xfrm>
            <a:off x="5564372" y="1364835"/>
            <a:ext cx="3494568" cy="4033284"/>
            <a:chOff x="5564372" y="1531088"/>
            <a:chExt cx="3494568" cy="4033284"/>
          </a:xfrm>
          <a:solidFill>
            <a:schemeClr val="bg1">
              <a:lumMod val="95000"/>
            </a:schemeClr>
          </a:solidFill>
        </p:grpSpPr>
        <p:sp>
          <p:nvSpPr>
            <p:cNvPr id="5" name="手繪多邊形 4">
              <a:extLst>
                <a:ext uri="{FF2B5EF4-FFF2-40B4-BE49-F238E27FC236}">
                  <a16:creationId xmlns:a16="http://schemas.microsoft.com/office/drawing/2014/main" id="{16CFF7B1-502C-EB0B-CF3C-72F71812C968}"/>
                </a:ext>
              </a:extLst>
            </p:cNvPr>
            <p:cNvSpPr/>
            <p:nvPr/>
          </p:nvSpPr>
          <p:spPr>
            <a:xfrm>
              <a:off x="5564372" y="1531088"/>
              <a:ext cx="3494568" cy="2977117"/>
            </a:xfrm>
            <a:custGeom>
              <a:avLst/>
              <a:gdLst>
                <a:gd name="csX0" fmla="*/ 70884 w 3494568"/>
                <a:gd name="csY0" fmla="*/ 836428 h 2977117"/>
                <a:gd name="csX1" fmla="*/ 120502 w 3494568"/>
                <a:gd name="csY1" fmla="*/ 843517 h 2977117"/>
                <a:gd name="csX2" fmla="*/ 198475 w 3494568"/>
                <a:gd name="csY2" fmla="*/ 822252 h 2977117"/>
                <a:gd name="csX3" fmla="*/ 233916 w 3494568"/>
                <a:gd name="csY3" fmla="*/ 815163 h 2977117"/>
                <a:gd name="csX4" fmla="*/ 262270 w 3494568"/>
                <a:gd name="csY4" fmla="*/ 808075 h 2977117"/>
                <a:gd name="csX5" fmla="*/ 304800 w 3494568"/>
                <a:gd name="csY5" fmla="*/ 786810 h 2977117"/>
                <a:gd name="csX6" fmla="*/ 361507 w 3494568"/>
                <a:gd name="csY6" fmla="*/ 765545 h 2977117"/>
                <a:gd name="csX7" fmla="*/ 411126 w 3494568"/>
                <a:gd name="csY7" fmla="*/ 744279 h 2977117"/>
                <a:gd name="csX8" fmla="*/ 439479 w 3494568"/>
                <a:gd name="csY8" fmla="*/ 730103 h 2977117"/>
                <a:gd name="csX9" fmla="*/ 467833 w 3494568"/>
                <a:gd name="csY9" fmla="*/ 723014 h 2977117"/>
                <a:gd name="csX10" fmla="*/ 489098 w 3494568"/>
                <a:gd name="csY10" fmla="*/ 715926 h 2977117"/>
                <a:gd name="csX11" fmla="*/ 524540 w 3494568"/>
                <a:gd name="csY11" fmla="*/ 701749 h 2977117"/>
                <a:gd name="csX12" fmla="*/ 581247 w 3494568"/>
                <a:gd name="csY12" fmla="*/ 687572 h 2977117"/>
                <a:gd name="csX13" fmla="*/ 602512 w 3494568"/>
                <a:gd name="csY13" fmla="*/ 673396 h 2977117"/>
                <a:gd name="csX14" fmla="*/ 645042 w 3494568"/>
                <a:gd name="csY14" fmla="*/ 659219 h 2977117"/>
                <a:gd name="csX15" fmla="*/ 708837 w 3494568"/>
                <a:gd name="csY15" fmla="*/ 616689 h 2977117"/>
                <a:gd name="csX16" fmla="*/ 730102 w 3494568"/>
                <a:gd name="csY16" fmla="*/ 602512 h 2977117"/>
                <a:gd name="csX17" fmla="*/ 751368 w 3494568"/>
                <a:gd name="csY17" fmla="*/ 595424 h 2977117"/>
                <a:gd name="csX18" fmla="*/ 815163 w 3494568"/>
                <a:gd name="csY18" fmla="*/ 531628 h 2977117"/>
                <a:gd name="csX19" fmla="*/ 843516 w 3494568"/>
                <a:gd name="csY19" fmla="*/ 503275 h 2977117"/>
                <a:gd name="csX20" fmla="*/ 878958 w 3494568"/>
                <a:gd name="csY20" fmla="*/ 453656 h 2977117"/>
                <a:gd name="csX21" fmla="*/ 900223 w 3494568"/>
                <a:gd name="csY21" fmla="*/ 432391 h 2977117"/>
                <a:gd name="csX22" fmla="*/ 921488 w 3494568"/>
                <a:gd name="csY22" fmla="*/ 404038 h 2977117"/>
                <a:gd name="csX23" fmla="*/ 942754 w 3494568"/>
                <a:gd name="csY23" fmla="*/ 382772 h 2977117"/>
                <a:gd name="csX24" fmla="*/ 978195 w 3494568"/>
                <a:gd name="csY24" fmla="*/ 340242 h 2977117"/>
                <a:gd name="csX25" fmla="*/ 1006549 w 3494568"/>
                <a:gd name="csY25" fmla="*/ 318977 h 2977117"/>
                <a:gd name="csX26" fmla="*/ 1027814 w 3494568"/>
                <a:gd name="csY26" fmla="*/ 297712 h 2977117"/>
                <a:gd name="csX27" fmla="*/ 1056168 w 3494568"/>
                <a:gd name="csY27" fmla="*/ 283535 h 2977117"/>
                <a:gd name="csX28" fmla="*/ 1077433 w 3494568"/>
                <a:gd name="csY28" fmla="*/ 262270 h 2977117"/>
                <a:gd name="csX29" fmla="*/ 1112875 w 3494568"/>
                <a:gd name="csY29" fmla="*/ 241005 h 2977117"/>
                <a:gd name="csX30" fmla="*/ 1162493 w 3494568"/>
                <a:gd name="csY30" fmla="*/ 212652 h 2977117"/>
                <a:gd name="csX31" fmla="*/ 1233377 w 3494568"/>
                <a:gd name="csY31" fmla="*/ 177210 h 2977117"/>
                <a:gd name="csX32" fmla="*/ 1332614 w 3494568"/>
                <a:gd name="csY32" fmla="*/ 134679 h 2977117"/>
                <a:gd name="csX33" fmla="*/ 1368056 w 3494568"/>
                <a:gd name="csY33" fmla="*/ 120503 h 2977117"/>
                <a:gd name="csX34" fmla="*/ 1424763 w 3494568"/>
                <a:gd name="csY34" fmla="*/ 106326 h 2977117"/>
                <a:gd name="csX35" fmla="*/ 1467293 w 3494568"/>
                <a:gd name="csY35" fmla="*/ 85061 h 2977117"/>
                <a:gd name="csX36" fmla="*/ 1495647 w 3494568"/>
                <a:gd name="csY36" fmla="*/ 70884 h 2977117"/>
                <a:gd name="csX37" fmla="*/ 1524000 w 3494568"/>
                <a:gd name="csY37" fmla="*/ 63796 h 2977117"/>
                <a:gd name="csX38" fmla="*/ 1594884 w 3494568"/>
                <a:gd name="csY38" fmla="*/ 42531 h 2977117"/>
                <a:gd name="csX39" fmla="*/ 1658679 w 3494568"/>
                <a:gd name="csY39" fmla="*/ 35442 h 2977117"/>
                <a:gd name="csX40" fmla="*/ 1694121 w 3494568"/>
                <a:gd name="csY40" fmla="*/ 28354 h 2977117"/>
                <a:gd name="csX41" fmla="*/ 1842977 w 3494568"/>
                <a:gd name="csY41" fmla="*/ 14177 h 2977117"/>
                <a:gd name="csX42" fmla="*/ 1906772 w 3494568"/>
                <a:gd name="csY42" fmla="*/ 7089 h 2977117"/>
                <a:gd name="csX43" fmla="*/ 2424223 w 3494568"/>
                <a:gd name="csY43" fmla="*/ 14177 h 2977117"/>
                <a:gd name="csX44" fmla="*/ 2466754 w 3494568"/>
                <a:gd name="csY44" fmla="*/ 28354 h 2977117"/>
                <a:gd name="csX45" fmla="*/ 2530549 w 3494568"/>
                <a:gd name="csY45" fmla="*/ 49619 h 2977117"/>
                <a:gd name="csX46" fmla="*/ 2594344 w 3494568"/>
                <a:gd name="csY46" fmla="*/ 70884 h 2977117"/>
                <a:gd name="csX47" fmla="*/ 2615609 w 3494568"/>
                <a:gd name="csY47" fmla="*/ 77972 h 2977117"/>
                <a:gd name="csX48" fmla="*/ 2714847 w 3494568"/>
                <a:gd name="csY48" fmla="*/ 92149 h 2977117"/>
                <a:gd name="csX49" fmla="*/ 3019647 w 3494568"/>
                <a:gd name="csY49" fmla="*/ 85061 h 2977117"/>
                <a:gd name="csX50" fmla="*/ 3090530 w 3494568"/>
                <a:gd name="csY50" fmla="*/ 63796 h 2977117"/>
                <a:gd name="csX51" fmla="*/ 3111795 w 3494568"/>
                <a:gd name="csY51" fmla="*/ 56707 h 2977117"/>
                <a:gd name="csX52" fmla="*/ 3133061 w 3494568"/>
                <a:gd name="csY52" fmla="*/ 42531 h 2977117"/>
                <a:gd name="csX53" fmla="*/ 3211033 w 3494568"/>
                <a:gd name="csY53" fmla="*/ 21265 h 2977117"/>
                <a:gd name="csX54" fmla="*/ 3232298 w 3494568"/>
                <a:gd name="csY54" fmla="*/ 14177 h 2977117"/>
                <a:gd name="csX55" fmla="*/ 3281916 w 3494568"/>
                <a:gd name="csY55" fmla="*/ 7089 h 2977117"/>
                <a:gd name="csX56" fmla="*/ 3324447 w 3494568"/>
                <a:gd name="csY56" fmla="*/ 0 h 2977117"/>
                <a:gd name="csX57" fmla="*/ 3388242 w 3494568"/>
                <a:gd name="csY57" fmla="*/ 7089 h 2977117"/>
                <a:gd name="csX58" fmla="*/ 3430772 w 3494568"/>
                <a:gd name="csY58" fmla="*/ 42531 h 2977117"/>
                <a:gd name="csX59" fmla="*/ 3452037 w 3494568"/>
                <a:gd name="csY59" fmla="*/ 85061 h 2977117"/>
                <a:gd name="csX60" fmla="*/ 3459126 w 3494568"/>
                <a:gd name="csY60" fmla="*/ 106326 h 2977117"/>
                <a:gd name="csX61" fmla="*/ 3473302 w 3494568"/>
                <a:gd name="csY61" fmla="*/ 127591 h 2977117"/>
                <a:gd name="csX62" fmla="*/ 3487479 w 3494568"/>
                <a:gd name="csY62" fmla="*/ 170121 h 2977117"/>
                <a:gd name="csX63" fmla="*/ 3494568 w 3494568"/>
                <a:gd name="csY63" fmla="*/ 191386 h 2977117"/>
                <a:gd name="csX64" fmla="*/ 3487479 w 3494568"/>
                <a:gd name="csY64" fmla="*/ 241005 h 2977117"/>
                <a:gd name="csX65" fmla="*/ 3423684 w 3494568"/>
                <a:gd name="csY65" fmla="*/ 276447 h 2977117"/>
                <a:gd name="csX66" fmla="*/ 3359888 w 3494568"/>
                <a:gd name="csY66" fmla="*/ 333154 h 2977117"/>
                <a:gd name="csX67" fmla="*/ 3338623 w 3494568"/>
                <a:gd name="csY67" fmla="*/ 375684 h 2977117"/>
                <a:gd name="csX68" fmla="*/ 3324447 w 3494568"/>
                <a:gd name="csY68" fmla="*/ 396949 h 2977117"/>
                <a:gd name="csX69" fmla="*/ 3310270 w 3494568"/>
                <a:gd name="csY69" fmla="*/ 439479 h 2977117"/>
                <a:gd name="csX70" fmla="*/ 3296093 w 3494568"/>
                <a:gd name="csY70" fmla="*/ 489098 h 2977117"/>
                <a:gd name="csX71" fmla="*/ 3289005 w 3494568"/>
                <a:gd name="csY71" fmla="*/ 510363 h 2977117"/>
                <a:gd name="csX72" fmla="*/ 3274828 w 3494568"/>
                <a:gd name="csY72" fmla="*/ 574159 h 2977117"/>
                <a:gd name="csX73" fmla="*/ 3289005 w 3494568"/>
                <a:gd name="csY73" fmla="*/ 630865 h 2977117"/>
                <a:gd name="csX74" fmla="*/ 3310270 w 3494568"/>
                <a:gd name="csY74" fmla="*/ 652131 h 2977117"/>
                <a:gd name="csX75" fmla="*/ 3338623 w 3494568"/>
                <a:gd name="csY75" fmla="*/ 715926 h 2977117"/>
                <a:gd name="csX76" fmla="*/ 3345712 w 3494568"/>
                <a:gd name="csY76" fmla="*/ 744279 h 2977117"/>
                <a:gd name="csX77" fmla="*/ 3359888 w 3494568"/>
                <a:gd name="csY77" fmla="*/ 779721 h 2977117"/>
                <a:gd name="csX78" fmla="*/ 3366977 w 3494568"/>
                <a:gd name="csY78" fmla="*/ 808075 h 2977117"/>
                <a:gd name="csX79" fmla="*/ 3381154 w 3494568"/>
                <a:gd name="csY79" fmla="*/ 836428 h 2977117"/>
                <a:gd name="csX80" fmla="*/ 3395330 w 3494568"/>
                <a:gd name="csY80" fmla="*/ 878959 h 2977117"/>
                <a:gd name="csX81" fmla="*/ 3402419 w 3494568"/>
                <a:gd name="csY81" fmla="*/ 900224 h 2977117"/>
                <a:gd name="csX82" fmla="*/ 3423684 w 3494568"/>
                <a:gd name="csY82" fmla="*/ 978196 h 2977117"/>
                <a:gd name="csX83" fmla="*/ 3437861 w 3494568"/>
                <a:gd name="csY83" fmla="*/ 1056168 h 2977117"/>
                <a:gd name="csX84" fmla="*/ 3452037 w 3494568"/>
                <a:gd name="csY84" fmla="*/ 1112875 h 2977117"/>
                <a:gd name="csX85" fmla="*/ 3452037 w 3494568"/>
                <a:gd name="csY85" fmla="*/ 1516912 h 2977117"/>
                <a:gd name="csX86" fmla="*/ 3444949 w 3494568"/>
                <a:gd name="csY86" fmla="*/ 1552354 h 2977117"/>
                <a:gd name="csX87" fmla="*/ 3437861 w 3494568"/>
                <a:gd name="csY87" fmla="*/ 1609061 h 2977117"/>
                <a:gd name="csX88" fmla="*/ 3416595 w 3494568"/>
                <a:gd name="csY88" fmla="*/ 1722475 h 2977117"/>
                <a:gd name="csX89" fmla="*/ 3395330 w 3494568"/>
                <a:gd name="csY89" fmla="*/ 1850065 h 2977117"/>
                <a:gd name="csX90" fmla="*/ 3381154 w 3494568"/>
                <a:gd name="csY90" fmla="*/ 1906772 h 2977117"/>
                <a:gd name="csX91" fmla="*/ 3366977 w 3494568"/>
                <a:gd name="csY91" fmla="*/ 2055628 h 2977117"/>
                <a:gd name="csX92" fmla="*/ 3359888 w 3494568"/>
                <a:gd name="csY92" fmla="*/ 2126512 h 2977117"/>
                <a:gd name="csX93" fmla="*/ 3374065 w 3494568"/>
                <a:gd name="csY93" fmla="*/ 2083982 h 2977117"/>
                <a:gd name="csX94" fmla="*/ 3381154 w 3494568"/>
                <a:gd name="csY94" fmla="*/ 2062717 h 2977117"/>
                <a:gd name="csX95" fmla="*/ 3409507 w 3494568"/>
                <a:gd name="csY95" fmla="*/ 2126512 h 2977117"/>
                <a:gd name="csX96" fmla="*/ 3430772 w 3494568"/>
                <a:gd name="csY96" fmla="*/ 2176131 h 2977117"/>
                <a:gd name="csX97" fmla="*/ 3444949 w 3494568"/>
                <a:gd name="csY97" fmla="*/ 2225749 h 2977117"/>
                <a:gd name="csX98" fmla="*/ 3437861 w 3494568"/>
                <a:gd name="csY98" fmla="*/ 2587256 h 2977117"/>
                <a:gd name="csX99" fmla="*/ 3381154 w 3494568"/>
                <a:gd name="csY99" fmla="*/ 2629786 h 2977117"/>
                <a:gd name="csX100" fmla="*/ 3359888 w 3494568"/>
                <a:gd name="csY100" fmla="*/ 2651052 h 2977117"/>
                <a:gd name="csX101" fmla="*/ 3310270 w 3494568"/>
                <a:gd name="csY101" fmla="*/ 2679405 h 2977117"/>
                <a:gd name="csX102" fmla="*/ 3289005 w 3494568"/>
                <a:gd name="csY102" fmla="*/ 2686493 h 2977117"/>
                <a:gd name="csX103" fmla="*/ 3232298 w 3494568"/>
                <a:gd name="csY103" fmla="*/ 2714847 h 2977117"/>
                <a:gd name="csX104" fmla="*/ 3211033 w 3494568"/>
                <a:gd name="csY104" fmla="*/ 2721935 h 2977117"/>
                <a:gd name="csX105" fmla="*/ 3154326 w 3494568"/>
                <a:gd name="csY105" fmla="*/ 2736112 h 2977117"/>
                <a:gd name="csX106" fmla="*/ 3076354 w 3494568"/>
                <a:gd name="csY106" fmla="*/ 2757377 h 2977117"/>
                <a:gd name="csX107" fmla="*/ 3048000 w 3494568"/>
                <a:gd name="csY107" fmla="*/ 2764465 h 2977117"/>
                <a:gd name="csX108" fmla="*/ 2977116 w 3494568"/>
                <a:gd name="csY108" fmla="*/ 2778642 h 2977117"/>
                <a:gd name="csX109" fmla="*/ 2913321 w 3494568"/>
                <a:gd name="csY109" fmla="*/ 2792819 h 2977117"/>
                <a:gd name="csX110" fmla="*/ 2884968 w 3494568"/>
                <a:gd name="csY110" fmla="*/ 2799907 h 2977117"/>
                <a:gd name="csX111" fmla="*/ 2863702 w 3494568"/>
                <a:gd name="csY111" fmla="*/ 2806996 h 2977117"/>
                <a:gd name="csX112" fmla="*/ 2806995 w 3494568"/>
                <a:gd name="csY112" fmla="*/ 2814084 h 2977117"/>
                <a:gd name="csX113" fmla="*/ 2736112 w 3494568"/>
                <a:gd name="csY113" fmla="*/ 2828261 h 2977117"/>
                <a:gd name="csX114" fmla="*/ 2700670 w 3494568"/>
                <a:gd name="csY114" fmla="*/ 2835349 h 2977117"/>
                <a:gd name="csX115" fmla="*/ 2622698 w 3494568"/>
                <a:gd name="csY115" fmla="*/ 2849526 h 2977117"/>
                <a:gd name="csX116" fmla="*/ 2523461 w 3494568"/>
                <a:gd name="csY116" fmla="*/ 2870791 h 2977117"/>
                <a:gd name="csX117" fmla="*/ 2473842 w 3494568"/>
                <a:gd name="csY117" fmla="*/ 2884968 h 2977117"/>
                <a:gd name="csX118" fmla="*/ 2431312 w 3494568"/>
                <a:gd name="csY118" fmla="*/ 2899145 h 2977117"/>
                <a:gd name="csX119" fmla="*/ 2388781 w 3494568"/>
                <a:gd name="csY119" fmla="*/ 2906233 h 2977117"/>
                <a:gd name="csX120" fmla="*/ 2317898 w 3494568"/>
                <a:gd name="csY120" fmla="*/ 2927498 h 2977117"/>
                <a:gd name="csX121" fmla="*/ 2275368 w 3494568"/>
                <a:gd name="csY121" fmla="*/ 2941675 h 2977117"/>
                <a:gd name="csX122" fmla="*/ 2239926 w 3494568"/>
                <a:gd name="csY122" fmla="*/ 2948763 h 2977117"/>
                <a:gd name="csX123" fmla="*/ 2154865 w 3494568"/>
                <a:gd name="csY123" fmla="*/ 2962940 h 2977117"/>
                <a:gd name="csX124" fmla="*/ 2062716 w 3494568"/>
                <a:gd name="csY124" fmla="*/ 2977117 h 2977117"/>
                <a:gd name="csX125" fmla="*/ 1346791 w 3494568"/>
                <a:gd name="csY125" fmla="*/ 2962940 h 2977117"/>
                <a:gd name="csX126" fmla="*/ 1190847 w 3494568"/>
                <a:gd name="csY126" fmla="*/ 2927498 h 2977117"/>
                <a:gd name="csX127" fmla="*/ 956930 w 3494568"/>
                <a:gd name="csY127" fmla="*/ 2856614 h 2977117"/>
                <a:gd name="csX128" fmla="*/ 786809 w 3494568"/>
                <a:gd name="csY128" fmla="*/ 2778642 h 2977117"/>
                <a:gd name="csX129" fmla="*/ 701749 w 3494568"/>
                <a:gd name="csY129" fmla="*/ 2729024 h 2977117"/>
                <a:gd name="csX130" fmla="*/ 680484 w 3494568"/>
                <a:gd name="csY130" fmla="*/ 2714847 h 2977117"/>
                <a:gd name="csX131" fmla="*/ 659219 w 3494568"/>
                <a:gd name="csY131" fmla="*/ 2693582 h 2977117"/>
                <a:gd name="csX132" fmla="*/ 652130 w 3494568"/>
                <a:gd name="csY132" fmla="*/ 2658140 h 2977117"/>
                <a:gd name="csX133" fmla="*/ 637954 w 3494568"/>
                <a:gd name="csY133" fmla="*/ 2615610 h 2977117"/>
                <a:gd name="csX134" fmla="*/ 616688 w 3494568"/>
                <a:gd name="csY134" fmla="*/ 2537638 h 2977117"/>
                <a:gd name="csX135" fmla="*/ 588335 w 3494568"/>
                <a:gd name="csY135" fmla="*/ 2459665 h 2977117"/>
                <a:gd name="csX136" fmla="*/ 581247 w 3494568"/>
                <a:gd name="csY136" fmla="*/ 2438400 h 2977117"/>
                <a:gd name="csX137" fmla="*/ 574158 w 3494568"/>
                <a:gd name="csY137" fmla="*/ 2417135 h 2977117"/>
                <a:gd name="csX138" fmla="*/ 552893 w 3494568"/>
                <a:gd name="csY138" fmla="*/ 2324986 h 2977117"/>
                <a:gd name="csX139" fmla="*/ 538716 w 3494568"/>
                <a:gd name="csY139" fmla="*/ 2232838 h 2977117"/>
                <a:gd name="csX140" fmla="*/ 531628 w 3494568"/>
                <a:gd name="csY140" fmla="*/ 2211572 h 2977117"/>
                <a:gd name="csX141" fmla="*/ 524540 w 3494568"/>
                <a:gd name="csY141" fmla="*/ 2183219 h 2977117"/>
                <a:gd name="csX142" fmla="*/ 510363 w 3494568"/>
                <a:gd name="csY142" fmla="*/ 2119424 h 2977117"/>
                <a:gd name="csX143" fmla="*/ 503275 w 3494568"/>
                <a:gd name="csY143" fmla="*/ 2055628 h 2977117"/>
                <a:gd name="csX144" fmla="*/ 474921 w 3494568"/>
                <a:gd name="csY144" fmla="*/ 1956391 h 2977117"/>
                <a:gd name="csX145" fmla="*/ 467833 w 3494568"/>
                <a:gd name="csY145" fmla="*/ 1920949 h 2977117"/>
                <a:gd name="csX146" fmla="*/ 453656 w 3494568"/>
                <a:gd name="csY146" fmla="*/ 1871331 h 2977117"/>
                <a:gd name="csX147" fmla="*/ 446568 w 3494568"/>
                <a:gd name="csY147" fmla="*/ 1828800 h 2977117"/>
                <a:gd name="csX148" fmla="*/ 439479 w 3494568"/>
                <a:gd name="csY148" fmla="*/ 1807535 h 2977117"/>
                <a:gd name="csX149" fmla="*/ 425302 w 3494568"/>
                <a:gd name="csY149" fmla="*/ 1679945 h 2977117"/>
                <a:gd name="csX150" fmla="*/ 439479 w 3494568"/>
                <a:gd name="csY150" fmla="*/ 1559442 h 2977117"/>
                <a:gd name="csX151" fmla="*/ 446568 w 3494568"/>
                <a:gd name="csY151" fmla="*/ 1538177 h 2977117"/>
                <a:gd name="csX152" fmla="*/ 460744 w 3494568"/>
                <a:gd name="csY152" fmla="*/ 1516912 h 2977117"/>
                <a:gd name="csX153" fmla="*/ 460744 w 3494568"/>
                <a:gd name="csY153" fmla="*/ 1410586 h 2977117"/>
                <a:gd name="csX154" fmla="*/ 446568 w 3494568"/>
                <a:gd name="csY154" fmla="*/ 1389321 h 2977117"/>
                <a:gd name="csX155" fmla="*/ 404037 w 3494568"/>
                <a:gd name="csY155" fmla="*/ 1353879 h 2977117"/>
                <a:gd name="csX156" fmla="*/ 382772 w 3494568"/>
                <a:gd name="csY156" fmla="*/ 1332614 h 2977117"/>
                <a:gd name="csX157" fmla="*/ 361507 w 3494568"/>
                <a:gd name="csY157" fmla="*/ 1318438 h 2977117"/>
                <a:gd name="csX158" fmla="*/ 290623 w 3494568"/>
                <a:gd name="csY158" fmla="*/ 1268819 h 2977117"/>
                <a:gd name="csX159" fmla="*/ 269358 w 3494568"/>
                <a:gd name="csY159" fmla="*/ 1254642 h 2977117"/>
                <a:gd name="csX160" fmla="*/ 241005 w 3494568"/>
                <a:gd name="csY160" fmla="*/ 1240465 h 2977117"/>
                <a:gd name="csX161" fmla="*/ 198475 w 3494568"/>
                <a:gd name="csY161" fmla="*/ 1205024 h 2977117"/>
                <a:gd name="csX162" fmla="*/ 155944 w 3494568"/>
                <a:gd name="csY162" fmla="*/ 1183759 h 2977117"/>
                <a:gd name="csX163" fmla="*/ 113414 w 3494568"/>
                <a:gd name="csY163" fmla="*/ 1155405 h 2977117"/>
                <a:gd name="csX164" fmla="*/ 92149 w 3494568"/>
                <a:gd name="csY164" fmla="*/ 1141228 h 2977117"/>
                <a:gd name="csX165" fmla="*/ 77972 w 3494568"/>
                <a:gd name="csY165" fmla="*/ 1119963 h 2977117"/>
                <a:gd name="csX166" fmla="*/ 56707 w 3494568"/>
                <a:gd name="csY166" fmla="*/ 1105786 h 2977117"/>
                <a:gd name="csX167" fmla="*/ 49619 w 3494568"/>
                <a:gd name="csY167" fmla="*/ 1084521 h 2977117"/>
                <a:gd name="csX168" fmla="*/ 35442 w 3494568"/>
                <a:gd name="csY168" fmla="*/ 1063256 h 2977117"/>
                <a:gd name="csX169" fmla="*/ 21265 w 3494568"/>
                <a:gd name="csY169" fmla="*/ 1027814 h 2977117"/>
                <a:gd name="csX170" fmla="*/ 7088 w 3494568"/>
                <a:gd name="csY170" fmla="*/ 985284 h 2977117"/>
                <a:gd name="csX171" fmla="*/ 0 w 3494568"/>
                <a:gd name="csY171" fmla="*/ 935665 h 2977117"/>
                <a:gd name="csX172" fmla="*/ 7088 w 3494568"/>
                <a:gd name="csY172" fmla="*/ 878959 h 2977117"/>
                <a:gd name="csX173" fmla="*/ 28354 w 3494568"/>
                <a:gd name="csY173" fmla="*/ 864782 h 2977117"/>
                <a:gd name="csX174" fmla="*/ 99237 w 3494568"/>
                <a:gd name="csY174" fmla="*/ 857693 h 2977117"/>
                <a:gd name="csX175" fmla="*/ 155944 w 3494568"/>
                <a:gd name="csY175" fmla="*/ 829340 h 2977117"/>
                <a:gd name="csX176" fmla="*/ 198475 w 3494568"/>
                <a:gd name="csY176" fmla="*/ 808075 h 2977117"/>
                <a:gd name="csX177" fmla="*/ 262270 w 3494568"/>
                <a:gd name="csY177" fmla="*/ 786810 h 2977117"/>
                <a:gd name="csX178" fmla="*/ 318977 w 3494568"/>
                <a:gd name="csY178" fmla="*/ 772633 h 2977117"/>
                <a:gd name="csX179" fmla="*/ 340242 w 3494568"/>
                <a:gd name="csY179" fmla="*/ 765545 h 2977117"/>
                <a:gd name="csX180" fmla="*/ 418214 w 3494568"/>
                <a:gd name="csY180" fmla="*/ 744279 h 2977117"/>
                <a:gd name="csX181" fmla="*/ 482009 w 3494568"/>
                <a:gd name="csY181" fmla="*/ 723014 h 2977117"/>
                <a:gd name="csX182" fmla="*/ 503275 w 3494568"/>
                <a:gd name="csY182" fmla="*/ 715926 h 2977117"/>
                <a:gd name="csX183" fmla="*/ 545805 w 3494568"/>
                <a:gd name="csY183" fmla="*/ 694661 h 2977117"/>
                <a:gd name="csX184" fmla="*/ 588335 w 3494568"/>
                <a:gd name="csY184" fmla="*/ 673396 h 2977117"/>
                <a:gd name="csX185" fmla="*/ 630865 w 3494568"/>
                <a:gd name="csY185" fmla="*/ 637954 h 2977117"/>
                <a:gd name="csX186" fmla="*/ 652130 w 3494568"/>
                <a:gd name="csY186" fmla="*/ 623777 h 2977117"/>
                <a:gd name="csX187" fmla="*/ 694661 w 3494568"/>
                <a:gd name="csY187" fmla="*/ 588335 h 2977117"/>
                <a:gd name="csX188" fmla="*/ 708837 w 3494568"/>
                <a:gd name="csY188" fmla="*/ 567070 h 2977117"/>
                <a:gd name="csX189" fmla="*/ 751368 w 3494568"/>
                <a:gd name="csY189" fmla="*/ 538717 h 2977117"/>
                <a:gd name="csX190" fmla="*/ 765544 w 3494568"/>
                <a:gd name="csY190" fmla="*/ 517452 h 2977117"/>
                <a:gd name="csX191" fmla="*/ 786809 w 3494568"/>
                <a:gd name="csY191" fmla="*/ 510363 h 2977117"/>
                <a:gd name="csX192" fmla="*/ 829340 w 3494568"/>
                <a:gd name="csY192" fmla="*/ 482010 h 2977117"/>
                <a:gd name="csX193" fmla="*/ 871870 w 3494568"/>
                <a:gd name="csY193" fmla="*/ 453656 h 2977117"/>
                <a:gd name="csX194" fmla="*/ 893135 w 3494568"/>
                <a:gd name="csY194" fmla="*/ 439479 h 2977117"/>
                <a:gd name="csX195" fmla="*/ 935665 w 3494568"/>
                <a:gd name="csY195" fmla="*/ 404038 h 2977117"/>
                <a:gd name="csX196" fmla="*/ 956930 w 3494568"/>
                <a:gd name="csY196" fmla="*/ 396949 h 2977117"/>
                <a:gd name="csX197" fmla="*/ 971107 w 3494568"/>
                <a:gd name="csY197" fmla="*/ 375684 h 29771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</a:cxnLst>
              <a:rect l="l" t="t" r="r" b="b"/>
              <a:pathLst>
                <a:path w="3494568" h="2977117">
                  <a:moveTo>
                    <a:pt x="70884" y="836428"/>
                  </a:moveTo>
                  <a:cubicBezTo>
                    <a:pt x="87423" y="838791"/>
                    <a:pt x="103795" y="843517"/>
                    <a:pt x="120502" y="843517"/>
                  </a:cubicBezTo>
                  <a:cubicBezTo>
                    <a:pt x="189054" y="843517"/>
                    <a:pt x="149819" y="838471"/>
                    <a:pt x="198475" y="822252"/>
                  </a:cubicBezTo>
                  <a:cubicBezTo>
                    <a:pt x="209904" y="818442"/>
                    <a:pt x="222155" y="817777"/>
                    <a:pt x="233916" y="815163"/>
                  </a:cubicBezTo>
                  <a:cubicBezTo>
                    <a:pt x="243426" y="813050"/>
                    <a:pt x="252819" y="810438"/>
                    <a:pt x="262270" y="808075"/>
                  </a:cubicBezTo>
                  <a:cubicBezTo>
                    <a:pt x="303136" y="780830"/>
                    <a:pt x="263714" y="804418"/>
                    <a:pt x="304800" y="786810"/>
                  </a:cubicBezTo>
                  <a:cubicBezTo>
                    <a:pt x="356695" y="764569"/>
                    <a:pt x="309232" y="778613"/>
                    <a:pt x="361507" y="765545"/>
                  </a:cubicBezTo>
                  <a:cubicBezTo>
                    <a:pt x="404598" y="736817"/>
                    <a:pt x="358817" y="763895"/>
                    <a:pt x="411126" y="744279"/>
                  </a:cubicBezTo>
                  <a:cubicBezTo>
                    <a:pt x="421020" y="740569"/>
                    <a:pt x="429585" y="733813"/>
                    <a:pt x="439479" y="730103"/>
                  </a:cubicBezTo>
                  <a:cubicBezTo>
                    <a:pt x="448601" y="726682"/>
                    <a:pt x="458466" y="725690"/>
                    <a:pt x="467833" y="723014"/>
                  </a:cubicBezTo>
                  <a:cubicBezTo>
                    <a:pt x="475017" y="720961"/>
                    <a:pt x="482102" y="718549"/>
                    <a:pt x="489098" y="715926"/>
                  </a:cubicBezTo>
                  <a:cubicBezTo>
                    <a:pt x="501012" y="711458"/>
                    <a:pt x="512379" y="705491"/>
                    <a:pt x="524540" y="701749"/>
                  </a:cubicBezTo>
                  <a:cubicBezTo>
                    <a:pt x="543162" y="696019"/>
                    <a:pt x="581247" y="687572"/>
                    <a:pt x="581247" y="687572"/>
                  </a:cubicBezTo>
                  <a:cubicBezTo>
                    <a:pt x="588335" y="682847"/>
                    <a:pt x="594727" y="676856"/>
                    <a:pt x="602512" y="673396"/>
                  </a:cubicBezTo>
                  <a:cubicBezTo>
                    <a:pt x="616168" y="667327"/>
                    <a:pt x="645042" y="659219"/>
                    <a:pt x="645042" y="659219"/>
                  </a:cubicBezTo>
                  <a:lnTo>
                    <a:pt x="708837" y="616689"/>
                  </a:lnTo>
                  <a:cubicBezTo>
                    <a:pt x="715925" y="611963"/>
                    <a:pt x="722020" y="605206"/>
                    <a:pt x="730102" y="602512"/>
                  </a:cubicBezTo>
                  <a:lnTo>
                    <a:pt x="751368" y="595424"/>
                  </a:lnTo>
                  <a:lnTo>
                    <a:pt x="815163" y="531628"/>
                  </a:lnTo>
                  <a:cubicBezTo>
                    <a:pt x="824614" y="522177"/>
                    <a:pt x="836102" y="514396"/>
                    <a:pt x="843516" y="503275"/>
                  </a:cubicBezTo>
                  <a:cubicBezTo>
                    <a:pt x="854734" y="486448"/>
                    <a:pt x="865773" y="469039"/>
                    <a:pt x="878958" y="453656"/>
                  </a:cubicBezTo>
                  <a:cubicBezTo>
                    <a:pt x="885482" y="446045"/>
                    <a:pt x="893699" y="440002"/>
                    <a:pt x="900223" y="432391"/>
                  </a:cubicBezTo>
                  <a:cubicBezTo>
                    <a:pt x="907911" y="423421"/>
                    <a:pt x="913800" y="413008"/>
                    <a:pt x="921488" y="404038"/>
                  </a:cubicBezTo>
                  <a:cubicBezTo>
                    <a:pt x="928012" y="396427"/>
                    <a:pt x="936336" y="390473"/>
                    <a:pt x="942754" y="382772"/>
                  </a:cubicBezTo>
                  <a:cubicBezTo>
                    <a:pt x="970099" y="349958"/>
                    <a:pt x="941953" y="371306"/>
                    <a:pt x="978195" y="340242"/>
                  </a:cubicBezTo>
                  <a:cubicBezTo>
                    <a:pt x="987165" y="332554"/>
                    <a:pt x="997579" y="326665"/>
                    <a:pt x="1006549" y="318977"/>
                  </a:cubicBezTo>
                  <a:cubicBezTo>
                    <a:pt x="1014160" y="312453"/>
                    <a:pt x="1019657" y="303539"/>
                    <a:pt x="1027814" y="297712"/>
                  </a:cubicBezTo>
                  <a:cubicBezTo>
                    <a:pt x="1036413" y="291570"/>
                    <a:pt x="1047569" y="289677"/>
                    <a:pt x="1056168" y="283535"/>
                  </a:cubicBezTo>
                  <a:cubicBezTo>
                    <a:pt x="1064325" y="277708"/>
                    <a:pt x="1069413" y="268285"/>
                    <a:pt x="1077433" y="262270"/>
                  </a:cubicBezTo>
                  <a:cubicBezTo>
                    <a:pt x="1088455" y="254004"/>
                    <a:pt x="1101412" y="248647"/>
                    <a:pt x="1112875" y="241005"/>
                  </a:cubicBezTo>
                  <a:cubicBezTo>
                    <a:pt x="1155788" y="212396"/>
                    <a:pt x="1124592" y="225285"/>
                    <a:pt x="1162493" y="212652"/>
                  </a:cubicBezTo>
                  <a:cubicBezTo>
                    <a:pt x="1213129" y="178894"/>
                    <a:pt x="1188493" y="188430"/>
                    <a:pt x="1233377" y="177210"/>
                  </a:cubicBezTo>
                  <a:cubicBezTo>
                    <a:pt x="1284488" y="151653"/>
                    <a:pt x="1251927" y="166954"/>
                    <a:pt x="1332614" y="134679"/>
                  </a:cubicBezTo>
                  <a:cubicBezTo>
                    <a:pt x="1344428" y="129953"/>
                    <a:pt x="1355712" y="123589"/>
                    <a:pt x="1368056" y="120503"/>
                  </a:cubicBezTo>
                  <a:lnTo>
                    <a:pt x="1424763" y="106326"/>
                  </a:lnTo>
                  <a:cubicBezTo>
                    <a:pt x="1465629" y="79081"/>
                    <a:pt x="1426207" y="102669"/>
                    <a:pt x="1467293" y="85061"/>
                  </a:cubicBezTo>
                  <a:cubicBezTo>
                    <a:pt x="1477006" y="80899"/>
                    <a:pt x="1485753" y="74594"/>
                    <a:pt x="1495647" y="70884"/>
                  </a:cubicBezTo>
                  <a:cubicBezTo>
                    <a:pt x="1504769" y="67463"/>
                    <a:pt x="1514758" y="66877"/>
                    <a:pt x="1524000" y="63796"/>
                  </a:cubicBezTo>
                  <a:cubicBezTo>
                    <a:pt x="1571771" y="47872"/>
                    <a:pt x="1545883" y="49531"/>
                    <a:pt x="1594884" y="42531"/>
                  </a:cubicBezTo>
                  <a:cubicBezTo>
                    <a:pt x="1616065" y="39505"/>
                    <a:pt x="1637498" y="38468"/>
                    <a:pt x="1658679" y="35442"/>
                  </a:cubicBezTo>
                  <a:cubicBezTo>
                    <a:pt x="1670606" y="33738"/>
                    <a:pt x="1682152" y="29735"/>
                    <a:pt x="1694121" y="28354"/>
                  </a:cubicBezTo>
                  <a:cubicBezTo>
                    <a:pt x="1743636" y="22641"/>
                    <a:pt x="1793439" y="19681"/>
                    <a:pt x="1842977" y="14177"/>
                  </a:cubicBezTo>
                  <a:lnTo>
                    <a:pt x="1906772" y="7089"/>
                  </a:lnTo>
                  <a:cubicBezTo>
                    <a:pt x="2079256" y="9452"/>
                    <a:pt x="2251847" y="7631"/>
                    <a:pt x="2424223" y="14177"/>
                  </a:cubicBezTo>
                  <a:cubicBezTo>
                    <a:pt x="2439156" y="14744"/>
                    <a:pt x="2452577" y="23628"/>
                    <a:pt x="2466754" y="28354"/>
                  </a:cubicBezTo>
                  <a:lnTo>
                    <a:pt x="2530549" y="49619"/>
                  </a:lnTo>
                  <a:lnTo>
                    <a:pt x="2594344" y="70884"/>
                  </a:lnTo>
                  <a:cubicBezTo>
                    <a:pt x="2601432" y="73247"/>
                    <a:pt x="2608282" y="76507"/>
                    <a:pt x="2615609" y="77972"/>
                  </a:cubicBezTo>
                  <a:cubicBezTo>
                    <a:pt x="2672032" y="89257"/>
                    <a:pt x="2639077" y="83731"/>
                    <a:pt x="2714847" y="92149"/>
                  </a:cubicBezTo>
                  <a:lnTo>
                    <a:pt x="3019647" y="85061"/>
                  </a:lnTo>
                  <a:cubicBezTo>
                    <a:pt x="3031922" y="84539"/>
                    <a:pt x="3085659" y="65420"/>
                    <a:pt x="3090530" y="63796"/>
                  </a:cubicBezTo>
                  <a:cubicBezTo>
                    <a:pt x="3097618" y="61433"/>
                    <a:pt x="3105578" y="60851"/>
                    <a:pt x="3111795" y="56707"/>
                  </a:cubicBezTo>
                  <a:cubicBezTo>
                    <a:pt x="3118884" y="51982"/>
                    <a:pt x="3125276" y="45991"/>
                    <a:pt x="3133061" y="42531"/>
                  </a:cubicBezTo>
                  <a:cubicBezTo>
                    <a:pt x="3172164" y="25152"/>
                    <a:pt x="3172915" y="30795"/>
                    <a:pt x="3211033" y="21265"/>
                  </a:cubicBezTo>
                  <a:cubicBezTo>
                    <a:pt x="3218282" y="19453"/>
                    <a:pt x="3224971" y="15642"/>
                    <a:pt x="3232298" y="14177"/>
                  </a:cubicBezTo>
                  <a:cubicBezTo>
                    <a:pt x="3248681" y="10901"/>
                    <a:pt x="3265403" y="9629"/>
                    <a:pt x="3281916" y="7089"/>
                  </a:cubicBezTo>
                  <a:cubicBezTo>
                    <a:pt x="3296121" y="4904"/>
                    <a:pt x="3310270" y="2363"/>
                    <a:pt x="3324447" y="0"/>
                  </a:cubicBezTo>
                  <a:cubicBezTo>
                    <a:pt x="3345712" y="2363"/>
                    <a:pt x="3367485" y="1900"/>
                    <a:pt x="3388242" y="7089"/>
                  </a:cubicBezTo>
                  <a:cubicBezTo>
                    <a:pt x="3401403" y="10379"/>
                    <a:pt x="3422836" y="34594"/>
                    <a:pt x="3430772" y="42531"/>
                  </a:cubicBezTo>
                  <a:cubicBezTo>
                    <a:pt x="3448591" y="95982"/>
                    <a:pt x="3424555" y="30097"/>
                    <a:pt x="3452037" y="85061"/>
                  </a:cubicBezTo>
                  <a:cubicBezTo>
                    <a:pt x="3455379" y="91744"/>
                    <a:pt x="3455784" y="99643"/>
                    <a:pt x="3459126" y="106326"/>
                  </a:cubicBezTo>
                  <a:cubicBezTo>
                    <a:pt x="3462936" y="113946"/>
                    <a:pt x="3469842" y="119806"/>
                    <a:pt x="3473302" y="127591"/>
                  </a:cubicBezTo>
                  <a:cubicBezTo>
                    <a:pt x="3479371" y="141247"/>
                    <a:pt x="3482753" y="155944"/>
                    <a:pt x="3487479" y="170121"/>
                  </a:cubicBezTo>
                  <a:lnTo>
                    <a:pt x="3494568" y="191386"/>
                  </a:lnTo>
                  <a:cubicBezTo>
                    <a:pt x="3492205" y="207926"/>
                    <a:pt x="3496449" y="226909"/>
                    <a:pt x="3487479" y="241005"/>
                  </a:cubicBezTo>
                  <a:cubicBezTo>
                    <a:pt x="3474354" y="261630"/>
                    <a:pt x="3445492" y="269178"/>
                    <a:pt x="3423684" y="276447"/>
                  </a:cubicBezTo>
                  <a:cubicBezTo>
                    <a:pt x="3375130" y="325001"/>
                    <a:pt x="3397836" y="307856"/>
                    <a:pt x="3359888" y="333154"/>
                  </a:cubicBezTo>
                  <a:cubicBezTo>
                    <a:pt x="3319262" y="394096"/>
                    <a:pt x="3367970" y="316990"/>
                    <a:pt x="3338623" y="375684"/>
                  </a:cubicBezTo>
                  <a:cubicBezTo>
                    <a:pt x="3334813" y="383304"/>
                    <a:pt x="3327907" y="389164"/>
                    <a:pt x="3324447" y="396949"/>
                  </a:cubicBezTo>
                  <a:cubicBezTo>
                    <a:pt x="3318378" y="410605"/>
                    <a:pt x="3314996" y="425302"/>
                    <a:pt x="3310270" y="439479"/>
                  </a:cubicBezTo>
                  <a:cubicBezTo>
                    <a:pt x="3293276" y="490460"/>
                    <a:pt x="3313890" y="426804"/>
                    <a:pt x="3296093" y="489098"/>
                  </a:cubicBezTo>
                  <a:cubicBezTo>
                    <a:pt x="3294040" y="496282"/>
                    <a:pt x="3291058" y="503179"/>
                    <a:pt x="3289005" y="510363"/>
                  </a:cubicBezTo>
                  <a:cubicBezTo>
                    <a:pt x="3282328" y="533731"/>
                    <a:pt x="3279703" y="549785"/>
                    <a:pt x="3274828" y="574159"/>
                  </a:cubicBezTo>
                  <a:cubicBezTo>
                    <a:pt x="3275851" y="579276"/>
                    <a:pt x="3282776" y="621521"/>
                    <a:pt x="3289005" y="630865"/>
                  </a:cubicBezTo>
                  <a:cubicBezTo>
                    <a:pt x="3294566" y="639206"/>
                    <a:pt x="3304443" y="643974"/>
                    <a:pt x="3310270" y="652131"/>
                  </a:cubicBezTo>
                  <a:cubicBezTo>
                    <a:pt x="3317992" y="662942"/>
                    <a:pt x="3335148" y="705501"/>
                    <a:pt x="3338623" y="715926"/>
                  </a:cubicBezTo>
                  <a:cubicBezTo>
                    <a:pt x="3341704" y="725168"/>
                    <a:pt x="3342631" y="735037"/>
                    <a:pt x="3345712" y="744279"/>
                  </a:cubicBezTo>
                  <a:cubicBezTo>
                    <a:pt x="3349736" y="756350"/>
                    <a:pt x="3355864" y="767650"/>
                    <a:pt x="3359888" y="779721"/>
                  </a:cubicBezTo>
                  <a:cubicBezTo>
                    <a:pt x="3362969" y="788963"/>
                    <a:pt x="3363556" y="798953"/>
                    <a:pt x="3366977" y="808075"/>
                  </a:cubicBezTo>
                  <a:cubicBezTo>
                    <a:pt x="3370687" y="817969"/>
                    <a:pt x="3377230" y="826617"/>
                    <a:pt x="3381154" y="836428"/>
                  </a:cubicBezTo>
                  <a:cubicBezTo>
                    <a:pt x="3386704" y="850303"/>
                    <a:pt x="3390604" y="864782"/>
                    <a:pt x="3395330" y="878959"/>
                  </a:cubicBezTo>
                  <a:cubicBezTo>
                    <a:pt x="3397693" y="886047"/>
                    <a:pt x="3400607" y="892975"/>
                    <a:pt x="3402419" y="900224"/>
                  </a:cubicBezTo>
                  <a:cubicBezTo>
                    <a:pt x="3418407" y="964180"/>
                    <a:pt x="3410433" y="938447"/>
                    <a:pt x="3423684" y="978196"/>
                  </a:cubicBezTo>
                  <a:cubicBezTo>
                    <a:pt x="3428029" y="1004266"/>
                    <a:pt x="3431913" y="1030393"/>
                    <a:pt x="3437861" y="1056168"/>
                  </a:cubicBezTo>
                  <a:cubicBezTo>
                    <a:pt x="3442242" y="1075153"/>
                    <a:pt x="3452037" y="1112875"/>
                    <a:pt x="3452037" y="1112875"/>
                  </a:cubicBezTo>
                  <a:cubicBezTo>
                    <a:pt x="3463726" y="1299879"/>
                    <a:pt x="3463747" y="1247579"/>
                    <a:pt x="3452037" y="1516912"/>
                  </a:cubicBezTo>
                  <a:cubicBezTo>
                    <a:pt x="3451514" y="1528949"/>
                    <a:pt x="3446781" y="1540446"/>
                    <a:pt x="3444949" y="1552354"/>
                  </a:cubicBezTo>
                  <a:cubicBezTo>
                    <a:pt x="3442053" y="1571182"/>
                    <a:pt x="3440993" y="1590271"/>
                    <a:pt x="3437861" y="1609061"/>
                  </a:cubicBezTo>
                  <a:cubicBezTo>
                    <a:pt x="3422403" y="1701810"/>
                    <a:pt x="3426729" y="1651541"/>
                    <a:pt x="3416595" y="1722475"/>
                  </a:cubicBezTo>
                  <a:cubicBezTo>
                    <a:pt x="3401476" y="1828306"/>
                    <a:pt x="3419621" y="1728609"/>
                    <a:pt x="3395330" y="1850065"/>
                  </a:cubicBezTo>
                  <a:cubicBezTo>
                    <a:pt x="3386776" y="1892837"/>
                    <a:pt x="3392052" y="1874075"/>
                    <a:pt x="3381154" y="1906772"/>
                  </a:cubicBezTo>
                  <a:cubicBezTo>
                    <a:pt x="3376428" y="1956391"/>
                    <a:pt x="3371778" y="2006017"/>
                    <a:pt x="3366977" y="2055628"/>
                  </a:cubicBezTo>
                  <a:cubicBezTo>
                    <a:pt x="3364690" y="2079263"/>
                    <a:pt x="3352379" y="2149039"/>
                    <a:pt x="3359888" y="2126512"/>
                  </a:cubicBezTo>
                  <a:lnTo>
                    <a:pt x="3374065" y="2083982"/>
                  </a:lnTo>
                  <a:lnTo>
                    <a:pt x="3381154" y="2062717"/>
                  </a:lnTo>
                  <a:cubicBezTo>
                    <a:pt x="3398024" y="2113329"/>
                    <a:pt x="3387041" y="2092813"/>
                    <a:pt x="3409507" y="2126512"/>
                  </a:cubicBezTo>
                  <a:cubicBezTo>
                    <a:pt x="3426126" y="2176373"/>
                    <a:pt x="3404499" y="2114830"/>
                    <a:pt x="3430772" y="2176131"/>
                  </a:cubicBezTo>
                  <a:cubicBezTo>
                    <a:pt x="3436876" y="2190373"/>
                    <a:pt x="3441350" y="2211354"/>
                    <a:pt x="3444949" y="2225749"/>
                  </a:cubicBezTo>
                  <a:cubicBezTo>
                    <a:pt x="3442586" y="2346251"/>
                    <a:pt x="3450932" y="2467441"/>
                    <a:pt x="3437861" y="2587256"/>
                  </a:cubicBezTo>
                  <a:cubicBezTo>
                    <a:pt x="3436827" y="2596737"/>
                    <a:pt x="3391888" y="2620841"/>
                    <a:pt x="3381154" y="2629786"/>
                  </a:cubicBezTo>
                  <a:cubicBezTo>
                    <a:pt x="3373453" y="2636204"/>
                    <a:pt x="3367589" y="2644634"/>
                    <a:pt x="3359888" y="2651052"/>
                  </a:cubicBezTo>
                  <a:cubicBezTo>
                    <a:pt x="3347328" y="2661518"/>
                    <a:pt x="3324539" y="2673290"/>
                    <a:pt x="3310270" y="2679405"/>
                  </a:cubicBezTo>
                  <a:cubicBezTo>
                    <a:pt x="3303402" y="2682348"/>
                    <a:pt x="3295807" y="2683401"/>
                    <a:pt x="3289005" y="2686493"/>
                  </a:cubicBezTo>
                  <a:cubicBezTo>
                    <a:pt x="3269766" y="2695238"/>
                    <a:pt x="3252347" y="2708164"/>
                    <a:pt x="3232298" y="2714847"/>
                  </a:cubicBezTo>
                  <a:cubicBezTo>
                    <a:pt x="3225210" y="2717210"/>
                    <a:pt x="3218241" y="2719969"/>
                    <a:pt x="3211033" y="2721935"/>
                  </a:cubicBezTo>
                  <a:cubicBezTo>
                    <a:pt x="3192235" y="2727062"/>
                    <a:pt x="3172810" y="2729951"/>
                    <a:pt x="3154326" y="2736112"/>
                  </a:cubicBezTo>
                  <a:cubicBezTo>
                    <a:pt x="3114579" y="2749360"/>
                    <a:pt x="3140304" y="2741390"/>
                    <a:pt x="3076354" y="2757377"/>
                  </a:cubicBezTo>
                  <a:cubicBezTo>
                    <a:pt x="3066903" y="2759740"/>
                    <a:pt x="3057553" y="2762554"/>
                    <a:pt x="3048000" y="2764465"/>
                  </a:cubicBezTo>
                  <a:cubicBezTo>
                    <a:pt x="3024372" y="2769191"/>
                    <a:pt x="3000492" y="2772797"/>
                    <a:pt x="2977116" y="2778642"/>
                  </a:cubicBezTo>
                  <a:cubicBezTo>
                    <a:pt x="2908006" y="2795921"/>
                    <a:pt x="2994265" y="2774832"/>
                    <a:pt x="2913321" y="2792819"/>
                  </a:cubicBezTo>
                  <a:cubicBezTo>
                    <a:pt x="2903811" y="2794932"/>
                    <a:pt x="2894335" y="2797231"/>
                    <a:pt x="2884968" y="2799907"/>
                  </a:cubicBezTo>
                  <a:cubicBezTo>
                    <a:pt x="2877783" y="2801960"/>
                    <a:pt x="2871054" y="2805659"/>
                    <a:pt x="2863702" y="2806996"/>
                  </a:cubicBezTo>
                  <a:cubicBezTo>
                    <a:pt x="2844960" y="2810404"/>
                    <a:pt x="2825785" y="2810952"/>
                    <a:pt x="2806995" y="2814084"/>
                  </a:cubicBezTo>
                  <a:cubicBezTo>
                    <a:pt x="2783227" y="2818045"/>
                    <a:pt x="2759740" y="2823535"/>
                    <a:pt x="2736112" y="2828261"/>
                  </a:cubicBezTo>
                  <a:cubicBezTo>
                    <a:pt x="2724298" y="2830624"/>
                    <a:pt x="2712554" y="2833368"/>
                    <a:pt x="2700670" y="2835349"/>
                  </a:cubicBezTo>
                  <a:cubicBezTo>
                    <a:pt x="2686788" y="2837663"/>
                    <a:pt x="2638256" y="2845283"/>
                    <a:pt x="2622698" y="2849526"/>
                  </a:cubicBezTo>
                  <a:cubicBezTo>
                    <a:pt x="2537231" y="2872835"/>
                    <a:pt x="2626693" y="2857888"/>
                    <a:pt x="2523461" y="2870791"/>
                  </a:cubicBezTo>
                  <a:cubicBezTo>
                    <a:pt x="2506921" y="2875517"/>
                    <a:pt x="2490283" y="2879909"/>
                    <a:pt x="2473842" y="2884968"/>
                  </a:cubicBezTo>
                  <a:cubicBezTo>
                    <a:pt x="2459559" y="2889363"/>
                    <a:pt x="2445809" y="2895521"/>
                    <a:pt x="2431312" y="2899145"/>
                  </a:cubicBezTo>
                  <a:cubicBezTo>
                    <a:pt x="2417369" y="2902631"/>
                    <a:pt x="2402958" y="2903870"/>
                    <a:pt x="2388781" y="2906233"/>
                  </a:cubicBezTo>
                  <a:cubicBezTo>
                    <a:pt x="2313236" y="2936452"/>
                    <a:pt x="2393199" y="2906962"/>
                    <a:pt x="2317898" y="2927498"/>
                  </a:cubicBezTo>
                  <a:cubicBezTo>
                    <a:pt x="2303481" y="2931430"/>
                    <a:pt x="2289785" y="2937743"/>
                    <a:pt x="2275368" y="2941675"/>
                  </a:cubicBezTo>
                  <a:cubicBezTo>
                    <a:pt x="2263745" y="2944845"/>
                    <a:pt x="2251791" y="2946669"/>
                    <a:pt x="2239926" y="2948763"/>
                  </a:cubicBezTo>
                  <a:lnTo>
                    <a:pt x="2154865" y="2962940"/>
                  </a:lnTo>
                  <a:cubicBezTo>
                    <a:pt x="2095871" y="2972772"/>
                    <a:pt x="2126544" y="2967998"/>
                    <a:pt x="2062716" y="2977117"/>
                  </a:cubicBezTo>
                  <a:cubicBezTo>
                    <a:pt x="1824074" y="2972391"/>
                    <a:pt x="1585094" y="2976502"/>
                    <a:pt x="1346791" y="2962940"/>
                  </a:cubicBezTo>
                  <a:cubicBezTo>
                    <a:pt x="1293570" y="2959911"/>
                    <a:pt x="1242562" y="2940427"/>
                    <a:pt x="1190847" y="2927498"/>
                  </a:cubicBezTo>
                  <a:cubicBezTo>
                    <a:pt x="1139665" y="2914702"/>
                    <a:pt x="1009996" y="2878385"/>
                    <a:pt x="956930" y="2856614"/>
                  </a:cubicBezTo>
                  <a:cubicBezTo>
                    <a:pt x="899218" y="2832938"/>
                    <a:pt x="840691" y="2810073"/>
                    <a:pt x="786809" y="2778642"/>
                  </a:cubicBezTo>
                  <a:cubicBezTo>
                    <a:pt x="758456" y="2762103"/>
                    <a:pt x="729061" y="2747232"/>
                    <a:pt x="701749" y="2729024"/>
                  </a:cubicBezTo>
                  <a:cubicBezTo>
                    <a:pt x="694661" y="2724298"/>
                    <a:pt x="687029" y="2720301"/>
                    <a:pt x="680484" y="2714847"/>
                  </a:cubicBezTo>
                  <a:cubicBezTo>
                    <a:pt x="672783" y="2708429"/>
                    <a:pt x="666307" y="2700670"/>
                    <a:pt x="659219" y="2693582"/>
                  </a:cubicBezTo>
                  <a:cubicBezTo>
                    <a:pt x="656856" y="2681768"/>
                    <a:pt x="655300" y="2669763"/>
                    <a:pt x="652130" y="2658140"/>
                  </a:cubicBezTo>
                  <a:cubicBezTo>
                    <a:pt x="648198" y="2643723"/>
                    <a:pt x="641578" y="2630107"/>
                    <a:pt x="637954" y="2615610"/>
                  </a:cubicBezTo>
                  <a:cubicBezTo>
                    <a:pt x="630596" y="2586179"/>
                    <a:pt x="626629" y="2564147"/>
                    <a:pt x="616688" y="2537638"/>
                  </a:cubicBezTo>
                  <a:cubicBezTo>
                    <a:pt x="587110" y="2458763"/>
                    <a:pt x="618107" y="2548982"/>
                    <a:pt x="588335" y="2459665"/>
                  </a:cubicBezTo>
                  <a:lnTo>
                    <a:pt x="581247" y="2438400"/>
                  </a:lnTo>
                  <a:cubicBezTo>
                    <a:pt x="578884" y="2431312"/>
                    <a:pt x="575970" y="2424384"/>
                    <a:pt x="574158" y="2417135"/>
                  </a:cubicBezTo>
                  <a:cubicBezTo>
                    <a:pt x="565878" y="2384017"/>
                    <a:pt x="558348" y="2357720"/>
                    <a:pt x="552893" y="2324986"/>
                  </a:cubicBezTo>
                  <a:cubicBezTo>
                    <a:pt x="549121" y="2302353"/>
                    <a:pt x="543951" y="2256395"/>
                    <a:pt x="538716" y="2232838"/>
                  </a:cubicBezTo>
                  <a:cubicBezTo>
                    <a:pt x="537095" y="2225544"/>
                    <a:pt x="533681" y="2218757"/>
                    <a:pt x="531628" y="2211572"/>
                  </a:cubicBezTo>
                  <a:cubicBezTo>
                    <a:pt x="528952" y="2202205"/>
                    <a:pt x="526653" y="2192729"/>
                    <a:pt x="524540" y="2183219"/>
                  </a:cubicBezTo>
                  <a:cubicBezTo>
                    <a:pt x="506542" y="2102229"/>
                    <a:pt x="527649" y="2188570"/>
                    <a:pt x="510363" y="2119424"/>
                  </a:cubicBezTo>
                  <a:cubicBezTo>
                    <a:pt x="508000" y="2098159"/>
                    <a:pt x="506993" y="2076699"/>
                    <a:pt x="503275" y="2055628"/>
                  </a:cubicBezTo>
                  <a:cubicBezTo>
                    <a:pt x="491469" y="1988724"/>
                    <a:pt x="490662" y="2014107"/>
                    <a:pt x="474921" y="1956391"/>
                  </a:cubicBezTo>
                  <a:cubicBezTo>
                    <a:pt x="471751" y="1944768"/>
                    <a:pt x="470447" y="1932710"/>
                    <a:pt x="467833" y="1920949"/>
                  </a:cubicBezTo>
                  <a:cubicBezTo>
                    <a:pt x="461901" y="1894256"/>
                    <a:pt x="461547" y="1895005"/>
                    <a:pt x="453656" y="1871331"/>
                  </a:cubicBezTo>
                  <a:cubicBezTo>
                    <a:pt x="451293" y="1857154"/>
                    <a:pt x="449686" y="1842830"/>
                    <a:pt x="446568" y="1828800"/>
                  </a:cubicBezTo>
                  <a:cubicBezTo>
                    <a:pt x="444947" y="1821506"/>
                    <a:pt x="440816" y="1814886"/>
                    <a:pt x="439479" y="1807535"/>
                  </a:cubicBezTo>
                  <a:cubicBezTo>
                    <a:pt x="435022" y="1783023"/>
                    <a:pt x="427336" y="1700281"/>
                    <a:pt x="425302" y="1679945"/>
                  </a:cubicBezTo>
                  <a:cubicBezTo>
                    <a:pt x="430713" y="1609605"/>
                    <a:pt x="425687" y="1607715"/>
                    <a:pt x="439479" y="1559442"/>
                  </a:cubicBezTo>
                  <a:cubicBezTo>
                    <a:pt x="441532" y="1552258"/>
                    <a:pt x="443226" y="1544860"/>
                    <a:pt x="446568" y="1538177"/>
                  </a:cubicBezTo>
                  <a:cubicBezTo>
                    <a:pt x="450378" y="1530557"/>
                    <a:pt x="456019" y="1524000"/>
                    <a:pt x="460744" y="1516912"/>
                  </a:cubicBezTo>
                  <a:cubicBezTo>
                    <a:pt x="471989" y="1471936"/>
                    <a:pt x="474539" y="1474966"/>
                    <a:pt x="460744" y="1410586"/>
                  </a:cubicBezTo>
                  <a:cubicBezTo>
                    <a:pt x="458959" y="1402256"/>
                    <a:pt x="452022" y="1395865"/>
                    <a:pt x="446568" y="1389321"/>
                  </a:cubicBezTo>
                  <a:cubicBezTo>
                    <a:pt x="418331" y="1355437"/>
                    <a:pt x="434447" y="1379221"/>
                    <a:pt x="404037" y="1353879"/>
                  </a:cubicBezTo>
                  <a:cubicBezTo>
                    <a:pt x="396336" y="1347461"/>
                    <a:pt x="390473" y="1339031"/>
                    <a:pt x="382772" y="1332614"/>
                  </a:cubicBezTo>
                  <a:cubicBezTo>
                    <a:pt x="376227" y="1327160"/>
                    <a:pt x="368439" y="1323390"/>
                    <a:pt x="361507" y="1318438"/>
                  </a:cubicBezTo>
                  <a:cubicBezTo>
                    <a:pt x="288012" y="1265941"/>
                    <a:pt x="388431" y="1334023"/>
                    <a:pt x="290623" y="1268819"/>
                  </a:cubicBezTo>
                  <a:cubicBezTo>
                    <a:pt x="283535" y="1264093"/>
                    <a:pt x="276978" y="1258452"/>
                    <a:pt x="269358" y="1254642"/>
                  </a:cubicBezTo>
                  <a:cubicBezTo>
                    <a:pt x="259907" y="1249916"/>
                    <a:pt x="250179" y="1245707"/>
                    <a:pt x="241005" y="1240465"/>
                  </a:cubicBezTo>
                  <a:cubicBezTo>
                    <a:pt x="207403" y="1221264"/>
                    <a:pt x="230466" y="1231683"/>
                    <a:pt x="198475" y="1205024"/>
                  </a:cubicBezTo>
                  <a:cubicBezTo>
                    <a:pt x="180153" y="1189756"/>
                    <a:pt x="177257" y="1190863"/>
                    <a:pt x="155944" y="1183759"/>
                  </a:cubicBezTo>
                  <a:lnTo>
                    <a:pt x="113414" y="1155405"/>
                  </a:lnTo>
                  <a:lnTo>
                    <a:pt x="92149" y="1141228"/>
                  </a:lnTo>
                  <a:cubicBezTo>
                    <a:pt x="87423" y="1134140"/>
                    <a:pt x="83996" y="1125987"/>
                    <a:pt x="77972" y="1119963"/>
                  </a:cubicBezTo>
                  <a:cubicBezTo>
                    <a:pt x="71948" y="1113939"/>
                    <a:pt x="62029" y="1112438"/>
                    <a:pt x="56707" y="1105786"/>
                  </a:cubicBezTo>
                  <a:cubicBezTo>
                    <a:pt x="52040" y="1099952"/>
                    <a:pt x="52960" y="1091204"/>
                    <a:pt x="49619" y="1084521"/>
                  </a:cubicBezTo>
                  <a:cubicBezTo>
                    <a:pt x="45809" y="1076901"/>
                    <a:pt x="39252" y="1070876"/>
                    <a:pt x="35442" y="1063256"/>
                  </a:cubicBezTo>
                  <a:cubicBezTo>
                    <a:pt x="29752" y="1051875"/>
                    <a:pt x="25613" y="1039772"/>
                    <a:pt x="21265" y="1027814"/>
                  </a:cubicBezTo>
                  <a:cubicBezTo>
                    <a:pt x="16158" y="1013770"/>
                    <a:pt x="7088" y="985284"/>
                    <a:pt x="7088" y="985284"/>
                  </a:cubicBezTo>
                  <a:cubicBezTo>
                    <a:pt x="4725" y="968744"/>
                    <a:pt x="0" y="952373"/>
                    <a:pt x="0" y="935665"/>
                  </a:cubicBezTo>
                  <a:cubicBezTo>
                    <a:pt x="0" y="916616"/>
                    <a:pt x="13" y="896646"/>
                    <a:pt x="7088" y="878959"/>
                  </a:cubicBezTo>
                  <a:cubicBezTo>
                    <a:pt x="10252" y="871049"/>
                    <a:pt x="20053" y="866698"/>
                    <a:pt x="28354" y="864782"/>
                  </a:cubicBezTo>
                  <a:cubicBezTo>
                    <a:pt x="51491" y="859442"/>
                    <a:pt x="75609" y="860056"/>
                    <a:pt x="99237" y="857693"/>
                  </a:cubicBezTo>
                  <a:cubicBezTo>
                    <a:pt x="148509" y="824847"/>
                    <a:pt x="86574" y="864025"/>
                    <a:pt x="155944" y="829340"/>
                  </a:cubicBezTo>
                  <a:cubicBezTo>
                    <a:pt x="210903" y="801860"/>
                    <a:pt x="145028" y="825889"/>
                    <a:pt x="198475" y="808075"/>
                  </a:cubicBezTo>
                  <a:cubicBezTo>
                    <a:pt x="247222" y="775576"/>
                    <a:pt x="224841" y="774333"/>
                    <a:pt x="262270" y="786810"/>
                  </a:cubicBezTo>
                  <a:cubicBezTo>
                    <a:pt x="310870" y="770609"/>
                    <a:pt x="250562" y="789736"/>
                    <a:pt x="318977" y="772633"/>
                  </a:cubicBezTo>
                  <a:cubicBezTo>
                    <a:pt x="326226" y="770821"/>
                    <a:pt x="332993" y="767357"/>
                    <a:pt x="340242" y="765545"/>
                  </a:cubicBezTo>
                  <a:cubicBezTo>
                    <a:pt x="420393" y="745507"/>
                    <a:pt x="326976" y="774692"/>
                    <a:pt x="418214" y="744279"/>
                  </a:cubicBezTo>
                  <a:lnTo>
                    <a:pt x="482009" y="723014"/>
                  </a:lnTo>
                  <a:lnTo>
                    <a:pt x="503275" y="715926"/>
                  </a:lnTo>
                  <a:cubicBezTo>
                    <a:pt x="564218" y="675296"/>
                    <a:pt x="487111" y="724008"/>
                    <a:pt x="545805" y="694661"/>
                  </a:cubicBezTo>
                  <a:cubicBezTo>
                    <a:pt x="600769" y="667179"/>
                    <a:pt x="534885" y="691212"/>
                    <a:pt x="588335" y="673396"/>
                  </a:cubicBezTo>
                  <a:cubicBezTo>
                    <a:pt x="641132" y="638197"/>
                    <a:pt x="576287" y="683436"/>
                    <a:pt x="630865" y="637954"/>
                  </a:cubicBezTo>
                  <a:cubicBezTo>
                    <a:pt x="637410" y="632500"/>
                    <a:pt x="645585" y="629231"/>
                    <a:pt x="652130" y="623777"/>
                  </a:cubicBezTo>
                  <a:cubicBezTo>
                    <a:pt x="706703" y="578299"/>
                    <a:pt x="641866" y="623531"/>
                    <a:pt x="694661" y="588335"/>
                  </a:cubicBezTo>
                  <a:cubicBezTo>
                    <a:pt x="699386" y="581247"/>
                    <a:pt x="702426" y="572680"/>
                    <a:pt x="708837" y="567070"/>
                  </a:cubicBezTo>
                  <a:cubicBezTo>
                    <a:pt x="721660" y="555850"/>
                    <a:pt x="751368" y="538717"/>
                    <a:pt x="751368" y="538717"/>
                  </a:cubicBezTo>
                  <a:cubicBezTo>
                    <a:pt x="756093" y="531629"/>
                    <a:pt x="758892" y="522774"/>
                    <a:pt x="765544" y="517452"/>
                  </a:cubicBezTo>
                  <a:cubicBezTo>
                    <a:pt x="771378" y="512784"/>
                    <a:pt x="780277" y="513992"/>
                    <a:pt x="786809" y="510363"/>
                  </a:cubicBezTo>
                  <a:cubicBezTo>
                    <a:pt x="801703" y="502088"/>
                    <a:pt x="815163" y="491461"/>
                    <a:pt x="829340" y="482010"/>
                  </a:cubicBezTo>
                  <a:lnTo>
                    <a:pt x="871870" y="453656"/>
                  </a:lnTo>
                  <a:cubicBezTo>
                    <a:pt x="878958" y="448930"/>
                    <a:pt x="887111" y="445503"/>
                    <a:pt x="893135" y="439479"/>
                  </a:cubicBezTo>
                  <a:cubicBezTo>
                    <a:pt x="908813" y="423801"/>
                    <a:pt x="915926" y="413908"/>
                    <a:pt x="935665" y="404038"/>
                  </a:cubicBezTo>
                  <a:cubicBezTo>
                    <a:pt x="942348" y="400696"/>
                    <a:pt x="949842" y="399312"/>
                    <a:pt x="956930" y="396949"/>
                  </a:cubicBezTo>
                  <a:lnTo>
                    <a:pt x="971107" y="375684"/>
                  </a:lnTo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6" name="手繪多邊形 5">
              <a:extLst>
                <a:ext uri="{FF2B5EF4-FFF2-40B4-BE49-F238E27FC236}">
                  <a16:creationId xmlns:a16="http://schemas.microsoft.com/office/drawing/2014/main" id="{473F58CB-03A7-BE2C-9AB2-C803C2CC039D}"/>
                </a:ext>
              </a:extLst>
            </p:cNvPr>
            <p:cNvSpPr/>
            <p:nvPr/>
          </p:nvSpPr>
          <p:spPr>
            <a:xfrm>
              <a:off x="5791200" y="3388242"/>
              <a:ext cx="3113713" cy="2176130"/>
            </a:xfrm>
            <a:custGeom>
              <a:avLst/>
              <a:gdLst>
                <a:gd name="csX0" fmla="*/ 2970028 w 3113713"/>
                <a:gd name="csY0" fmla="*/ 829339 h 2176130"/>
                <a:gd name="csX1" fmla="*/ 2991293 w 3113713"/>
                <a:gd name="csY1" fmla="*/ 971107 h 2176130"/>
                <a:gd name="csX2" fmla="*/ 2998381 w 3113713"/>
                <a:gd name="csY2" fmla="*/ 1013637 h 2176130"/>
                <a:gd name="csX3" fmla="*/ 3026735 w 3113713"/>
                <a:gd name="csY3" fmla="*/ 1070344 h 2176130"/>
                <a:gd name="csX4" fmla="*/ 3033823 w 3113713"/>
                <a:gd name="csY4" fmla="*/ 1098698 h 2176130"/>
                <a:gd name="csX5" fmla="*/ 3048000 w 3113713"/>
                <a:gd name="csY5" fmla="*/ 1134139 h 2176130"/>
                <a:gd name="csX6" fmla="*/ 3055088 w 3113713"/>
                <a:gd name="csY6" fmla="*/ 1169581 h 2176130"/>
                <a:gd name="csX7" fmla="*/ 3069265 w 3113713"/>
                <a:gd name="csY7" fmla="*/ 1212111 h 2176130"/>
                <a:gd name="csX8" fmla="*/ 3083442 w 3113713"/>
                <a:gd name="csY8" fmla="*/ 1275907 h 2176130"/>
                <a:gd name="csX9" fmla="*/ 3090530 w 3113713"/>
                <a:gd name="csY9" fmla="*/ 1318437 h 2176130"/>
                <a:gd name="csX10" fmla="*/ 3104707 w 3113713"/>
                <a:gd name="csY10" fmla="*/ 1368056 h 2176130"/>
                <a:gd name="csX11" fmla="*/ 3104707 w 3113713"/>
                <a:gd name="csY11" fmla="*/ 1715386 h 2176130"/>
                <a:gd name="csX12" fmla="*/ 3097619 w 3113713"/>
                <a:gd name="csY12" fmla="*/ 1743739 h 2176130"/>
                <a:gd name="csX13" fmla="*/ 3090530 w 3113713"/>
                <a:gd name="csY13" fmla="*/ 1786270 h 2176130"/>
                <a:gd name="csX14" fmla="*/ 3083442 w 3113713"/>
                <a:gd name="csY14" fmla="*/ 1807535 h 2176130"/>
                <a:gd name="csX15" fmla="*/ 3076353 w 3113713"/>
                <a:gd name="csY15" fmla="*/ 1850065 h 2176130"/>
                <a:gd name="csX16" fmla="*/ 3062177 w 3113713"/>
                <a:gd name="csY16" fmla="*/ 1899684 h 2176130"/>
                <a:gd name="csX17" fmla="*/ 3048000 w 3113713"/>
                <a:gd name="csY17" fmla="*/ 1956391 h 2176130"/>
                <a:gd name="csX18" fmla="*/ 3040912 w 3113713"/>
                <a:gd name="csY18" fmla="*/ 1984744 h 2176130"/>
                <a:gd name="csX19" fmla="*/ 3026735 w 3113713"/>
                <a:gd name="csY19" fmla="*/ 2041451 h 2176130"/>
                <a:gd name="csX20" fmla="*/ 3019647 w 3113713"/>
                <a:gd name="csY20" fmla="*/ 2069805 h 2176130"/>
                <a:gd name="csX21" fmla="*/ 3005470 w 3113713"/>
                <a:gd name="csY21" fmla="*/ 2098158 h 2176130"/>
                <a:gd name="csX22" fmla="*/ 2998381 w 3113713"/>
                <a:gd name="csY22" fmla="*/ 2119423 h 2176130"/>
                <a:gd name="csX23" fmla="*/ 2991293 w 3113713"/>
                <a:gd name="csY23" fmla="*/ 2154865 h 2176130"/>
                <a:gd name="csX24" fmla="*/ 2970028 w 3113713"/>
                <a:gd name="csY24" fmla="*/ 2176130 h 2176130"/>
                <a:gd name="csX25" fmla="*/ 2282456 w 3113713"/>
                <a:gd name="csY25" fmla="*/ 2169042 h 2176130"/>
                <a:gd name="csX26" fmla="*/ 2183219 w 3113713"/>
                <a:gd name="csY26" fmla="*/ 2161953 h 2176130"/>
                <a:gd name="csX27" fmla="*/ 2069805 w 3113713"/>
                <a:gd name="csY27" fmla="*/ 2147777 h 2176130"/>
                <a:gd name="csX28" fmla="*/ 2013098 w 3113713"/>
                <a:gd name="csY28" fmla="*/ 2140688 h 2176130"/>
                <a:gd name="csX29" fmla="*/ 1913860 w 3113713"/>
                <a:gd name="csY29" fmla="*/ 2119423 h 2176130"/>
                <a:gd name="csX30" fmla="*/ 1871330 w 3113713"/>
                <a:gd name="csY30" fmla="*/ 2105246 h 2176130"/>
                <a:gd name="csX31" fmla="*/ 1835888 w 3113713"/>
                <a:gd name="csY31" fmla="*/ 2098158 h 2176130"/>
                <a:gd name="csX32" fmla="*/ 1765005 w 3113713"/>
                <a:gd name="csY32" fmla="*/ 2069805 h 2176130"/>
                <a:gd name="csX33" fmla="*/ 1679944 w 3113713"/>
                <a:gd name="csY33" fmla="*/ 2041451 h 2176130"/>
                <a:gd name="csX34" fmla="*/ 1637414 w 3113713"/>
                <a:gd name="csY34" fmla="*/ 2027274 h 2176130"/>
                <a:gd name="csX35" fmla="*/ 1601972 w 3113713"/>
                <a:gd name="csY35" fmla="*/ 2013098 h 2176130"/>
                <a:gd name="csX36" fmla="*/ 1559442 w 3113713"/>
                <a:gd name="csY36" fmla="*/ 1998921 h 2176130"/>
                <a:gd name="csX37" fmla="*/ 1488558 w 3113713"/>
                <a:gd name="csY37" fmla="*/ 1970567 h 2176130"/>
                <a:gd name="csX38" fmla="*/ 1460205 w 3113713"/>
                <a:gd name="csY38" fmla="*/ 1956391 h 2176130"/>
                <a:gd name="csX39" fmla="*/ 1438940 w 3113713"/>
                <a:gd name="csY39" fmla="*/ 1949302 h 2176130"/>
                <a:gd name="csX40" fmla="*/ 1417674 w 3113713"/>
                <a:gd name="csY40" fmla="*/ 1935125 h 2176130"/>
                <a:gd name="csX41" fmla="*/ 1375144 w 3113713"/>
                <a:gd name="csY41" fmla="*/ 1920949 h 2176130"/>
                <a:gd name="csX42" fmla="*/ 1304260 w 3113713"/>
                <a:gd name="csY42" fmla="*/ 1899684 h 2176130"/>
                <a:gd name="csX43" fmla="*/ 1197935 w 3113713"/>
                <a:gd name="csY43" fmla="*/ 1885507 h 2176130"/>
                <a:gd name="csX44" fmla="*/ 1070344 w 3113713"/>
                <a:gd name="csY44" fmla="*/ 1857153 h 2176130"/>
                <a:gd name="csX45" fmla="*/ 1034902 w 3113713"/>
                <a:gd name="csY45" fmla="*/ 1850065 h 2176130"/>
                <a:gd name="csX46" fmla="*/ 999460 w 3113713"/>
                <a:gd name="csY46" fmla="*/ 1842977 h 2176130"/>
                <a:gd name="csX47" fmla="*/ 907312 w 3113713"/>
                <a:gd name="csY47" fmla="*/ 1821711 h 2176130"/>
                <a:gd name="csX48" fmla="*/ 864781 w 3113713"/>
                <a:gd name="csY48" fmla="*/ 1807535 h 2176130"/>
                <a:gd name="csX49" fmla="*/ 772633 w 3113713"/>
                <a:gd name="csY49" fmla="*/ 1779181 h 2176130"/>
                <a:gd name="csX50" fmla="*/ 737191 w 3113713"/>
                <a:gd name="csY50" fmla="*/ 1765005 h 2176130"/>
                <a:gd name="csX51" fmla="*/ 694660 w 3113713"/>
                <a:gd name="csY51" fmla="*/ 1750828 h 2176130"/>
                <a:gd name="csX52" fmla="*/ 637953 w 3113713"/>
                <a:gd name="csY52" fmla="*/ 1729563 h 2176130"/>
                <a:gd name="csX53" fmla="*/ 609600 w 3113713"/>
                <a:gd name="csY53" fmla="*/ 1715386 h 2176130"/>
                <a:gd name="csX54" fmla="*/ 552893 w 3113713"/>
                <a:gd name="csY54" fmla="*/ 1701209 h 2176130"/>
                <a:gd name="csX55" fmla="*/ 524540 w 3113713"/>
                <a:gd name="csY55" fmla="*/ 1694121 h 2176130"/>
                <a:gd name="csX56" fmla="*/ 482009 w 3113713"/>
                <a:gd name="csY56" fmla="*/ 1679944 h 2176130"/>
                <a:gd name="csX57" fmla="*/ 439479 w 3113713"/>
                <a:gd name="csY57" fmla="*/ 1672856 h 2176130"/>
                <a:gd name="csX58" fmla="*/ 411126 w 3113713"/>
                <a:gd name="csY58" fmla="*/ 1665767 h 2176130"/>
                <a:gd name="csX59" fmla="*/ 297712 w 3113713"/>
                <a:gd name="csY59" fmla="*/ 1644502 h 2176130"/>
                <a:gd name="csX60" fmla="*/ 276447 w 3113713"/>
                <a:gd name="csY60" fmla="*/ 1637414 h 2176130"/>
                <a:gd name="csX61" fmla="*/ 248093 w 3113713"/>
                <a:gd name="csY61" fmla="*/ 1630325 h 2176130"/>
                <a:gd name="csX62" fmla="*/ 226828 w 3113713"/>
                <a:gd name="csY62" fmla="*/ 1623237 h 2176130"/>
                <a:gd name="csX63" fmla="*/ 170121 w 3113713"/>
                <a:gd name="csY63" fmla="*/ 1609060 h 2176130"/>
                <a:gd name="csX64" fmla="*/ 127591 w 3113713"/>
                <a:gd name="csY64" fmla="*/ 1594884 h 2176130"/>
                <a:gd name="csX65" fmla="*/ 106326 w 3113713"/>
                <a:gd name="csY65" fmla="*/ 1580707 h 2176130"/>
                <a:gd name="csX66" fmla="*/ 85060 w 3113713"/>
                <a:gd name="csY66" fmla="*/ 1538177 h 2176130"/>
                <a:gd name="csX67" fmla="*/ 49619 w 3113713"/>
                <a:gd name="csY67" fmla="*/ 1446028 h 2176130"/>
                <a:gd name="csX68" fmla="*/ 42530 w 3113713"/>
                <a:gd name="csY68" fmla="*/ 1410586 h 2176130"/>
                <a:gd name="csX69" fmla="*/ 28353 w 3113713"/>
                <a:gd name="csY69" fmla="*/ 1382232 h 2176130"/>
                <a:gd name="csX70" fmla="*/ 21265 w 3113713"/>
                <a:gd name="csY70" fmla="*/ 1360967 h 2176130"/>
                <a:gd name="csX71" fmla="*/ 7088 w 3113713"/>
                <a:gd name="csY71" fmla="*/ 1226288 h 2176130"/>
                <a:gd name="csX72" fmla="*/ 0 w 3113713"/>
                <a:gd name="csY72" fmla="*/ 1098698 h 2176130"/>
                <a:gd name="csX73" fmla="*/ 7088 w 3113713"/>
                <a:gd name="csY73" fmla="*/ 559981 h 2176130"/>
                <a:gd name="csX74" fmla="*/ 28353 w 3113713"/>
                <a:gd name="csY74" fmla="*/ 489098 h 2176130"/>
                <a:gd name="csX75" fmla="*/ 42530 w 3113713"/>
                <a:gd name="csY75" fmla="*/ 425302 h 2176130"/>
                <a:gd name="csX76" fmla="*/ 49619 w 3113713"/>
                <a:gd name="csY76" fmla="*/ 396949 h 2176130"/>
                <a:gd name="csX77" fmla="*/ 63795 w 3113713"/>
                <a:gd name="csY77" fmla="*/ 368595 h 2176130"/>
                <a:gd name="csX78" fmla="*/ 70884 w 3113713"/>
                <a:gd name="csY78" fmla="*/ 340242 h 2176130"/>
                <a:gd name="csX79" fmla="*/ 85060 w 3113713"/>
                <a:gd name="csY79" fmla="*/ 297711 h 2176130"/>
                <a:gd name="csX80" fmla="*/ 99237 w 3113713"/>
                <a:gd name="csY80" fmla="*/ 248093 h 2176130"/>
                <a:gd name="csX81" fmla="*/ 106326 w 3113713"/>
                <a:gd name="csY81" fmla="*/ 219739 h 2176130"/>
                <a:gd name="csX82" fmla="*/ 120502 w 3113713"/>
                <a:gd name="csY82" fmla="*/ 177209 h 2176130"/>
                <a:gd name="csX83" fmla="*/ 127591 w 3113713"/>
                <a:gd name="csY83" fmla="*/ 148856 h 2176130"/>
                <a:gd name="csX84" fmla="*/ 141767 w 3113713"/>
                <a:gd name="csY84" fmla="*/ 120502 h 2176130"/>
                <a:gd name="csX85" fmla="*/ 163033 w 3113713"/>
                <a:gd name="csY85" fmla="*/ 77972 h 2176130"/>
                <a:gd name="csX86" fmla="*/ 177209 w 3113713"/>
                <a:gd name="csY86" fmla="*/ 49618 h 2176130"/>
                <a:gd name="csX87" fmla="*/ 198474 w 3113713"/>
                <a:gd name="csY87" fmla="*/ 28353 h 2176130"/>
                <a:gd name="csX88" fmla="*/ 233916 w 3113713"/>
                <a:gd name="csY88" fmla="*/ 0 h 2176130"/>
                <a:gd name="csX89" fmla="*/ 510363 w 3113713"/>
                <a:gd name="csY89" fmla="*/ 14177 h 2176130"/>
                <a:gd name="csX90" fmla="*/ 715926 w 3113713"/>
                <a:gd name="csY90" fmla="*/ 35442 h 2176130"/>
                <a:gd name="csX91" fmla="*/ 815163 w 3113713"/>
                <a:gd name="csY91" fmla="*/ 42530 h 2176130"/>
                <a:gd name="csX92" fmla="*/ 992372 w 3113713"/>
                <a:gd name="csY92" fmla="*/ 56707 h 2176130"/>
                <a:gd name="csX93" fmla="*/ 1034902 w 3113713"/>
                <a:gd name="csY93" fmla="*/ 70884 h 2176130"/>
                <a:gd name="csX94" fmla="*/ 1134140 w 3113713"/>
                <a:gd name="csY94" fmla="*/ 85060 h 2176130"/>
                <a:gd name="csX95" fmla="*/ 1176670 w 3113713"/>
                <a:gd name="csY95" fmla="*/ 92149 h 2176130"/>
                <a:gd name="csX96" fmla="*/ 1275907 w 3113713"/>
                <a:gd name="csY96" fmla="*/ 106325 h 2176130"/>
                <a:gd name="csX97" fmla="*/ 1467293 w 3113713"/>
                <a:gd name="csY97" fmla="*/ 148856 h 2176130"/>
                <a:gd name="csX98" fmla="*/ 1531088 w 3113713"/>
                <a:gd name="csY98" fmla="*/ 163032 h 2176130"/>
                <a:gd name="csX99" fmla="*/ 1623237 w 3113713"/>
                <a:gd name="csY99" fmla="*/ 184298 h 2176130"/>
                <a:gd name="csX100" fmla="*/ 1694121 w 3113713"/>
                <a:gd name="csY100" fmla="*/ 205563 h 2176130"/>
                <a:gd name="csX101" fmla="*/ 1765005 w 3113713"/>
                <a:gd name="csY101" fmla="*/ 226828 h 2176130"/>
                <a:gd name="csX102" fmla="*/ 1864242 w 3113713"/>
                <a:gd name="csY102" fmla="*/ 262270 h 2176130"/>
                <a:gd name="csX103" fmla="*/ 1913860 w 3113713"/>
                <a:gd name="csY103" fmla="*/ 283535 h 2176130"/>
                <a:gd name="csX104" fmla="*/ 2013098 w 3113713"/>
                <a:gd name="csY104" fmla="*/ 311888 h 2176130"/>
                <a:gd name="csX105" fmla="*/ 2254102 w 3113713"/>
                <a:gd name="csY105" fmla="*/ 404037 h 2176130"/>
                <a:gd name="csX106" fmla="*/ 2332074 w 3113713"/>
                <a:gd name="csY106" fmla="*/ 432391 h 2176130"/>
                <a:gd name="csX107" fmla="*/ 2402958 w 3113713"/>
                <a:gd name="csY107" fmla="*/ 460744 h 2176130"/>
                <a:gd name="csX108" fmla="*/ 2537637 w 3113713"/>
                <a:gd name="csY108" fmla="*/ 503274 h 2176130"/>
                <a:gd name="csX109" fmla="*/ 2750288 w 3113713"/>
                <a:gd name="csY109" fmla="*/ 588335 h 2176130"/>
                <a:gd name="csX110" fmla="*/ 2828260 w 3113713"/>
                <a:gd name="csY110" fmla="*/ 616688 h 2176130"/>
                <a:gd name="csX111" fmla="*/ 2892056 w 3113713"/>
                <a:gd name="csY111" fmla="*/ 652130 h 2176130"/>
                <a:gd name="csX112" fmla="*/ 2991293 w 3113713"/>
                <a:gd name="csY112" fmla="*/ 708837 h 2176130"/>
                <a:gd name="csX113" fmla="*/ 3012558 w 3113713"/>
                <a:gd name="csY113" fmla="*/ 723014 h 2176130"/>
                <a:gd name="csX114" fmla="*/ 3055088 w 3113713"/>
                <a:gd name="csY114" fmla="*/ 758456 h 2176130"/>
                <a:gd name="csX115" fmla="*/ 3062177 w 3113713"/>
                <a:gd name="csY115" fmla="*/ 836428 h 2176130"/>
                <a:gd name="csX116" fmla="*/ 3055088 w 3113713"/>
                <a:gd name="csY116" fmla="*/ 857693 h 2176130"/>
                <a:gd name="csX117" fmla="*/ 3033823 w 3113713"/>
                <a:gd name="csY117" fmla="*/ 864781 h 2176130"/>
                <a:gd name="csX118" fmla="*/ 3012558 w 3113713"/>
                <a:gd name="csY118" fmla="*/ 878958 h 2176130"/>
                <a:gd name="csX119" fmla="*/ 3026735 w 3113713"/>
                <a:gd name="csY119" fmla="*/ 1034902 h 2176130"/>
                <a:gd name="csX120" fmla="*/ 3033823 w 3113713"/>
                <a:gd name="csY120" fmla="*/ 1070344 h 2176130"/>
                <a:gd name="csX121" fmla="*/ 3048000 w 3113713"/>
                <a:gd name="csY121" fmla="*/ 1105786 h 2176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</a:cxnLst>
              <a:rect l="l" t="t" r="r" b="b"/>
              <a:pathLst>
                <a:path w="3113713" h="2176130">
                  <a:moveTo>
                    <a:pt x="2970028" y="829339"/>
                  </a:moveTo>
                  <a:cubicBezTo>
                    <a:pt x="2983654" y="1020118"/>
                    <a:pt x="2964162" y="862583"/>
                    <a:pt x="2991293" y="971107"/>
                  </a:cubicBezTo>
                  <a:cubicBezTo>
                    <a:pt x="2994779" y="985050"/>
                    <a:pt x="2993547" y="1000102"/>
                    <a:pt x="2998381" y="1013637"/>
                  </a:cubicBezTo>
                  <a:cubicBezTo>
                    <a:pt x="3005489" y="1033539"/>
                    <a:pt x="3026735" y="1070344"/>
                    <a:pt x="3026735" y="1070344"/>
                  </a:cubicBezTo>
                  <a:cubicBezTo>
                    <a:pt x="3029098" y="1079795"/>
                    <a:pt x="3030742" y="1089456"/>
                    <a:pt x="3033823" y="1098698"/>
                  </a:cubicBezTo>
                  <a:cubicBezTo>
                    <a:pt x="3037847" y="1110769"/>
                    <a:pt x="3044344" y="1121952"/>
                    <a:pt x="3048000" y="1134139"/>
                  </a:cubicBezTo>
                  <a:cubicBezTo>
                    <a:pt x="3051462" y="1145679"/>
                    <a:pt x="3051918" y="1157958"/>
                    <a:pt x="3055088" y="1169581"/>
                  </a:cubicBezTo>
                  <a:cubicBezTo>
                    <a:pt x="3059020" y="1183998"/>
                    <a:pt x="3064971" y="1197798"/>
                    <a:pt x="3069265" y="1212111"/>
                  </a:cubicBezTo>
                  <a:cubicBezTo>
                    <a:pt x="3074513" y="1229605"/>
                    <a:pt x="3080331" y="1258798"/>
                    <a:pt x="3083442" y="1275907"/>
                  </a:cubicBezTo>
                  <a:cubicBezTo>
                    <a:pt x="3086013" y="1290047"/>
                    <a:pt x="3087298" y="1304433"/>
                    <a:pt x="3090530" y="1318437"/>
                  </a:cubicBezTo>
                  <a:cubicBezTo>
                    <a:pt x="3094398" y="1335198"/>
                    <a:pt x="3099981" y="1351516"/>
                    <a:pt x="3104707" y="1368056"/>
                  </a:cubicBezTo>
                  <a:cubicBezTo>
                    <a:pt x="3116927" y="1526920"/>
                    <a:pt x="3116502" y="1479480"/>
                    <a:pt x="3104707" y="1715386"/>
                  </a:cubicBezTo>
                  <a:cubicBezTo>
                    <a:pt x="3104221" y="1725116"/>
                    <a:pt x="3099530" y="1734186"/>
                    <a:pt x="3097619" y="1743739"/>
                  </a:cubicBezTo>
                  <a:cubicBezTo>
                    <a:pt x="3094800" y="1757832"/>
                    <a:pt x="3093648" y="1772240"/>
                    <a:pt x="3090530" y="1786270"/>
                  </a:cubicBezTo>
                  <a:cubicBezTo>
                    <a:pt x="3088909" y="1793564"/>
                    <a:pt x="3085063" y="1800241"/>
                    <a:pt x="3083442" y="1807535"/>
                  </a:cubicBezTo>
                  <a:cubicBezTo>
                    <a:pt x="3080324" y="1821565"/>
                    <a:pt x="3079585" y="1836061"/>
                    <a:pt x="3076353" y="1850065"/>
                  </a:cubicBezTo>
                  <a:cubicBezTo>
                    <a:pt x="3072485" y="1866826"/>
                    <a:pt x="3066609" y="1883063"/>
                    <a:pt x="3062177" y="1899684"/>
                  </a:cubicBezTo>
                  <a:cubicBezTo>
                    <a:pt x="3057157" y="1918510"/>
                    <a:pt x="3052726" y="1937489"/>
                    <a:pt x="3048000" y="1956391"/>
                  </a:cubicBezTo>
                  <a:cubicBezTo>
                    <a:pt x="3045637" y="1965842"/>
                    <a:pt x="3042823" y="1975191"/>
                    <a:pt x="3040912" y="1984744"/>
                  </a:cubicBezTo>
                  <a:cubicBezTo>
                    <a:pt x="3026497" y="2056814"/>
                    <a:pt x="3041267" y="1990585"/>
                    <a:pt x="3026735" y="2041451"/>
                  </a:cubicBezTo>
                  <a:cubicBezTo>
                    <a:pt x="3024059" y="2050818"/>
                    <a:pt x="3023068" y="2060683"/>
                    <a:pt x="3019647" y="2069805"/>
                  </a:cubicBezTo>
                  <a:cubicBezTo>
                    <a:pt x="3015937" y="2079699"/>
                    <a:pt x="3009633" y="2088446"/>
                    <a:pt x="3005470" y="2098158"/>
                  </a:cubicBezTo>
                  <a:cubicBezTo>
                    <a:pt x="3002527" y="2105026"/>
                    <a:pt x="3000193" y="2112174"/>
                    <a:pt x="2998381" y="2119423"/>
                  </a:cubicBezTo>
                  <a:cubicBezTo>
                    <a:pt x="2995459" y="2131111"/>
                    <a:pt x="2996681" y="2144089"/>
                    <a:pt x="2991293" y="2154865"/>
                  </a:cubicBezTo>
                  <a:cubicBezTo>
                    <a:pt x="2986810" y="2163831"/>
                    <a:pt x="2977116" y="2169042"/>
                    <a:pt x="2970028" y="2176130"/>
                  </a:cubicBezTo>
                  <a:lnTo>
                    <a:pt x="2282456" y="2169042"/>
                  </a:lnTo>
                  <a:cubicBezTo>
                    <a:pt x="2249298" y="2168445"/>
                    <a:pt x="2216218" y="2165253"/>
                    <a:pt x="2183219" y="2161953"/>
                  </a:cubicBezTo>
                  <a:cubicBezTo>
                    <a:pt x="2145309" y="2158162"/>
                    <a:pt x="2107610" y="2152503"/>
                    <a:pt x="2069805" y="2147777"/>
                  </a:cubicBezTo>
                  <a:cubicBezTo>
                    <a:pt x="2050903" y="2145414"/>
                    <a:pt x="2031579" y="2145308"/>
                    <a:pt x="2013098" y="2140688"/>
                  </a:cubicBezTo>
                  <a:cubicBezTo>
                    <a:pt x="1942448" y="2123025"/>
                    <a:pt x="1975610" y="2129714"/>
                    <a:pt x="1913860" y="2119423"/>
                  </a:cubicBezTo>
                  <a:cubicBezTo>
                    <a:pt x="1899683" y="2114697"/>
                    <a:pt x="1885747" y="2109178"/>
                    <a:pt x="1871330" y="2105246"/>
                  </a:cubicBezTo>
                  <a:cubicBezTo>
                    <a:pt x="1859707" y="2102076"/>
                    <a:pt x="1847318" y="2101968"/>
                    <a:pt x="1835888" y="2098158"/>
                  </a:cubicBezTo>
                  <a:cubicBezTo>
                    <a:pt x="1811746" y="2090111"/>
                    <a:pt x="1789147" y="2077852"/>
                    <a:pt x="1765005" y="2069805"/>
                  </a:cubicBezTo>
                  <a:lnTo>
                    <a:pt x="1679944" y="2041451"/>
                  </a:lnTo>
                  <a:cubicBezTo>
                    <a:pt x="1665767" y="2036725"/>
                    <a:pt x="1651289" y="2032824"/>
                    <a:pt x="1637414" y="2027274"/>
                  </a:cubicBezTo>
                  <a:cubicBezTo>
                    <a:pt x="1625600" y="2022549"/>
                    <a:pt x="1613930" y="2017446"/>
                    <a:pt x="1601972" y="2013098"/>
                  </a:cubicBezTo>
                  <a:cubicBezTo>
                    <a:pt x="1587928" y="2007991"/>
                    <a:pt x="1573434" y="2004168"/>
                    <a:pt x="1559442" y="1998921"/>
                  </a:cubicBezTo>
                  <a:cubicBezTo>
                    <a:pt x="1535614" y="1989985"/>
                    <a:pt x="1511320" y="1981947"/>
                    <a:pt x="1488558" y="1970567"/>
                  </a:cubicBezTo>
                  <a:cubicBezTo>
                    <a:pt x="1479107" y="1965842"/>
                    <a:pt x="1469917" y="1960553"/>
                    <a:pt x="1460205" y="1956391"/>
                  </a:cubicBezTo>
                  <a:cubicBezTo>
                    <a:pt x="1453337" y="1953448"/>
                    <a:pt x="1445623" y="1952644"/>
                    <a:pt x="1438940" y="1949302"/>
                  </a:cubicBezTo>
                  <a:cubicBezTo>
                    <a:pt x="1431320" y="1945492"/>
                    <a:pt x="1425459" y="1938585"/>
                    <a:pt x="1417674" y="1935125"/>
                  </a:cubicBezTo>
                  <a:cubicBezTo>
                    <a:pt x="1404018" y="1929056"/>
                    <a:pt x="1375144" y="1920949"/>
                    <a:pt x="1375144" y="1920949"/>
                  </a:cubicBezTo>
                  <a:cubicBezTo>
                    <a:pt x="1338567" y="1896564"/>
                    <a:pt x="1365078" y="1909821"/>
                    <a:pt x="1304260" y="1899684"/>
                  </a:cubicBezTo>
                  <a:cubicBezTo>
                    <a:pt x="1216159" y="1885000"/>
                    <a:pt x="1338705" y="1899583"/>
                    <a:pt x="1197935" y="1885507"/>
                  </a:cubicBezTo>
                  <a:cubicBezTo>
                    <a:pt x="1117858" y="1865487"/>
                    <a:pt x="1160325" y="1875149"/>
                    <a:pt x="1070344" y="1857153"/>
                  </a:cubicBezTo>
                  <a:lnTo>
                    <a:pt x="1034902" y="1850065"/>
                  </a:lnTo>
                  <a:cubicBezTo>
                    <a:pt x="1023088" y="1847702"/>
                    <a:pt x="1010890" y="1846787"/>
                    <a:pt x="999460" y="1842977"/>
                  </a:cubicBezTo>
                  <a:cubicBezTo>
                    <a:pt x="941080" y="1823517"/>
                    <a:pt x="971723" y="1830914"/>
                    <a:pt x="907312" y="1821711"/>
                  </a:cubicBezTo>
                  <a:cubicBezTo>
                    <a:pt x="893135" y="1816986"/>
                    <a:pt x="879064" y="1811930"/>
                    <a:pt x="864781" y="1807535"/>
                  </a:cubicBezTo>
                  <a:cubicBezTo>
                    <a:pt x="812349" y="1791402"/>
                    <a:pt x="821443" y="1796930"/>
                    <a:pt x="772633" y="1779181"/>
                  </a:cubicBezTo>
                  <a:cubicBezTo>
                    <a:pt x="760675" y="1774833"/>
                    <a:pt x="749149" y="1769353"/>
                    <a:pt x="737191" y="1765005"/>
                  </a:cubicBezTo>
                  <a:cubicBezTo>
                    <a:pt x="723147" y="1759898"/>
                    <a:pt x="708535" y="1756378"/>
                    <a:pt x="694660" y="1750828"/>
                  </a:cubicBezTo>
                  <a:cubicBezTo>
                    <a:pt x="632883" y="1726117"/>
                    <a:pt x="699340" y="1744909"/>
                    <a:pt x="637953" y="1729563"/>
                  </a:cubicBezTo>
                  <a:cubicBezTo>
                    <a:pt x="628502" y="1724837"/>
                    <a:pt x="619624" y="1718728"/>
                    <a:pt x="609600" y="1715386"/>
                  </a:cubicBezTo>
                  <a:cubicBezTo>
                    <a:pt x="591116" y="1709224"/>
                    <a:pt x="571795" y="1705935"/>
                    <a:pt x="552893" y="1701209"/>
                  </a:cubicBezTo>
                  <a:cubicBezTo>
                    <a:pt x="543442" y="1698846"/>
                    <a:pt x="533782" y="1697202"/>
                    <a:pt x="524540" y="1694121"/>
                  </a:cubicBezTo>
                  <a:cubicBezTo>
                    <a:pt x="510363" y="1689395"/>
                    <a:pt x="496750" y="1682401"/>
                    <a:pt x="482009" y="1679944"/>
                  </a:cubicBezTo>
                  <a:cubicBezTo>
                    <a:pt x="467832" y="1677581"/>
                    <a:pt x="453572" y="1675675"/>
                    <a:pt x="439479" y="1672856"/>
                  </a:cubicBezTo>
                  <a:cubicBezTo>
                    <a:pt x="429926" y="1670945"/>
                    <a:pt x="420701" y="1667562"/>
                    <a:pt x="411126" y="1665767"/>
                  </a:cubicBezTo>
                  <a:cubicBezTo>
                    <a:pt x="356674" y="1655557"/>
                    <a:pt x="340321" y="1656676"/>
                    <a:pt x="297712" y="1644502"/>
                  </a:cubicBezTo>
                  <a:cubicBezTo>
                    <a:pt x="290528" y="1642449"/>
                    <a:pt x="283631" y="1639467"/>
                    <a:pt x="276447" y="1637414"/>
                  </a:cubicBezTo>
                  <a:cubicBezTo>
                    <a:pt x="267080" y="1634738"/>
                    <a:pt x="257460" y="1633001"/>
                    <a:pt x="248093" y="1630325"/>
                  </a:cubicBezTo>
                  <a:cubicBezTo>
                    <a:pt x="240909" y="1628272"/>
                    <a:pt x="234036" y="1625203"/>
                    <a:pt x="226828" y="1623237"/>
                  </a:cubicBezTo>
                  <a:cubicBezTo>
                    <a:pt x="208030" y="1618110"/>
                    <a:pt x="188605" y="1615221"/>
                    <a:pt x="170121" y="1609060"/>
                  </a:cubicBezTo>
                  <a:lnTo>
                    <a:pt x="127591" y="1594884"/>
                  </a:lnTo>
                  <a:cubicBezTo>
                    <a:pt x="120503" y="1590158"/>
                    <a:pt x="112350" y="1586731"/>
                    <a:pt x="106326" y="1580707"/>
                  </a:cubicBezTo>
                  <a:cubicBezTo>
                    <a:pt x="89300" y="1563681"/>
                    <a:pt x="93707" y="1558354"/>
                    <a:pt x="85060" y="1538177"/>
                  </a:cubicBezTo>
                  <a:cubicBezTo>
                    <a:pt x="66535" y="1494952"/>
                    <a:pt x="62187" y="1508864"/>
                    <a:pt x="49619" y="1446028"/>
                  </a:cubicBezTo>
                  <a:cubicBezTo>
                    <a:pt x="47256" y="1434214"/>
                    <a:pt x="46340" y="1422016"/>
                    <a:pt x="42530" y="1410586"/>
                  </a:cubicBezTo>
                  <a:cubicBezTo>
                    <a:pt x="39188" y="1400561"/>
                    <a:pt x="32515" y="1391945"/>
                    <a:pt x="28353" y="1382232"/>
                  </a:cubicBezTo>
                  <a:cubicBezTo>
                    <a:pt x="25410" y="1375364"/>
                    <a:pt x="23628" y="1368055"/>
                    <a:pt x="21265" y="1360967"/>
                  </a:cubicBezTo>
                  <a:cubicBezTo>
                    <a:pt x="14405" y="1306087"/>
                    <a:pt x="11154" y="1285250"/>
                    <a:pt x="7088" y="1226288"/>
                  </a:cubicBezTo>
                  <a:cubicBezTo>
                    <a:pt x="4157" y="1183793"/>
                    <a:pt x="2363" y="1141228"/>
                    <a:pt x="0" y="1098698"/>
                  </a:cubicBezTo>
                  <a:cubicBezTo>
                    <a:pt x="2363" y="919126"/>
                    <a:pt x="2655" y="739514"/>
                    <a:pt x="7088" y="559981"/>
                  </a:cubicBezTo>
                  <a:cubicBezTo>
                    <a:pt x="7835" y="529748"/>
                    <a:pt x="19036" y="517048"/>
                    <a:pt x="28353" y="489098"/>
                  </a:cubicBezTo>
                  <a:cubicBezTo>
                    <a:pt x="34119" y="471800"/>
                    <a:pt x="38781" y="442170"/>
                    <a:pt x="42530" y="425302"/>
                  </a:cubicBezTo>
                  <a:cubicBezTo>
                    <a:pt x="44643" y="415792"/>
                    <a:pt x="46198" y="406071"/>
                    <a:pt x="49619" y="396949"/>
                  </a:cubicBezTo>
                  <a:cubicBezTo>
                    <a:pt x="53329" y="387055"/>
                    <a:pt x="60085" y="378489"/>
                    <a:pt x="63795" y="368595"/>
                  </a:cubicBezTo>
                  <a:cubicBezTo>
                    <a:pt x="67216" y="359473"/>
                    <a:pt x="68085" y="349573"/>
                    <a:pt x="70884" y="340242"/>
                  </a:cubicBezTo>
                  <a:cubicBezTo>
                    <a:pt x="75178" y="325928"/>
                    <a:pt x="81435" y="312208"/>
                    <a:pt x="85060" y="297711"/>
                  </a:cubicBezTo>
                  <a:cubicBezTo>
                    <a:pt x="107225" y="209060"/>
                    <a:pt x="78896" y="319287"/>
                    <a:pt x="99237" y="248093"/>
                  </a:cubicBezTo>
                  <a:cubicBezTo>
                    <a:pt x="101913" y="238726"/>
                    <a:pt x="103527" y="229070"/>
                    <a:pt x="106326" y="219739"/>
                  </a:cubicBezTo>
                  <a:cubicBezTo>
                    <a:pt x="110620" y="205426"/>
                    <a:pt x="116877" y="191706"/>
                    <a:pt x="120502" y="177209"/>
                  </a:cubicBezTo>
                  <a:cubicBezTo>
                    <a:pt x="122865" y="167758"/>
                    <a:pt x="124170" y="157978"/>
                    <a:pt x="127591" y="148856"/>
                  </a:cubicBezTo>
                  <a:cubicBezTo>
                    <a:pt x="131301" y="138962"/>
                    <a:pt x="137605" y="130214"/>
                    <a:pt x="141767" y="120502"/>
                  </a:cubicBezTo>
                  <a:cubicBezTo>
                    <a:pt x="169615" y="55522"/>
                    <a:pt x="124114" y="146082"/>
                    <a:pt x="163033" y="77972"/>
                  </a:cubicBezTo>
                  <a:cubicBezTo>
                    <a:pt x="168275" y="68797"/>
                    <a:pt x="171067" y="58217"/>
                    <a:pt x="177209" y="49618"/>
                  </a:cubicBezTo>
                  <a:cubicBezTo>
                    <a:pt x="183035" y="41461"/>
                    <a:pt x="192056" y="36054"/>
                    <a:pt x="198474" y="28353"/>
                  </a:cubicBezTo>
                  <a:cubicBezTo>
                    <a:pt x="223137" y="-1243"/>
                    <a:pt x="199007" y="11636"/>
                    <a:pt x="233916" y="0"/>
                  </a:cubicBezTo>
                  <a:cubicBezTo>
                    <a:pt x="375121" y="20171"/>
                    <a:pt x="191225" y="-4235"/>
                    <a:pt x="510363" y="14177"/>
                  </a:cubicBezTo>
                  <a:cubicBezTo>
                    <a:pt x="641129" y="21721"/>
                    <a:pt x="619477" y="27055"/>
                    <a:pt x="715926" y="35442"/>
                  </a:cubicBezTo>
                  <a:cubicBezTo>
                    <a:pt x="748965" y="38315"/>
                    <a:pt x="782105" y="39886"/>
                    <a:pt x="815163" y="42530"/>
                  </a:cubicBezTo>
                  <a:cubicBezTo>
                    <a:pt x="1067600" y="62724"/>
                    <a:pt x="687374" y="34919"/>
                    <a:pt x="992372" y="56707"/>
                  </a:cubicBezTo>
                  <a:cubicBezTo>
                    <a:pt x="1006549" y="61433"/>
                    <a:pt x="1020249" y="67953"/>
                    <a:pt x="1034902" y="70884"/>
                  </a:cubicBezTo>
                  <a:cubicBezTo>
                    <a:pt x="1067668" y="77437"/>
                    <a:pt x="1101180" y="79566"/>
                    <a:pt x="1134140" y="85060"/>
                  </a:cubicBezTo>
                  <a:lnTo>
                    <a:pt x="1176670" y="92149"/>
                  </a:lnTo>
                  <a:cubicBezTo>
                    <a:pt x="1209715" y="97106"/>
                    <a:pt x="1243288" y="99076"/>
                    <a:pt x="1275907" y="106325"/>
                  </a:cubicBezTo>
                  <a:lnTo>
                    <a:pt x="1467293" y="148856"/>
                  </a:lnTo>
                  <a:cubicBezTo>
                    <a:pt x="1488558" y="153581"/>
                    <a:pt x="1510142" y="157048"/>
                    <a:pt x="1531088" y="163032"/>
                  </a:cubicBezTo>
                  <a:cubicBezTo>
                    <a:pt x="1594526" y="181157"/>
                    <a:pt x="1563740" y="174381"/>
                    <a:pt x="1623237" y="184298"/>
                  </a:cubicBezTo>
                  <a:cubicBezTo>
                    <a:pt x="1720473" y="223190"/>
                    <a:pt x="1598283" y="176812"/>
                    <a:pt x="1694121" y="205563"/>
                  </a:cubicBezTo>
                  <a:cubicBezTo>
                    <a:pt x="1787378" y="233540"/>
                    <a:pt x="1672935" y="208412"/>
                    <a:pt x="1765005" y="226828"/>
                  </a:cubicBezTo>
                  <a:cubicBezTo>
                    <a:pt x="1900437" y="284871"/>
                    <a:pt x="1730402" y="214470"/>
                    <a:pt x="1864242" y="262270"/>
                  </a:cubicBezTo>
                  <a:cubicBezTo>
                    <a:pt x="1881188" y="268322"/>
                    <a:pt x="1896789" y="277845"/>
                    <a:pt x="1913860" y="283535"/>
                  </a:cubicBezTo>
                  <a:cubicBezTo>
                    <a:pt x="1946498" y="294414"/>
                    <a:pt x="1981477" y="298336"/>
                    <a:pt x="2013098" y="311888"/>
                  </a:cubicBezTo>
                  <a:cubicBezTo>
                    <a:pt x="2166646" y="377694"/>
                    <a:pt x="2066830" y="337585"/>
                    <a:pt x="2254102" y="404037"/>
                  </a:cubicBezTo>
                  <a:lnTo>
                    <a:pt x="2332074" y="432391"/>
                  </a:lnTo>
                  <a:cubicBezTo>
                    <a:pt x="2355855" y="441450"/>
                    <a:pt x="2378583" y="453432"/>
                    <a:pt x="2402958" y="460744"/>
                  </a:cubicBezTo>
                  <a:cubicBezTo>
                    <a:pt x="2452660" y="475655"/>
                    <a:pt x="2489196" y="485835"/>
                    <a:pt x="2537637" y="503274"/>
                  </a:cubicBezTo>
                  <a:cubicBezTo>
                    <a:pt x="2667448" y="550007"/>
                    <a:pt x="2629361" y="537419"/>
                    <a:pt x="2750288" y="588335"/>
                  </a:cubicBezTo>
                  <a:cubicBezTo>
                    <a:pt x="2897527" y="650329"/>
                    <a:pt x="2658655" y="548845"/>
                    <a:pt x="2828260" y="616688"/>
                  </a:cubicBezTo>
                  <a:cubicBezTo>
                    <a:pt x="2854728" y="627276"/>
                    <a:pt x="2866078" y="638142"/>
                    <a:pt x="2892056" y="652130"/>
                  </a:cubicBezTo>
                  <a:cubicBezTo>
                    <a:pt x="2985579" y="702489"/>
                    <a:pt x="2913783" y="657164"/>
                    <a:pt x="2991293" y="708837"/>
                  </a:cubicBezTo>
                  <a:cubicBezTo>
                    <a:pt x="2998381" y="713563"/>
                    <a:pt x="3006534" y="716990"/>
                    <a:pt x="3012558" y="723014"/>
                  </a:cubicBezTo>
                  <a:cubicBezTo>
                    <a:pt x="3039847" y="750303"/>
                    <a:pt x="3025482" y="738718"/>
                    <a:pt x="3055088" y="758456"/>
                  </a:cubicBezTo>
                  <a:cubicBezTo>
                    <a:pt x="3071299" y="807088"/>
                    <a:pt x="3073627" y="790628"/>
                    <a:pt x="3062177" y="836428"/>
                  </a:cubicBezTo>
                  <a:cubicBezTo>
                    <a:pt x="3060365" y="843677"/>
                    <a:pt x="3060371" y="852410"/>
                    <a:pt x="3055088" y="857693"/>
                  </a:cubicBezTo>
                  <a:cubicBezTo>
                    <a:pt x="3049805" y="862976"/>
                    <a:pt x="3040911" y="862418"/>
                    <a:pt x="3033823" y="864781"/>
                  </a:cubicBezTo>
                  <a:cubicBezTo>
                    <a:pt x="3026735" y="869507"/>
                    <a:pt x="3013406" y="870481"/>
                    <a:pt x="3012558" y="878958"/>
                  </a:cubicBezTo>
                  <a:cubicBezTo>
                    <a:pt x="3002830" y="976248"/>
                    <a:pt x="3013286" y="974379"/>
                    <a:pt x="3026735" y="1034902"/>
                  </a:cubicBezTo>
                  <a:cubicBezTo>
                    <a:pt x="3029348" y="1046663"/>
                    <a:pt x="3030653" y="1058721"/>
                    <a:pt x="3033823" y="1070344"/>
                  </a:cubicBezTo>
                  <a:cubicBezTo>
                    <a:pt x="3048747" y="1125066"/>
                    <a:pt x="3048000" y="1126244"/>
                    <a:pt x="3048000" y="1105786"/>
                  </a:cubicBezTo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pic>
        <p:nvPicPr>
          <p:cNvPr id="3" name="圖片 2">
            <a:extLst>
              <a:ext uri="{FF2B5EF4-FFF2-40B4-BE49-F238E27FC236}">
                <a16:creationId xmlns:a16="http://schemas.microsoft.com/office/drawing/2014/main" id="{F62981E3-1349-48E8-8B68-97346476B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805" y="-3693"/>
            <a:ext cx="6946195" cy="6890625"/>
          </a:xfrm>
          <a:prstGeom prst="rect">
            <a:avLst/>
          </a:prstGeom>
        </p:spPr>
      </p:pic>
      <p:sp>
        <p:nvSpPr>
          <p:cNvPr id="2" name="手繪多邊形 1">
            <a:extLst>
              <a:ext uri="{FF2B5EF4-FFF2-40B4-BE49-F238E27FC236}">
                <a16:creationId xmlns:a16="http://schemas.microsoft.com/office/drawing/2014/main" id="{8A41F126-C7D6-524C-74FD-5F6DF860508A}"/>
              </a:ext>
            </a:extLst>
          </p:cNvPr>
          <p:cNvSpPr/>
          <p:nvPr/>
        </p:nvSpPr>
        <p:spPr>
          <a:xfrm>
            <a:off x="5677386" y="1357747"/>
            <a:ext cx="3381554" cy="2977116"/>
          </a:xfrm>
          <a:custGeom>
            <a:avLst/>
            <a:gdLst>
              <a:gd name="csX0" fmla="*/ 68052 w 3341339"/>
              <a:gd name="csY0" fmla="*/ 828474 h 2902440"/>
              <a:gd name="csX1" fmla="*/ 273461 w 3341339"/>
              <a:gd name="csY1" fmla="*/ 828474 h 2902440"/>
              <a:gd name="csX2" fmla="*/ 299965 w 3341339"/>
              <a:gd name="csY2" fmla="*/ 821848 h 2902440"/>
              <a:gd name="csX3" fmla="*/ 352974 w 3341339"/>
              <a:gd name="csY3" fmla="*/ 815222 h 2902440"/>
              <a:gd name="csX4" fmla="*/ 372852 w 3341339"/>
              <a:gd name="csY4" fmla="*/ 808596 h 2902440"/>
              <a:gd name="csX5" fmla="*/ 405983 w 3341339"/>
              <a:gd name="csY5" fmla="*/ 801970 h 2902440"/>
              <a:gd name="csX6" fmla="*/ 432487 w 3341339"/>
              <a:gd name="csY6" fmla="*/ 788718 h 2902440"/>
              <a:gd name="csX7" fmla="*/ 505374 w 3341339"/>
              <a:gd name="csY7" fmla="*/ 748961 h 2902440"/>
              <a:gd name="csX8" fmla="*/ 525252 w 3341339"/>
              <a:gd name="csY8" fmla="*/ 735709 h 2902440"/>
              <a:gd name="csX9" fmla="*/ 545130 w 3341339"/>
              <a:gd name="csY9" fmla="*/ 722457 h 2902440"/>
              <a:gd name="csX10" fmla="*/ 604765 w 3341339"/>
              <a:gd name="csY10" fmla="*/ 662822 h 2902440"/>
              <a:gd name="csX11" fmla="*/ 624643 w 3341339"/>
              <a:gd name="csY11" fmla="*/ 642944 h 2902440"/>
              <a:gd name="csX12" fmla="*/ 644522 w 3341339"/>
              <a:gd name="csY12" fmla="*/ 623066 h 2902440"/>
              <a:gd name="csX13" fmla="*/ 684278 w 3341339"/>
              <a:gd name="csY13" fmla="*/ 570057 h 2902440"/>
              <a:gd name="csX14" fmla="*/ 704156 w 3341339"/>
              <a:gd name="csY14" fmla="*/ 543553 h 2902440"/>
              <a:gd name="csX15" fmla="*/ 717409 w 3341339"/>
              <a:gd name="csY15" fmla="*/ 530300 h 2902440"/>
              <a:gd name="csX16" fmla="*/ 743913 w 3341339"/>
              <a:gd name="csY16" fmla="*/ 510422 h 2902440"/>
              <a:gd name="csX17" fmla="*/ 763791 w 3341339"/>
              <a:gd name="csY17" fmla="*/ 483918 h 2902440"/>
              <a:gd name="csX18" fmla="*/ 796922 w 3341339"/>
              <a:gd name="csY18" fmla="*/ 457414 h 2902440"/>
              <a:gd name="csX19" fmla="*/ 856556 w 3341339"/>
              <a:gd name="csY19" fmla="*/ 391153 h 2902440"/>
              <a:gd name="csX20" fmla="*/ 922817 w 3341339"/>
              <a:gd name="csY20" fmla="*/ 331518 h 2902440"/>
              <a:gd name="csX21" fmla="*/ 962574 w 3341339"/>
              <a:gd name="csY21" fmla="*/ 291761 h 2902440"/>
              <a:gd name="csX22" fmla="*/ 982452 w 3341339"/>
              <a:gd name="csY22" fmla="*/ 271883 h 2902440"/>
              <a:gd name="csX23" fmla="*/ 1002330 w 3341339"/>
              <a:gd name="csY23" fmla="*/ 258631 h 2902440"/>
              <a:gd name="csX24" fmla="*/ 1022209 w 3341339"/>
              <a:gd name="csY24" fmla="*/ 238753 h 2902440"/>
              <a:gd name="csX25" fmla="*/ 1088470 w 3341339"/>
              <a:gd name="csY25" fmla="*/ 198996 h 2902440"/>
              <a:gd name="csX26" fmla="*/ 1148104 w 3341339"/>
              <a:gd name="csY26" fmla="*/ 159240 h 2902440"/>
              <a:gd name="csX27" fmla="*/ 1161356 w 3341339"/>
              <a:gd name="csY27" fmla="*/ 145987 h 2902440"/>
              <a:gd name="csX28" fmla="*/ 1181235 w 3341339"/>
              <a:gd name="csY28" fmla="*/ 139361 h 2902440"/>
              <a:gd name="csX29" fmla="*/ 1220991 w 3341339"/>
              <a:gd name="csY29" fmla="*/ 119483 h 2902440"/>
              <a:gd name="csX30" fmla="*/ 1287252 w 3341339"/>
              <a:gd name="csY30" fmla="*/ 92979 h 2902440"/>
              <a:gd name="csX31" fmla="*/ 1327009 w 3341339"/>
              <a:gd name="csY31" fmla="*/ 79727 h 2902440"/>
              <a:gd name="csX32" fmla="*/ 1353513 w 3341339"/>
              <a:gd name="csY32" fmla="*/ 66474 h 2902440"/>
              <a:gd name="csX33" fmla="*/ 1439652 w 3341339"/>
              <a:gd name="csY33" fmla="*/ 46596 h 2902440"/>
              <a:gd name="csX34" fmla="*/ 1466156 w 3341339"/>
              <a:gd name="csY34" fmla="*/ 39970 h 2902440"/>
              <a:gd name="csX35" fmla="*/ 1592052 w 3341339"/>
              <a:gd name="csY35" fmla="*/ 20092 h 2902440"/>
              <a:gd name="csX36" fmla="*/ 1631809 w 3341339"/>
              <a:gd name="csY36" fmla="*/ 13466 h 2902440"/>
              <a:gd name="csX37" fmla="*/ 1982991 w 3341339"/>
              <a:gd name="csY37" fmla="*/ 20092 h 2902440"/>
              <a:gd name="csX38" fmla="*/ 2022748 w 3341339"/>
              <a:gd name="csY38" fmla="*/ 26718 h 2902440"/>
              <a:gd name="csX39" fmla="*/ 2115513 w 3341339"/>
              <a:gd name="csY39" fmla="*/ 46596 h 2902440"/>
              <a:gd name="csX40" fmla="*/ 2241409 w 3341339"/>
              <a:gd name="csY40" fmla="*/ 59848 h 2902440"/>
              <a:gd name="csX41" fmla="*/ 2301043 w 3341339"/>
              <a:gd name="csY41" fmla="*/ 73100 h 2902440"/>
              <a:gd name="csX42" fmla="*/ 2347426 w 3341339"/>
              <a:gd name="csY42" fmla="*/ 86353 h 2902440"/>
              <a:gd name="csX43" fmla="*/ 2400435 w 3341339"/>
              <a:gd name="csY43" fmla="*/ 99605 h 2902440"/>
              <a:gd name="csX44" fmla="*/ 2440191 w 3341339"/>
              <a:gd name="csY44" fmla="*/ 112857 h 2902440"/>
              <a:gd name="csX45" fmla="*/ 2506452 w 3341339"/>
              <a:gd name="csY45" fmla="*/ 126109 h 2902440"/>
              <a:gd name="csX46" fmla="*/ 2532956 w 3341339"/>
              <a:gd name="csY46" fmla="*/ 132735 h 2902440"/>
              <a:gd name="csX47" fmla="*/ 2579339 w 3341339"/>
              <a:gd name="csY47" fmla="*/ 139361 h 2902440"/>
              <a:gd name="csX48" fmla="*/ 2798000 w 3341339"/>
              <a:gd name="csY48" fmla="*/ 132735 h 2902440"/>
              <a:gd name="csX49" fmla="*/ 2877513 w 3341339"/>
              <a:gd name="csY49" fmla="*/ 119483 h 2902440"/>
              <a:gd name="csX50" fmla="*/ 2943774 w 3341339"/>
              <a:gd name="csY50" fmla="*/ 112857 h 2902440"/>
              <a:gd name="csX51" fmla="*/ 2976904 w 3341339"/>
              <a:gd name="csY51" fmla="*/ 106231 h 2902440"/>
              <a:gd name="csX52" fmla="*/ 3063043 w 3341339"/>
              <a:gd name="csY52" fmla="*/ 86353 h 2902440"/>
              <a:gd name="csX53" fmla="*/ 3089548 w 3341339"/>
              <a:gd name="csY53" fmla="*/ 73100 h 2902440"/>
              <a:gd name="csX54" fmla="*/ 3109426 w 3341339"/>
              <a:gd name="csY54" fmla="*/ 59848 h 2902440"/>
              <a:gd name="csX55" fmla="*/ 3162435 w 3341339"/>
              <a:gd name="csY55" fmla="*/ 33344 h 2902440"/>
              <a:gd name="csX56" fmla="*/ 3188939 w 3341339"/>
              <a:gd name="csY56" fmla="*/ 20092 h 2902440"/>
              <a:gd name="csX57" fmla="*/ 3215443 w 3341339"/>
              <a:gd name="csY57" fmla="*/ 6840 h 2902440"/>
              <a:gd name="csX58" fmla="*/ 3241948 w 3341339"/>
              <a:gd name="csY58" fmla="*/ 214 h 2902440"/>
              <a:gd name="csX59" fmla="*/ 3328087 w 3341339"/>
              <a:gd name="csY59" fmla="*/ 26718 h 2902440"/>
              <a:gd name="csX60" fmla="*/ 3334713 w 3341339"/>
              <a:gd name="csY60" fmla="*/ 59848 h 2902440"/>
              <a:gd name="csX61" fmla="*/ 3328087 w 3341339"/>
              <a:gd name="csY61" fmla="*/ 179118 h 2902440"/>
              <a:gd name="csX62" fmla="*/ 3301583 w 3341339"/>
              <a:gd name="csY62" fmla="*/ 245379 h 2902440"/>
              <a:gd name="csX63" fmla="*/ 3275078 w 3341339"/>
              <a:gd name="csY63" fmla="*/ 285135 h 2902440"/>
              <a:gd name="csX64" fmla="*/ 3255200 w 3341339"/>
              <a:gd name="csY64" fmla="*/ 298387 h 2902440"/>
              <a:gd name="csX65" fmla="*/ 3241948 w 3341339"/>
              <a:gd name="csY65" fmla="*/ 311640 h 2902440"/>
              <a:gd name="csX66" fmla="*/ 3222070 w 3341339"/>
              <a:gd name="csY66" fmla="*/ 318266 h 2902440"/>
              <a:gd name="csX67" fmla="*/ 3202191 w 3341339"/>
              <a:gd name="csY67" fmla="*/ 331518 h 2902440"/>
              <a:gd name="csX68" fmla="*/ 3175687 w 3341339"/>
              <a:gd name="csY68" fmla="*/ 344770 h 2902440"/>
              <a:gd name="csX69" fmla="*/ 3149183 w 3341339"/>
              <a:gd name="csY69" fmla="*/ 364648 h 2902440"/>
              <a:gd name="csX70" fmla="*/ 3082922 w 3341339"/>
              <a:gd name="csY70" fmla="*/ 411031 h 2902440"/>
              <a:gd name="csX71" fmla="*/ 3069670 w 3341339"/>
              <a:gd name="csY71" fmla="*/ 430909 h 2902440"/>
              <a:gd name="csX72" fmla="*/ 3056417 w 3341339"/>
              <a:gd name="csY72" fmla="*/ 470666 h 2902440"/>
              <a:gd name="csX73" fmla="*/ 3056417 w 3341339"/>
              <a:gd name="csY73" fmla="*/ 576683 h 2902440"/>
              <a:gd name="csX74" fmla="*/ 3069670 w 3341339"/>
              <a:gd name="csY74" fmla="*/ 589935 h 2902440"/>
              <a:gd name="csX75" fmla="*/ 3076296 w 3341339"/>
              <a:gd name="csY75" fmla="*/ 616440 h 2902440"/>
              <a:gd name="csX76" fmla="*/ 3089548 w 3341339"/>
              <a:gd name="csY76" fmla="*/ 636318 h 2902440"/>
              <a:gd name="csX77" fmla="*/ 3102800 w 3341339"/>
              <a:gd name="csY77" fmla="*/ 662822 h 2902440"/>
              <a:gd name="csX78" fmla="*/ 3109426 w 3341339"/>
              <a:gd name="csY78" fmla="*/ 682700 h 2902440"/>
              <a:gd name="csX79" fmla="*/ 3135930 w 3341339"/>
              <a:gd name="csY79" fmla="*/ 735709 h 2902440"/>
              <a:gd name="csX80" fmla="*/ 3162435 w 3341339"/>
              <a:gd name="csY80" fmla="*/ 788718 h 2902440"/>
              <a:gd name="csX81" fmla="*/ 3175687 w 3341339"/>
              <a:gd name="csY81" fmla="*/ 815222 h 2902440"/>
              <a:gd name="csX82" fmla="*/ 3188939 w 3341339"/>
              <a:gd name="csY82" fmla="*/ 841727 h 2902440"/>
              <a:gd name="csX83" fmla="*/ 3215443 w 3341339"/>
              <a:gd name="csY83" fmla="*/ 881483 h 2902440"/>
              <a:gd name="csX84" fmla="*/ 3222070 w 3341339"/>
              <a:gd name="csY84" fmla="*/ 907987 h 2902440"/>
              <a:gd name="csX85" fmla="*/ 3235322 w 3341339"/>
              <a:gd name="csY85" fmla="*/ 941118 h 2902440"/>
              <a:gd name="csX86" fmla="*/ 3241948 w 3341339"/>
              <a:gd name="csY86" fmla="*/ 974248 h 2902440"/>
              <a:gd name="csX87" fmla="*/ 3248574 w 3341339"/>
              <a:gd name="csY87" fmla="*/ 994127 h 2902440"/>
              <a:gd name="csX88" fmla="*/ 3261826 w 3341339"/>
              <a:gd name="csY88" fmla="*/ 1133274 h 2902440"/>
              <a:gd name="csX89" fmla="*/ 3268452 w 3341339"/>
              <a:gd name="csY89" fmla="*/ 1298927 h 2902440"/>
              <a:gd name="csX90" fmla="*/ 3275078 w 3341339"/>
              <a:gd name="csY90" fmla="*/ 1279048 h 2902440"/>
              <a:gd name="csX91" fmla="*/ 3261826 w 3341339"/>
              <a:gd name="csY91" fmla="*/ 1206161 h 2902440"/>
              <a:gd name="csX92" fmla="*/ 3241948 w 3341339"/>
              <a:gd name="csY92" fmla="*/ 1153153 h 2902440"/>
              <a:gd name="csX93" fmla="*/ 3248574 w 3341339"/>
              <a:gd name="csY93" fmla="*/ 1226040 h 2902440"/>
              <a:gd name="csX94" fmla="*/ 3261826 w 3341339"/>
              <a:gd name="csY94" fmla="*/ 1285674 h 2902440"/>
              <a:gd name="csX95" fmla="*/ 3268452 w 3341339"/>
              <a:gd name="csY95" fmla="*/ 1318805 h 2902440"/>
              <a:gd name="csX96" fmla="*/ 3281704 w 3341339"/>
              <a:gd name="csY96" fmla="*/ 1418196 h 2902440"/>
              <a:gd name="csX97" fmla="*/ 3288330 w 3341339"/>
              <a:gd name="csY97" fmla="*/ 1809135 h 2902440"/>
              <a:gd name="csX98" fmla="*/ 3294956 w 3341339"/>
              <a:gd name="csY98" fmla="*/ 1829014 h 2902440"/>
              <a:gd name="csX99" fmla="*/ 3308209 w 3341339"/>
              <a:gd name="csY99" fmla="*/ 1882022 h 2902440"/>
              <a:gd name="csX100" fmla="*/ 3314835 w 3341339"/>
              <a:gd name="csY100" fmla="*/ 1908527 h 2902440"/>
              <a:gd name="csX101" fmla="*/ 3328087 w 3341339"/>
              <a:gd name="csY101" fmla="*/ 1954909 h 2902440"/>
              <a:gd name="csX102" fmla="*/ 3341339 w 3341339"/>
              <a:gd name="csY102" fmla="*/ 2027796 h 2902440"/>
              <a:gd name="csX103" fmla="*/ 3334713 w 3341339"/>
              <a:gd name="csY103" fmla="*/ 2345848 h 2902440"/>
              <a:gd name="csX104" fmla="*/ 3328087 w 3341339"/>
              <a:gd name="csY104" fmla="*/ 2365727 h 2902440"/>
              <a:gd name="csX105" fmla="*/ 3308209 w 3341339"/>
              <a:gd name="csY105" fmla="*/ 2392231 h 2902440"/>
              <a:gd name="csX106" fmla="*/ 3261826 w 3341339"/>
              <a:gd name="csY106" fmla="*/ 2458492 h 2902440"/>
              <a:gd name="csX107" fmla="*/ 3222070 w 3341339"/>
              <a:gd name="csY107" fmla="*/ 2484996 h 2902440"/>
              <a:gd name="csX108" fmla="*/ 3182313 w 3341339"/>
              <a:gd name="csY108" fmla="*/ 2511500 h 2902440"/>
              <a:gd name="csX109" fmla="*/ 3122678 w 3341339"/>
              <a:gd name="csY109" fmla="*/ 2551257 h 2902440"/>
              <a:gd name="csX110" fmla="*/ 3089548 w 3341339"/>
              <a:gd name="csY110" fmla="*/ 2564509 h 2902440"/>
              <a:gd name="csX111" fmla="*/ 3029913 w 3341339"/>
              <a:gd name="csY111" fmla="*/ 2604266 h 2902440"/>
              <a:gd name="csX112" fmla="*/ 3003409 w 3341339"/>
              <a:gd name="csY112" fmla="*/ 2617518 h 2902440"/>
              <a:gd name="csX113" fmla="*/ 2983530 w 3341339"/>
              <a:gd name="csY113" fmla="*/ 2630770 h 2902440"/>
              <a:gd name="csX114" fmla="*/ 2963652 w 3341339"/>
              <a:gd name="csY114" fmla="*/ 2637396 h 2902440"/>
              <a:gd name="csX115" fmla="*/ 2917270 w 3341339"/>
              <a:gd name="csY115" fmla="*/ 2670527 h 2902440"/>
              <a:gd name="csX116" fmla="*/ 2870887 w 3341339"/>
              <a:gd name="csY116" fmla="*/ 2697031 h 2902440"/>
              <a:gd name="csX117" fmla="*/ 2817878 w 3341339"/>
              <a:gd name="csY117" fmla="*/ 2743414 h 2902440"/>
              <a:gd name="csX118" fmla="*/ 2798000 w 3341339"/>
              <a:gd name="csY118" fmla="*/ 2756666 h 2902440"/>
              <a:gd name="csX119" fmla="*/ 2725113 w 3341339"/>
              <a:gd name="csY119" fmla="*/ 2809674 h 2902440"/>
              <a:gd name="csX120" fmla="*/ 2705235 w 3341339"/>
              <a:gd name="csY120" fmla="*/ 2816300 h 2902440"/>
              <a:gd name="csX121" fmla="*/ 2672104 w 3341339"/>
              <a:gd name="csY121" fmla="*/ 2842805 h 2902440"/>
              <a:gd name="csX122" fmla="*/ 2652226 w 3341339"/>
              <a:gd name="csY122" fmla="*/ 2849431 h 2902440"/>
              <a:gd name="csX123" fmla="*/ 2625722 w 3341339"/>
              <a:gd name="csY123" fmla="*/ 2862683 h 2902440"/>
              <a:gd name="csX124" fmla="*/ 2592591 w 3341339"/>
              <a:gd name="csY124" fmla="*/ 2869309 h 2902440"/>
              <a:gd name="csX125" fmla="*/ 2506452 w 3341339"/>
              <a:gd name="csY125" fmla="*/ 2882561 h 2902440"/>
              <a:gd name="csX126" fmla="*/ 2380556 w 3341339"/>
              <a:gd name="csY126" fmla="*/ 2895814 h 2902440"/>
              <a:gd name="csX127" fmla="*/ 2307670 w 3341339"/>
              <a:gd name="csY127" fmla="*/ 2902440 h 2902440"/>
              <a:gd name="csX128" fmla="*/ 1744452 w 3341339"/>
              <a:gd name="csY128" fmla="*/ 2895814 h 2902440"/>
              <a:gd name="csX129" fmla="*/ 1631809 w 3341339"/>
              <a:gd name="csY129" fmla="*/ 2882561 h 2902440"/>
              <a:gd name="csX130" fmla="*/ 1585426 w 3341339"/>
              <a:gd name="csY130" fmla="*/ 2869309 h 2902440"/>
              <a:gd name="csX131" fmla="*/ 1532417 w 3341339"/>
              <a:gd name="csY131" fmla="*/ 2849431 h 2902440"/>
              <a:gd name="csX132" fmla="*/ 1419774 w 3341339"/>
              <a:gd name="csY132" fmla="*/ 2822927 h 2902440"/>
              <a:gd name="csX133" fmla="*/ 1366765 w 3341339"/>
              <a:gd name="csY133" fmla="*/ 2803048 h 2902440"/>
              <a:gd name="csX134" fmla="*/ 1267374 w 3341339"/>
              <a:gd name="csY134" fmla="*/ 2769918 h 2902440"/>
              <a:gd name="csX135" fmla="*/ 1167983 w 3341339"/>
              <a:gd name="csY135" fmla="*/ 2697031 h 2902440"/>
              <a:gd name="csX136" fmla="*/ 1134852 w 3341339"/>
              <a:gd name="csY136" fmla="*/ 2663900 h 2902440"/>
              <a:gd name="csX137" fmla="*/ 1095096 w 3341339"/>
              <a:gd name="csY137" fmla="*/ 2630770 h 2902440"/>
              <a:gd name="csX138" fmla="*/ 1061965 w 3341339"/>
              <a:gd name="csY138" fmla="*/ 2597640 h 2902440"/>
              <a:gd name="csX139" fmla="*/ 1035461 w 3341339"/>
              <a:gd name="csY139" fmla="*/ 2577761 h 2902440"/>
              <a:gd name="csX140" fmla="*/ 1015583 w 3341339"/>
              <a:gd name="csY140" fmla="*/ 2557883 h 2902440"/>
              <a:gd name="csX141" fmla="*/ 995704 w 3341339"/>
              <a:gd name="csY141" fmla="*/ 2544631 h 2902440"/>
              <a:gd name="csX142" fmla="*/ 975826 w 3341339"/>
              <a:gd name="csY142" fmla="*/ 2524753 h 2902440"/>
              <a:gd name="csX143" fmla="*/ 929443 w 3341339"/>
              <a:gd name="csY143" fmla="*/ 2498248 h 2902440"/>
              <a:gd name="csX144" fmla="*/ 883061 w 3341339"/>
              <a:gd name="csY144" fmla="*/ 2465118 h 2902440"/>
              <a:gd name="csX145" fmla="*/ 830052 w 3341339"/>
              <a:gd name="csY145" fmla="*/ 2438614 h 2902440"/>
              <a:gd name="csX146" fmla="*/ 810174 w 3341339"/>
              <a:gd name="csY146" fmla="*/ 2425361 h 2902440"/>
              <a:gd name="csX147" fmla="*/ 750539 w 3341339"/>
              <a:gd name="csY147" fmla="*/ 2378979 h 2902440"/>
              <a:gd name="csX148" fmla="*/ 697530 w 3341339"/>
              <a:gd name="csY148" fmla="*/ 2339222 h 2902440"/>
              <a:gd name="csX149" fmla="*/ 631270 w 3341339"/>
              <a:gd name="csY149" fmla="*/ 2279587 h 2902440"/>
              <a:gd name="csX150" fmla="*/ 618017 w 3341339"/>
              <a:gd name="csY150" fmla="*/ 2259709 h 2902440"/>
              <a:gd name="csX151" fmla="*/ 591513 w 3341339"/>
              <a:gd name="csY151" fmla="*/ 2233205 h 2902440"/>
              <a:gd name="csX152" fmla="*/ 565009 w 3341339"/>
              <a:gd name="csY152" fmla="*/ 2186822 h 2902440"/>
              <a:gd name="csX153" fmla="*/ 538504 w 3341339"/>
              <a:gd name="csY153" fmla="*/ 2147066 h 2902440"/>
              <a:gd name="csX154" fmla="*/ 512000 w 3341339"/>
              <a:gd name="csY154" fmla="*/ 2080805 h 2902440"/>
              <a:gd name="csX155" fmla="*/ 505374 w 3341339"/>
              <a:gd name="csY155" fmla="*/ 2054300 h 2902440"/>
              <a:gd name="csX156" fmla="*/ 492122 w 3341339"/>
              <a:gd name="csY156" fmla="*/ 1948283 h 2902440"/>
              <a:gd name="csX157" fmla="*/ 478870 w 3341339"/>
              <a:gd name="csY157" fmla="*/ 1882022 h 2902440"/>
              <a:gd name="csX158" fmla="*/ 465617 w 3341339"/>
              <a:gd name="csY158" fmla="*/ 1809135 h 2902440"/>
              <a:gd name="csX159" fmla="*/ 472243 w 3341339"/>
              <a:gd name="csY159" fmla="*/ 1577222 h 2902440"/>
              <a:gd name="csX160" fmla="*/ 485496 w 3341339"/>
              <a:gd name="csY160" fmla="*/ 1537466 h 2902440"/>
              <a:gd name="csX161" fmla="*/ 492122 w 3341339"/>
              <a:gd name="csY161" fmla="*/ 1517587 h 2902440"/>
              <a:gd name="csX162" fmla="*/ 498748 w 3341339"/>
              <a:gd name="csY162" fmla="*/ 1491083 h 2902440"/>
              <a:gd name="csX163" fmla="*/ 518626 w 3341339"/>
              <a:gd name="csY163" fmla="*/ 1451327 h 2902440"/>
              <a:gd name="csX164" fmla="*/ 512000 w 3341339"/>
              <a:gd name="csY164" fmla="*/ 1404944 h 2902440"/>
              <a:gd name="csX165" fmla="*/ 492122 w 3341339"/>
              <a:gd name="csY165" fmla="*/ 1385066 h 2902440"/>
              <a:gd name="csX166" fmla="*/ 478870 w 3341339"/>
              <a:gd name="csY166" fmla="*/ 1365187 h 2902440"/>
              <a:gd name="csX167" fmla="*/ 445739 w 3341339"/>
              <a:gd name="csY167" fmla="*/ 1332057 h 2902440"/>
              <a:gd name="csX168" fmla="*/ 439113 w 3341339"/>
              <a:gd name="csY168" fmla="*/ 1312179 h 2902440"/>
              <a:gd name="csX169" fmla="*/ 399356 w 3341339"/>
              <a:gd name="csY169" fmla="*/ 1259170 h 2902440"/>
              <a:gd name="csX170" fmla="*/ 392730 w 3341339"/>
              <a:gd name="csY170" fmla="*/ 1239292 h 2902440"/>
              <a:gd name="csX171" fmla="*/ 366226 w 3341339"/>
              <a:gd name="csY171" fmla="*/ 1192909 h 2902440"/>
              <a:gd name="csX172" fmla="*/ 346348 w 3341339"/>
              <a:gd name="csY172" fmla="*/ 1173031 h 2902440"/>
              <a:gd name="csX173" fmla="*/ 333096 w 3341339"/>
              <a:gd name="csY173" fmla="*/ 1153153 h 2902440"/>
              <a:gd name="csX174" fmla="*/ 299965 w 3341339"/>
              <a:gd name="csY174" fmla="*/ 1126648 h 2902440"/>
              <a:gd name="csX175" fmla="*/ 280087 w 3341339"/>
              <a:gd name="csY175" fmla="*/ 1120022 h 2902440"/>
              <a:gd name="csX176" fmla="*/ 253583 w 3341339"/>
              <a:gd name="csY176" fmla="*/ 1106770 h 2902440"/>
              <a:gd name="csX177" fmla="*/ 227078 w 3341339"/>
              <a:gd name="csY177" fmla="*/ 1100144 h 2902440"/>
              <a:gd name="csX178" fmla="*/ 207200 w 3341339"/>
              <a:gd name="csY178" fmla="*/ 1093518 h 2902440"/>
              <a:gd name="csX179" fmla="*/ 160817 w 3341339"/>
              <a:gd name="csY179" fmla="*/ 1080266 h 2902440"/>
              <a:gd name="csX180" fmla="*/ 127687 w 3341339"/>
              <a:gd name="csY180" fmla="*/ 1053761 h 2902440"/>
              <a:gd name="csX181" fmla="*/ 107809 w 3341339"/>
              <a:gd name="csY181" fmla="*/ 1040509 h 2902440"/>
              <a:gd name="csX182" fmla="*/ 74678 w 3341339"/>
              <a:gd name="csY182" fmla="*/ 1000753 h 2902440"/>
              <a:gd name="csX183" fmla="*/ 54800 w 3341339"/>
              <a:gd name="csY183" fmla="*/ 987500 h 2902440"/>
              <a:gd name="csX184" fmla="*/ 41548 w 3341339"/>
              <a:gd name="csY184" fmla="*/ 967622 h 2902440"/>
              <a:gd name="csX185" fmla="*/ 8417 w 3341339"/>
              <a:gd name="csY185" fmla="*/ 927866 h 2902440"/>
              <a:gd name="csX186" fmla="*/ 8417 w 3341339"/>
              <a:gd name="csY186" fmla="*/ 874857 h 2902440"/>
              <a:gd name="csX187" fmla="*/ 48174 w 3341339"/>
              <a:gd name="csY187" fmla="*/ 861605 h 2902440"/>
              <a:gd name="csX188" fmla="*/ 68052 w 3341339"/>
              <a:gd name="csY188" fmla="*/ 848353 h 2902440"/>
              <a:gd name="csX189" fmla="*/ 68052 w 3341339"/>
              <a:gd name="csY189" fmla="*/ 828474 h 2902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</a:cxnLst>
            <a:rect l="l" t="t" r="r" b="b"/>
            <a:pathLst>
              <a:path w="3341339" h="2902440">
                <a:moveTo>
                  <a:pt x="68052" y="828474"/>
                </a:moveTo>
                <a:cubicBezTo>
                  <a:pt x="102287" y="825161"/>
                  <a:pt x="146587" y="839047"/>
                  <a:pt x="273461" y="828474"/>
                </a:cubicBezTo>
                <a:cubicBezTo>
                  <a:pt x="282536" y="827718"/>
                  <a:pt x="290982" y="823345"/>
                  <a:pt x="299965" y="821848"/>
                </a:cubicBezTo>
                <a:cubicBezTo>
                  <a:pt x="317530" y="818921"/>
                  <a:pt x="335304" y="817431"/>
                  <a:pt x="352974" y="815222"/>
                </a:cubicBezTo>
                <a:cubicBezTo>
                  <a:pt x="359600" y="813013"/>
                  <a:pt x="366076" y="810290"/>
                  <a:pt x="372852" y="808596"/>
                </a:cubicBezTo>
                <a:cubicBezTo>
                  <a:pt x="383778" y="805865"/>
                  <a:pt x="395299" y="805531"/>
                  <a:pt x="405983" y="801970"/>
                </a:cubicBezTo>
                <a:cubicBezTo>
                  <a:pt x="415354" y="798847"/>
                  <a:pt x="423461" y="792730"/>
                  <a:pt x="432487" y="788718"/>
                </a:cubicBezTo>
                <a:cubicBezTo>
                  <a:pt x="489989" y="763162"/>
                  <a:pt x="442887" y="790619"/>
                  <a:pt x="505374" y="748961"/>
                </a:cubicBezTo>
                <a:lnTo>
                  <a:pt x="525252" y="735709"/>
                </a:lnTo>
                <a:cubicBezTo>
                  <a:pt x="531878" y="731292"/>
                  <a:pt x="539499" y="728088"/>
                  <a:pt x="545130" y="722457"/>
                </a:cubicBezTo>
                <a:lnTo>
                  <a:pt x="604765" y="662822"/>
                </a:lnTo>
                <a:lnTo>
                  <a:pt x="624643" y="642944"/>
                </a:lnTo>
                <a:cubicBezTo>
                  <a:pt x="631269" y="636318"/>
                  <a:pt x="638900" y="630563"/>
                  <a:pt x="644522" y="623066"/>
                </a:cubicBezTo>
                <a:lnTo>
                  <a:pt x="684278" y="570057"/>
                </a:lnTo>
                <a:cubicBezTo>
                  <a:pt x="690904" y="561222"/>
                  <a:pt x="696347" y="551362"/>
                  <a:pt x="704156" y="543553"/>
                </a:cubicBezTo>
                <a:cubicBezTo>
                  <a:pt x="708574" y="539135"/>
                  <a:pt x="712610" y="534300"/>
                  <a:pt x="717409" y="530300"/>
                </a:cubicBezTo>
                <a:cubicBezTo>
                  <a:pt x="725893" y="523230"/>
                  <a:pt x="736104" y="518231"/>
                  <a:pt x="743913" y="510422"/>
                </a:cubicBezTo>
                <a:cubicBezTo>
                  <a:pt x="751722" y="502613"/>
                  <a:pt x="755982" y="491727"/>
                  <a:pt x="763791" y="483918"/>
                </a:cubicBezTo>
                <a:cubicBezTo>
                  <a:pt x="773791" y="473918"/>
                  <a:pt x="786457" y="466927"/>
                  <a:pt x="796922" y="457414"/>
                </a:cubicBezTo>
                <a:cubicBezTo>
                  <a:pt x="886387" y="376082"/>
                  <a:pt x="800743" y="452547"/>
                  <a:pt x="856556" y="391153"/>
                </a:cubicBezTo>
                <a:cubicBezTo>
                  <a:pt x="896567" y="347141"/>
                  <a:pt x="889118" y="353984"/>
                  <a:pt x="922817" y="331518"/>
                </a:cubicBezTo>
                <a:cubicBezTo>
                  <a:pt x="946147" y="296525"/>
                  <a:pt x="924220" y="324637"/>
                  <a:pt x="962574" y="291761"/>
                </a:cubicBezTo>
                <a:cubicBezTo>
                  <a:pt x="969689" y="285663"/>
                  <a:pt x="975253" y="277882"/>
                  <a:pt x="982452" y="271883"/>
                </a:cubicBezTo>
                <a:cubicBezTo>
                  <a:pt x="988570" y="266785"/>
                  <a:pt x="996212" y="263729"/>
                  <a:pt x="1002330" y="258631"/>
                </a:cubicBezTo>
                <a:cubicBezTo>
                  <a:pt x="1009529" y="252632"/>
                  <a:pt x="1014812" y="244506"/>
                  <a:pt x="1022209" y="238753"/>
                </a:cubicBezTo>
                <a:cubicBezTo>
                  <a:pt x="1084056" y="190650"/>
                  <a:pt x="1039116" y="229367"/>
                  <a:pt x="1088470" y="198996"/>
                </a:cubicBezTo>
                <a:cubicBezTo>
                  <a:pt x="1108817" y="186475"/>
                  <a:pt x="1131212" y="176134"/>
                  <a:pt x="1148104" y="159240"/>
                </a:cubicBezTo>
                <a:cubicBezTo>
                  <a:pt x="1152521" y="154822"/>
                  <a:pt x="1155999" y="149201"/>
                  <a:pt x="1161356" y="145987"/>
                </a:cubicBezTo>
                <a:cubicBezTo>
                  <a:pt x="1167345" y="142393"/>
                  <a:pt x="1174609" y="141570"/>
                  <a:pt x="1181235" y="139361"/>
                </a:cubicBezTo>
                <a:cubicBezTo>
                  <a:pt x="1212611" y="118444"/>
                  <a:pt x="1188571" y="131952"/>
                  <a:pt x="1220991" y="119483"/>
                </a:cubicBezTo>
                <a:cubicBezTo>
                  <a:pt x="1243194" y="110944"/>
                  <a:pt x="1264684" y="100501"/>
                  <a:pt x="1287252" y="92979"/>
                </a:cubicBezTo>
                <a:cubicBezTo>
                  <a:pt x="1300504" y="88562"/>
                  <a:pt x="1314515" y="85975"/>
                  <a:pt x="1327009" y="79727"/>
                </a:cubicBezTo>
                <a:cubicBezTo>
                  <a:pt x="1335844" y="75309"/>
                  <a:pt x="1344142" y="69598"/>
                  <a:pt x="1353513" y="66474"/>
                </a:cubicBezTo>
                <a:cubicBezTo>
                  <a:pt x="1385984" y="55650"/>
                  <a:pt x="1408117" y="53604"/>
                  <a:pt x="1439652" y="46596"/>
                </a:cubicBezTo>
                <a:cubicBezTo>
                  <a:pt x="1448542" y="44621"/>
                  <a:pt x="1457205" y="41648"/>
                  <a:pt x="1466156" y="39970"/>
                </a:cubicBezTo>
                <a:cubicBezTo>
                  <a:pt x="1543308" y="25504"/>
                  <a:pt x="1529397" y="29731"/>
                  <a:pt x="1592052" y="20092"/>
                </a:cubicBezTo>
                <a:cubicBezTo>
                  <a:pt x="1605331" y="18049"/>
                  <a:pt x="1618557" y="15675"/>
                  <a:pt x="1631809" y="13466"/>
                </a:cubicBezTo>
                <a:lnTo>
                  <a:pt x="1982991" y="20092"/>
                </a:lnTo>
                <a:cubicBezTo>
                  <a:pt x="1996418" y="20547"/>
                  <a:pt x="2009574" y="24083"/>
                  <a:pt x="2022748" y="26718"/>
                </a:cubicBezTo>
                <a:cubicBezTo>
                  <a:pt x="2062869" y="34742"/>
                  <a:pt x="2060690" y="41612"/>
                  <a:pt x="2115513" y="46596"/>
                </a:cubicBezTo>
                <a:cubicBezTo>
                  <a:pt x="2157647" y="50426"/>
                  <a:pt x="2199584" y="53414"/>
                  <a:pt x="2241409" y="59848"/>
                </a:cubicBezTo>
                <a:cubicBezTo>
                  <a:pt x="2258288" y="62445"/>
                  <a:pt x="2283974" y="68445"/>
                  <a:pt x="2301043" y="73100"/>
                </a:cubicBezTo>
                <a:cubicBezTo>
                  <a:pt x="2316556" y="77331"/>
                  <a:pt x="2331889" y="82210"/>
                  <a:pt x="2347426" y="86353"/>
                </a:cubicBezTo>
                <a:cubicBezTo>
                  <a:pt x="2365024" y="91046"/>
                  <a:pt x="2383156" y="93845"/>
                  <a:pt x="2400435" y="99605"/>
                </a:cubicBezTo>
                <a:cubicBezTo>
                  <a:pt x="2413687" y="104022"/>
                  <a:pt x="2426493" y="110118"/>
                  <a:pt x="2440191" y="112857"/>
                </a:cubicBezTo>
                <a:cubicBezTo>
                  <a:pt x="2462278" y="117274"/>
                  <a:pt x="2484600" y="120646"/>
                  <a:pt x="2506452" y="126109"/>
                </a:cubicBezTo>
                <a:cubicBezTo>
                  <a:pt x="2515287" y="128318"/>
                  <a:pt x="2523996" y="131106"/>
                  <a:pt x="2532956" y="132735"/>
                </a:cubicBezTo>
                <a:cubicBezTo>
                  <a:pt x="2548322" y="135529"/>
                  <a:pt x="2563878" y="137152"/>
                  <a:pt x="2579339" y="139361"/>
                </a:cubicBezTo>
                <a:cubicBezTo>
                  <a:pt x="2652226" y="137152"/>
                  <a:pt x="2725241" y="137586"/>
                  <a:pt x="2798000" y="132735"/>
                </a:cubicBezTo>
                <a:cubicBezTo>
                  <a:pt x="2824810" y="130948"/>
                  <a:pt x="2850776" y="122157"/>
                  <a:pt x="2877513" y="119483"/>
                </a:cubicBezTo>
                <a:lnTo>
                  <a:pt x="2943774" y="112857"/>
                </a:lnTo>
                <a:cubicBezTo>
                  <a:pt x="2954817" y="110648"/>
                  <a:pt x="2965795" y="108082"/>
                  <a:pt x="2976904" y="106231"/>
                </a:cubicBezTo>
                <a:cubicBezTo>
                  <a:pt x="3010907" y="100564"/>
                  <a:pt x="3031912" y="101919"/>
                  <a:pt x="3063043" y="86353"/>
                </a:cubicBezTo>
                <a:cubicBezTo>
                  <a:pt x="3071878" y="81935"/>
                  <a:pt x="3080972" y="78001"/>
                  <a:pt x="3089548" y="73100"/>
                </a:cubicBezTo>
                <a:cubicBezTo>
                  <a:pt x="3096462" y="69149"/>
                  <a:pt x="3102435" y="63661"/>
                  <a:pt x="3109426" y="59848"/>
                </a:cubicBezTo>
                <a:cubicBezTo>
                  <a:pt x="3126769" y="50388"/>
                  <a:pt x="3144765" y="42179"/>
                  <a:pt x="3162435" y="33344"/>
                </a:cubicBezTo>
                <a:lnTo>
                  <a:pt x="3188939" y="20092"/>
                </a:lnTo>
                <a:cubicBezTo>
                  <a:pt x="3197774" y="15675"/>
                  <a:pt x="3205860" y="9236"/>
                  <a:pt x="3215443" y="6840"/>
                </a:cubicBezTo>
                <a:lnTo>
                  <a:pt x="3241948" y="214"/>
                </a:lnTo>
                <a:cubicBezTo>
                  <a:pt x="3285600" y="4182"/>
                  <a:pt x="3313434" y="-12356"/>
                  <a:pt x="3328087" y="26718"/>
                </a:cubicBezTo>
                <a:cubicBezTo>
                  <a:pt x="3332041" y="37263"/>
                  <a:pt x="3332504" y="48805"/>
                  <a:pt x="3334713" y="59848"/>
                </a:cubicBezTo>
                <a:cubicBezTo>
                  <a:pt x="3332504" y="99605"/>
                  <a:pt x="3333026" y="139608"/>
                  <a:pt x="3328087" y="179118"/>
                </a:cubicBezTo>
                <a:cubicBezTo>
                  <a:pt x="3326091" y="195085"/>
                  <a:pt x="3310913" y="229828"/>
                  <a:pt x="3301583" y="245379"/>
                </a:cubicBezTo>
                <a:cubicBezTo>
                  <a:pt x="3293389" y="259036"/>
                  <a:pt x="3288330" y="276300"/>
                  <a:pt x="3275078" y="285135"/>
                </a:cubicBezTo>
                <a:cubicBezTo>
                  <a:pt x="3268452" y="289552"/>
                  <a:pt x="3261418" y="293412"/>
                  <a:pt x="3255200" y="298387"/>
                </a:cubicBezTo>
                <a:cubicBezTo>
                  <a:pt x="3250322" y="302290"/>
                  <a:pt x="3247305" y="308426"/>
                  <a:pt x="3241948" y="311640"/>
                </a:cubicBezTo>
                <a:cubicBezTo>
                  <a:pt x="3235959" y="315234"/>
                  <a:pt x="3228317" y="315143"/>
                  <a:pt x="3222070" y="318266"/>
                </a:cubicBezTo>
                <a:cubicBezTo>
                  <a:pt x="3214947" y="321827"/>
                  <a:pt x="3209105" y="327567"/>
                  <a:pt x="3202191" y="331518"/>
                </a:cubicBezTo>
                <a:cubicBezTo>
                  <a:pt x="3193615" y="336419"/>
                  <a:pt x="3184063" y="339535"/>
                  <a:pt x="3175687" y="344770"/>
                </a:cubicBezTo>
                <a:cubicBezTo>
                  <a:pt x="3166322" y="350623"/>
                  <a:pt x="3158230" y="358315"/>
                  <a:pt x="3149183" y="364648"/>
                </a:cubicBezTo>
                <a:cubicBezTo>
                  <a:pt x="3141969" y="369698"/>
                  <a:pt x="3093233" y="400720"/>
                  <a:pt x="3082922" y="411031"/>
                </a:cubicBezTo>
                <a:cubicBezTo>
                  <a:pt x="3077291" y="416662"/>
                  <a:pt x="3072904" y="423632"/>
                  <a:pt x="3069670" y="430909"/>
                </a:cubicBezTo>
                <a:cubicBezTo>
                  <a:pt x="3063996" y="443674"/>
                  <a:pt x="3056417" y="470666"/>
                  <a:pt x="3056417" y="470666"/>
                </a:cubicBezTo>
                <a:cubicBezTo>
                  <a:pt x="3050223" y="514024"/>
                  <a:pt x="3043891" y="530755"/>
                  <a:pt x="3056417" y="576683"/>
                </a:cubicBezTo>
                <a:cubicBezTo>
                  <a:pt x="3058061" y="582710"/>
                  <a:pt x="3065252" y="585518"/>
                  <a:pt x="3069670" y="589935"/>
                </a:cubicBezTo>
                <a:cubicBezTo>
                  <a:pt x="3071879" y="598770"/>
                  <a:pt x="3072709" y="608069"/>
                  <a:pt x="3076296" y="616440"/>
                </a:cubicBezTo>
                <a:cubicBezTo>
                  <a:pt x="3079433" y="623760"/>
                  <a:pt x="3085597" y="629404"/>
                  <a:pt x="3089548" y="636318"/>
                </a:cubicBezTo>
                <a:cubicBezTo>
                  <a:pt x="3094449" y="644894"/>
                  <a:pt x="3098909" y="653743"/>
                  <a:pt x="3102800" y="662822"/>
                </a:cubicBezTo>
                <a:cubicBezTo>
                  <a:pt x="3105551" y="669242"/>
                  <a:pt x="3106536" y="676342"/>
                  <a:pt x="3109426" y="682700"/>
                </a:cubicBezTo>
                <a:cubicBezTo>
                  <a:pt x="3117601" y="700685"/>
                  <a:pt x="3127095" y="718039"/>
                  <a:pt x="3135930" y="735709"/>
                </a:cubicBezTo>
                <a:lnTo>
                  <a:pt x="3162435" y="788718"/>
                </a:lnTo>
                <a:lnTo>
                  <a:pt x="3175687" y="815222"/>
                </a:lnTo>
                <a:cubicBezTo>
                  <a:pt x="3180104" y="824057"/>
                  <a:pt x="3183460" y="833508"/>
                  <a:pt x="3188939" y="841727"/>
                </a:cubicBezTo>
                <a:lnTo>
                  <a:pt x="3215443" y="881483"/>
                </a:lnTo>
                <a:cubicBezTo>
                  <a:pt x="3217652" y="890318"/>
                  <a:pt x="3219190" y="899348"/>
                  <a:pt x="3222070" y="907987"/>
                </a:cubicBezTo>
                <a:cubicBezTo>
                  <a:pt x="3225831" y="919271"/>
                  <a:pt x="3231904" y="929725"/>
                  <a:pt x="3235322" y="941118"/>
                </a:cubicBezTo>
                <a:cubicBezTo>
                  <a:pt x="3238558" y="951905"/>
                  <a:pt x="3239217" y="963322"/>
                  <a:pt x="3241948" y="974248"/>
                </a:cubicBezTo>
                <a:cubicBezTo>
                  <a:pt x="3243642" y="981024"/>
                  <a:pt x="3246365" y="987501"/>
                  <a:pt x="3248574" y="994127"/>
                </a:cubicBezTo>
                <a:cubicBezTo>
                  <a:pt x="3250753" y="1015913"/>
                  <a:pt x="3260746" y="1113841"/>
                  <a:pt x="3261826" y="1133274"/>
                </a:cubicBezTo>
                <a:cubicBezTo>
                  <a:pt x="3264891" y="1188451"/>
                  <a:pt x="3266243" y="1243709"/>
                  <a:pt x="3268452" y="1298927"/>
                </a:cubicBezTo>
                <a:cubicBezTo>
                  <a:pt x="3270661" y="1292301"/>
                  <a:pt x="3275078" y="1286033"/>
                  <a:pt x="3275078" y="1279048"/>
                </a:cubicBezTo>
                <a:cubicBezTo>
                  <a:pt x="3275078" y="1268568"/>
                  <a:pt x="3267625" y="1221625"/>
                  <a:pt x="3261826" y="1206161"/>
                </a:cubicBezTo>
                <a:cubicBezTo>
                  <a:pt x="3235838" y="1136859"/>
                  <a:pt x="3258957" y="1221188"/>
                  <a:pt x="3241948" y="1153153"/>
                </a:cubicBezTo>
                <a:cubicBezTo>
                  <a:pt x="3244157" y="1177449"/>
                  <a:pt x="3245548" y="1201833"/>
                  <a:pt x="3248574" y="1226040"/>
                </a:cubicBezTo>
                <a:cubicBezTo>
                  <a:pt x="3251429" y="1248880"/>
                  <a:pt x="3256962" y="1263786"/>
                  <a:pt x="3261826" y="1285674"/>
                </a:cubicBezTo>
                <a:cubicBezTo>
                  <a:pt x="3264269" y="1296668"/>
                  <a:pt x="3266437" y="1307724"/>
                  <a:pt x="3268452" y="1318805"/>
                </a:cubicBezTo>
                <a:cubicBezTo>
                  <a:pt x="3276950" y="1365545"/>
                  <a:pt x="3275703" y="1364182"/>
                  <a:pt x="3281704" y="1418196"/>
                </a:cubicBezTo>
                <a:cubicBezTo>
                  <a:pt x="3283913" y="1548509"/>
                  <a:pt x="3284128" y="1678871"/>
                  <a:pt x="3288330" y="1809135"/>
                </a:cubicBezTo>
                <a:cubicBezTo>
                  <a:pt x="3288555" y="1816116"/>
                  <a:pt x="3293118" y="1822275"/>
                  <a:pt x="3294956" y="1829014"/>
                </a:cubicBezTo>
                <a:cubicBezTo>
                  <a:pt x="3299748" y="1846585"/>
                  <a:pt x="3303791" y="1864353"/>
                  <a:pt x="3308209" y="1882022"/>
                </a:cubicBezTo>
                <a:cubicBezTo>
                  <a:pt x="3310418" y="1890857"/>
                  <a:pt x="3311955" y="1899887"/>
                  <a:pt x="3314835" y="1908527"/>
                </a:cubicBezTo>
                <a:cubicBezTo>
                  <a:pt x="3320512" y="1925558"/>
                  <a:pt x="3324759" y="1936605"/>
                  <a:pt x="3328087" y="1954909"/>
                </a:cubicBezTo>
                <a:cubicBezTo>
                  <a:pt x="3343915" y="2041962"/>
                  <a:pt x="3326311" y="1967683"/>
                  <a:pt x="3341339" y="2027796"/>
                </a:cubicBezTo>
                <a:cubicBezTo>
                  <a:pt x="3339130" y="2133813"/>
                  <a:pt x="3338868" y="2239889"/>
                  <a:pt x="3334713" y="2345848"/>
                </a:cubicBezTo>
                <a:cubicBezTo>
                  <a:pt x="3334439" y="2352827"/>
                  <a:pt x="3331552" y="2359663"/>
                  <a:pt x="3328087" y="2365727"/>
                </a:cubicBezTo>
                <a:cubicBezTo>
                  <a:pt x="3322608" y="2375315"/>
                  <a:pt x="3314542" y="2383184"/>
                  <a:pt x="3308209" y="2392231"/>
                </a:cubicBezTo>
                <a:cubicBezTo>
                  <a:pt x="3306225" y="2395066"/>
                  <a:pt x="3270010" y="2451217"/>
                  <a:pt x="3261826" y="2458492"/>
                </a:cubicBezTo>
                <a:cubicBezTo>
                  <a:pt x="3249922" y="2469073"/>
                  <a:pt x="3233332" y="2473734"/>
                  <a:pt x="3222070" y="2484996"/>
                </a:cubicBezTo>
                <a:cubicBezTo>
                  <a:pt x="3195064" y="2512000"/>
                  <a:pt x="3225106" y="2484753"/>
                  <a:pt x="3182313" y="2511500"/>
                </a:cubicBezTo>
                <a:cubicBezTo>
                  <a:pt x="3137916" y="2539249"/>
                  <a:pt x="3174130" y="2525531"/>
                  <a:pt x="3122678" y="2551257"/>
                </a:cubicBezTo>
                <a:cubicBezTo>
                  <a:pt x="3112040" y="2556576"/>
                  <a:pt x="3100186" y="2559190"/>
                  <a:pt x="3089548" y="2564509"/>
                </a:cubicBezTo>
                <a:cubicBezTo>
                  <a:pt x="3038096" y="2590235"/>
                  <a:pt x="3074310" y="2576517"/>
                  <a:pt x="3029913" y="2604266"/>
                </a:cubicBezTo>
                <a:cubicBezTo>
                  <a:pt x="3021537" y="2609501"/>
                  <a:pt x="3011985" y="2612617"/>
                  <a:pt x="3003409" y="2617518"/>
                </a:cubicBezTo>
                <a:cubicBezTo>
                  <a:pt x="2996495" y="2621469"/>
                  <a:pt x="2990653" y="2627209"/>
                  <a:pt x="2983530" y="2630770"/>
                </a:cubicBezTo>
                <a:cubicBezTo>
                  <a:pt x="2977283" y="2633893"/>
                  <a:pt x="2969899" y="2634272"/>
                  <a:pt x="2963652" y="2637396"/>
                </a:cubicBezTo>
                <a:cubicBezTo>
                  <a:pt x="2953238" y="2642603"/>
                  <a:pt x="2924278" y="2665521"/>
                  <a:pt x="2917270" y="2670527"/>
                </a:cubicBezTo>
                <a:cubicBezTo>
                  <a:pt x="2822432" y="2738269"/>
                  <a:pt x="2987292" y="2619429"/>
                  <a:pt x="2870887" y="2697031"/>
                </a:cubicBezTo>
                <a:cubicBezTo>
                  <a:pt x="2817697" y="2732490"/>
                  <a:pt x="2856198" y="2711480"/>
                  <a:pt x="2817878" y="2743414"/>
                </a:cubicBezTo>
                <a:cubicBezTo>
                  <a:pt x="2811760" y="2748512"/>
                  <a:pt x="2804371" y="2751888"/>
                  <a:pt x="2798000" y="2756666"/>
                </a:cubicBezTo>
                <a:cubicBezTo>
                  <a:pt x="2783563" y="2767493"/>
                  <a:pt x="2741578" y="2804186"/>
                  <a:pt x="2725113" y="2809674"/>
                </a:cubicBezTo>
                <a:lnTo>
                  <a:pt x="2705235" y="2816300"/>
                </a:lnTo>
                <a:cubicBezTo>
                  <a:pt x="2692907" y="2828629"/>
                  <a:pt x="2688825" y="2834445"/>
                  <a:pt x="2672104" y="2842805"/>
                </a:cubicBezTo>
                <a:cubicBezTo>
                  <a:pt x="2665857" y="2845928"/>
                  <a:pt x="2658646" y="2846680"/>
                  <a:pt x="2652226" y="2849431"/>
                </a:cubicBezTo>
                <a:cubicBezTo>
                  <a:pt x="2643147" y="2853322"/>
                  <a:pt x="2635093" y="2859560"/>
                  <a:pt x="2625722" y="2862683"/>
                </a:cubicBezTo>
                <a:cubicBezTo>
                  <a:pt x="2615038" y="2866244"/>
                  <a:pt x="2603672" y="2867294"/>
                  <a:pt x="2592591" y="2869309"/>
                </a:cubicBezTo>
                <a:cubicBezTo>
                  <a:pt x="2571237" y="2873192"/>
                  <a:pt x="2526834" y="2880209"/>
                  <a:pt x="2506452" y="2882561"/>
                </a:cubicBezTo>
                <a:cubicBezTo>
                  <a:pt x="2464533" y="2887398"/>
                  <a:pt x="2422544" y="2891615"/>
                  <a:pt x="2380556" y="2895814"/>
                </a:cubicBezTo>
                <a:lnTo>
                  <a:pt x="2307670" y="2902440"/>
                </a:lnTo>
                <a:lnTo>
                  <a:pt x="1744452" y="2895814"/>
                </a:lnTo>
                <a:cubicBezTo>
                  <a:pt x="1734108" y="2895594"/>
                  <a:pt x="1645022" y="2884213"/>
                  <a:pt x="1631809" y="2882561"/>
                </a:cubicBezTo>
                <a:cubicBezTo>
                  <a:pt x="1616348" y="2878144"/>
                  <a:pt x="1600681" y="2874394"/>
                  <a:pt x="1585426" y="2869309"/>
                </a:cubicBezTo>
                <a:cubicBezTo>
                  <a:pt x="1567523" y="2863342"/>
                  <a:pt x="1550521" y="2854756"/>
                  <a:pt x="1532417" y="2849431"/>
                </a:cubicBezTo>
                <a:cubicBezTo>
                  <a:pt x="1428880" y="2818979"/>
                  <a:pt x="1515904" y="2852968"/>
                  <a:pt x="1419774" y="2822927"/>
                </a:cubicBezTo>
                <a:cubicBezTo>
                  <a:pt x="1401762" y="2817298"/>
                  <a:pt x="1384777" y="2808677"/>
                  <a:pt x="1366765" y="2803048"/>
                </a:cubicBezTo>
                <a:cubicBezTo>
                  <a:pt x="1300361" y="2782297"/>
                  <a:pt x="1327797" y="2800129"/>
                  <a:pt x="1267374" y="2769918"/>
                </a:cubicBezTo>
                <a:cubicBezTo>
                  <a:pt x="1235363" y="2753913"/>
                  <a:pt x="1188573" y="2717621"/>
                  <a:pt x="1167983" y="2697031"/>
                </a:cubicBezTo>
                <a:cubicBezTo>
                  <a:pt x="1156939" y="2685987"/>
                  <a:pt x="1146408" y="2674406"/>
                  <a:pt x="1134852" y="2663900"/>
                </a:cubicBezTo>
                <a:cubicBezTo>
                  <a:pt x="1122088" y="2652296"/>
                  <a:pt x="1107860" y="2642374"/>
                  <a:pt x="1095096" y="2630770"/>
                </a:cubicBezTo>
                <a:cubicBezTo>
                  <a:pt x="1083540" y="2620264"/>
                  <a:pt x="1073638" y="2608016"/>
                  <a:pt x="1061965" y="2597640"/>
                </a:cubicBezTo>
                <a:cubicBezTo>
                  <a:pt x="1053711" y="2590303"/>
                  <a:pt x="1043846" y="2584948"/>
                  <a:pt x="1035461" y="2577761"/>
                </a:cubicBezTo>
                <a:cubicBezTo>
                  <a:pt x="1028346" y="2571663"/>
                  <a:pt x="1022782" y="2563882"/>
                  <a:pt x="1015583" y="2557883"/>
                </a:cubicBezTo>
                <a:cubicBezTo>
                  <a:pt x="1009465" y="2552785"/>
                  <a:pt x="1001822" y="2549729"/>
                  <a:pt x="995704" y="2544631"/>
                </a:cubicBezTo>
                <a:cubicBezTo>
                  <a:pt x="988505" y="2538632"/>
                  <a:pt x="983025" y="2530752"/>
                  <a:pt x="975826" y="2524753"/>
                </a:cubicBezTo>
                <a:cubicBezTo>
                  <a:pt x="953934" y="2506509"/>
                  <a:pt x="955375" y="2514455"/>
                  <a:pt x="929443" y="2498248"/>
                </a:cubicBezTo>
                <a:cubicBezTo>
                  <a:pt x="906329" y="2483802"/>
                  <a:pt x="905089" y="2477133"/>
                  <a:pt x="883061" y="2465118"/>
                </a:cubicBezTo>
                <a:cubicBezTo>
                  <a:pt x="865718" y="2455658"/>
                  <a:pt x="846489" y="2449573"/>
                  <a:pt x="830052" y="2438614"/>
                </a:cubicBezTo>
                <a:cubicBezTo>
                  <a:pt x="823426" y="2434196"/>
                  <a:pt x="816545" y="2430139"/>
                  <a:pt x="810174" y="2425361"/>
                </a:cubicBezTo>
                <a:cubicBezTo>
                  <a:pt x="790028" y="2410251"/>
                  <a:pt x="771492" y="2392948"/>
                  <a:pt x="750539" y="2378979"/>
                </a:cubicBezTo>
                <a:cubicBezTo>
                  <a:pt x="658717" y="2317762"/>
                  <a:pt x="740429" y="2375992"/>
                  <a:pt x="697530" y="2339222"/>
                </a:cubicBezTo>
                <a:cubicBezTo>
                  <a:pt x="678548" y="2322952"/>
                  <a:pt x="645308" y="2300642"/>
                  <a:pt x="631270" y="2279587"/>
                </a:cubicBezTo>
                <a:cubicBezTo>
                  <a:pt x="626852" y="2272961"/>
                  <a:pt x="623200" y="2265755"/>
                  <a:pt x="618017" y="2259709"/>
                </a:cubicBezTo>
                <a:cubicBezTo>
                  <a:pt x="609886" y="2250223"/>
                  <a:pt x="599644" y="2242691"/>
                  <a:pt x="591513" y="2233205"/>
                </a:cubicBezTo>
                <a:cubicBezTo>
                  <a:pt x="576230" y="2215375"/>
                  <a:pt x="577545" y="2207715"/>
                  <a:pt x="565009" y="2186822"/>
                </a:cubicBezTo>
                <a:cubicBezTo>
                  <a:pt x="556815" y="2173165"/>
                  <a:pt x="538504" y="2147066"/>
                  <a:pt x="538504" y="2147066"/>
                </a:cubicBezTo>
                <a:cubicBezTo>
                  <a:pt x="522129" y="2097938"/>
                  <a:pt x="531499" y="2119803"/>
                  <a:pt x="512000" y="2080805"/>
                </a:cubicBezTo>
                <a:cubicBezTo>
                  <a:pt x="509791" y="2071970"/>
                  <a:pt x="506725" y="2063306"/>
                  <a:pt x="505374" y="2054300"/>
                </a:cubicBezTo>
                <a:cubicBezTo>
                  <a:pt x="500091" y="2019080"/>
                  <a:pt x="499106" y="1983205"/>
                  <a:pt x="492122" y="1948283"/>
                </a:cubicBezTo>
                <a:cubicBezTo>
                  <a:pt x="487705" y="1926196"/>
                  <a:pt x="482056" y="1904320"/>
                  <a:pt x="478870" y="1882022"/>
                </a:cubicBezTo>
                <a:cubicBezTo>
                  <a:pt x="470955" y="1826625"/>
                  <a:pt x="476031" y="1850791"/>
                  <a:pt x="465617" y="1809135"/>
                </a:cubicBezTo>
                <a:cubicBezTo>
                  <a:pt x="467826" y="1731831"/>
                  <a:pt x="466599" y="1654352"/>
                  <a:pt x="472243" y="1577222"/>
                </a:cubicBezTo>
                <a:cubicBezTo>
                  <a:pt x="473262" y="1563290"/>
                  <a:pt x="481079" y="1550718"/>
                  <a:pt x="485496" y="1537466"/>
                </a:cubicBezTo>
                <a:cubicBezTo>
                  <a:pt x="487705" y="1530840"/>
                  <a:pt x="490428" y="1524363"/>
                  <a:pt x="492122" y="1517587"/>
                </a:cubicBezTo>
                <a:cubicBezTo>
                  <a:pt x="494331" y="1508752"/>
                  <a:pt x="495161" y="1499453"/>
                  <a:pt x="498748" y="1491083"/>
                </a:cubicBezTo>
                <a:cubicBezTo>
                  <a:pt x="537282" y="1401170"/>
                  <a:pt x="490706" y="1535088"/>
                  <a:pt x="518626" y="1451327"/>
                </a:cubicBezTo>
                <a:cubicBezTo>
                  <a:pt x="516417" y="1435866"/>
                  <a:pt x="517800" y="1419445"/>
                  <a:pt x="512000" y="1404944"/>
                </a:cubicBezTo>
                <a:cubicBezTo>
                  <a:pt x="508520" y="1396244"/>
                  <a:pt x="498121" y="1392265"/>
                  <a:pt x="492122" y="1385066"/>
                </a:cubicBezTo>
                <a:cubicBezTo>
                  <a:pt x="487024" y="1378948"/>
                  <a:pt x="484114" y="1371180"/>
                  <a:pt x="478870" y="1365187"/>
                </a:cubicBezTo>
                <a:cubicBezTo>
                  <a:pt x="468586" y="1353433"/>
                  <a:pt x="445739" y="1332057"/>
                  <a:pt x="445739" y="1332057"/>
                </a:cubicBezTo>
                <a:cubicBezTo>
                  <a:pt x="443530" y="1325431"/>
                  <a:pt x="442863" y="1318071"/>
                  <a:pt x="439113" y="1312179"/>
                </a:cubicBezTo>
                <a:cubicBezTo>
                  <a:pt x="427255" y="1293545"/>
                  <a:pt x="399356" y="1259170"/>
                  <a:pt x="399356" y="1259170"/>
                </a:cubicBezTo>
                <a:cubicBezTo>
                  <a:pt x="397147" y="1252544"/>
                  <a:pt x="395481" y="1245712"/>
                  <a:pt x="392730" y="1239292"/>
                </a:cubicBezTo>
                <a:cubicBezTo>
                  <a:pt x="387011" y="1225948"/>
                  <a:pt x="376013" y="1204653"/>
                  <a:pt x="366226" y="1192909"/>
                </a:cubicBezTo>
                <a:cubicBezTo>
                  <a:pt x="360227" y="1185710"/>
                  <a:pt x="352347" y="1180230"/>
                  <a:pt x="346348" y="1173031"/>
                </a:cubicBezTo>
                <a:cubicBezTo>
                  <a:pt x="341250" y="1166913"/>
                  <a:pt x="338071" y="1159371"/>
                  <a:pt x="333096" y="1153153"/>
                </a:cubicBezTo>
                <a:cubicBezTo>
                  <a:pt x="324878" y="1142881"/>
                  <a:pt x="311445" y="1132388"/>
                  <a:pt x="299965" y="1126648"/>
                </a:cubicBezTo>
                <a:cubicBezTo>
                  <a:pt x="293718" y="1123524"/>
                  <a:pt x="286507" y="1122773"/>
                  <a:pt x="280087" y="1120022"/>
                </a:cubicBezTo>
                <a:cubicBezTo>
                  <a:pt x="271008" y="1116131"/>
                  <a:pt x="262832" y="1110238"/>
                  <a:pt x="253583" y="1106770"/>
                </a:cubicBezTo>
                <a:cubicBezTo>
                  <a:pt x="245056" y="1103572"/>
                  <a:pt x="235835" y="1102646"/>
                  <a:pt x="227078" y="1100144"/>
                </a:cubicBezTo>
                <a:cubicBezTo>
                  <a:pt x="220362" y="1098225"/>
                  <a:pt x="213916" y="1095437"/>
                  <a:pt x="207200" y="1093518"/>
                </a:cubicBezTo>
                <a:cubicBezTo>
                  <a:pt x="148951" y="1076875"/>
                  <a:pt x="208486" y="1096155"/>
                  <a:pt x="160817" y="1080266"/>
                </a:cubicBezTo>
                <a:cubicBezTo>
                  <a:pt x="99636" y="1039479"/>
                  <a:pt x="174894" y="1091528"/>
                  <a:pt x="127687" y="1053761"/>
                </a:cubicBezTo>
                <a:cubicBezTo>
                  <a:pt x="121469" y="1048786"/>
                  <a:pt x="114435" y="1044926"/>
                  <a:pt x="107809" y="1040509"/>
                </a:cubicBezTo>
                <a:cubicBezTo>
                  <a:pt x="94778" y="1020964"/>
                  <a:pt x="93810" y="1016696"/>
                  <a:pt x="74678" y="1000753"/>
                </a:cubicBezTo>
                <a:cubicBezTo>
                  <a:pt x="68560" y="995655"/>
                  <a:pt x="61426" y="991918"/>
                  <a:pt x="54800" y="987500"/>
                </a:cubicBezTo>
                <a:cubicBezTo>
                  <a:pt x="50383" y="980874"/>
                  <a:pt x="46646" y="973740"/>
                  <a:pt x="41548" y="967622"/>
                </a:cubicBezTo>
                <a:cubicBezTo>
                  <a:pt x="-974" y="916596"/>
                  <a:pt x="41326" y="977226"/>
                  <a:pt x="8417" y="927866"/>
                </a:cubicBezTo>
                <a:cubicBezTo>
                  <a:pt x="3189" y="912180"/>
                  <a:pt x="-7574" y="890848"/>
                  <a:pt x="8417" y="874857"/>
                </a:cubicBezTo>
                <a:cubicBezTo>
                  <a:pt x="18295" y="864979"/>
                  <a:pt x="36551" y="869354"/>
                  <a:pt x="48174" y="861605"/>
                </a:cubicBezTo>
                <a:cubicBezTo>
                  <a:pt x="54800" y="857188"/>
                  <a:pt x="61834" y="853328"/>
                  <a:pt x="68052" y="848353"/>
                </a:cubicBezTo>
                <a:cubicBezTo>
                  <a:pt x="82866" y="836502"/>
                  <a:pt x="33817" y="831787"/>
                  <a:pt x="68052" y="828474"/>
                </a:cubicBezTo>
                <a:close/>
              </a:path>
            </a:pathLst>
          </a:cu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" name="手繪多邊形 3">
            <a:extLst>
              <a:ext uri="{FF2B5EF4-FFF2-40B4-BE49-F238E27FC236}">
                <a16:creationId xmlns:a16="http://schemas.microsoft.com/office/drawing/2014/main" id="{E03D7931-275F-7720-B49F-B88E7E012ADD}"/>
              </a:ext>
            </a:extLst>
          </p:cNvPr>
          <p:cNvSpPr/>
          <p:nvPr/>
        </p:nvSpPr>
        <p:spPr>
          <a:xfrm>
            <a:off x="5844209" y="2835364"/>
            <a:ext cx="3054626" cy="2570922"/>
          </a:xfrm>
          <a:custGeom>
            <a:avLst/>
            <a:gdLst>
              <a:gd name="csX0" fmla="*/ 331304 w 3054626"/>
              <a:gd name="csY0" fmla="*/ 0 h 2570922"/>
              <a:gd name="csX1" fmla="*/ 318052 w 3054626"/>
              <a:gd name="csY1" fmla="*/ 112644 h 2570922"/>
              <a:gd name="csX2" fmla="*/ 304800 w 3054626"/>
              <a:gd name="csY2" fmla="*/ 152400 h 2570922"/>
              <a:gd name="csX3" fmla="*/ 278295 w 3054626"/>
              <a:gd name="csY3" fmla="*/ 192157 h 2570922"/>
              <a:gd name="csX4" fmla="*/ 265043 w 3054626"/>
              <a:gd name="csY4" fmla="*/ 212035 h 2570922"/>
              <a:gd name="csX5" fmla="*/ 245165 w 3054626"/>
              <a:gd name="csY5" fmla="*/ 251792 h 2570922"/>
              <a:gd name="csX6" fmla="*/ 238539 w 3054626"/>
              <a:gd name="csY6" fmla="*/ 278296 h 2570922"/>
              <a:gd name="csX7" fmla="*/ 218661 w 3054626"/>
              <a:gd name="csY7" fmla="*/ 324679 h 2570922"/>
              <a:gd name="csX8" fmla="*/ 205408 w 3054626"/>
              <a:gd name="csY8" fmla="*/ 397566 h 2570922"/>
              <a:gd name="csX9" fmla="*/ 192156 w 3054626"/>
              <a:gd name="csY9" fmla="*/ 437322 h 2570922"/>
              <a:gd name="csX10" fmla="*/ 178904 w 3054626"/>
              <a:gd name="csY10" fmla="*/ 483705 h 2570922"/>
              <a:gd name="csX11" fmla="*/ 159026 w 3054626"/>
              <a:gd name="csY11" fmla="*/ 576470 h 2570922"/>
              <a:gd name="csX12" fmla="*/ 152400 w 3054626"/>
              <a:gd name="csY12" fmla="*/ 609600 h 2570922"/>
              <a:gd name="csX13" fmla="*/ 145774 w 3054626"/>
              <a:gd name="csY13" fmla="*/ 636105 h 2570922"/>
              <a:gd name="csX14" fmla="*/ 139148 w 3054626"/>
              <a:gd name="csY14" fmla="*/ 669235 h 2570922"/>
              <a:gd name="csX15" fmla="*/ 125895 w 3054626"/>
              <a:gd name="csY15" fmla="*/ 702366 h 2570922"/>
              <a:gd name="csX16" fmla="*/ 99391 w 3054626"/>
              <a:gd name="csY16" fmla="*/ 781879 h 2570922"/>
              <a:gd name="csX17" fmla="*/ 86139 w 3054626"/>
              <a:gd name="csY17" fmla="*/ 841513 h 2570922"/>
              <a:gd name="csX18" fmla="*/ 66261 w 3054626"/>
              <a:gd name="csY18" fmla="*/ 894522 h 2570922"/>
              <a:gd name="csX19" fmla="*/ 59634 w 3054626"/>
              <a:gd name="csY19" fmla="*/ 921026 h 2570922"/>
              <a:gd name="csX20" fmla="*/ 46382 w 3054626"/>
              <a:gd name="csY20" fmla="*/ 960783 h 2570922"/>
              <a:gd name="csX21" fmla="*/ 26504 w 3054626"/>
              <a:gd name="csY21" fmla="*/ 1027044 h 2570922"/>
              <a:gd name="csX22" fmla="*/ 19878 w 3054626"/>
              <a:gd name="csY22" fmla="*/ 1046922 h 2570922"/>
              <a:gd name="csX23" fmla="*/ 6626 w 3054626"/>
              <a:gd name="csY23" fmla="*/ 1106557 h 2570922"/>
              <a:gd name="csX24" fmla="*/ 0 w 3054626"/>
              <a:gd name="csY24" fmla="*/ 1126435 h 2570922"/>
              <a:gd name="csX25" fmla="*/ 13252 w 3054626"/>
              <a:gd name="csY25" fmla="*/ 1577009 h 2570922"/>
              <a:gd name="csX26" fmla="*/ 19878 w 3054626"/>
              <a:gd name="csY26" fmla="*/ 1656522 h 2570922"/>
              <a:gd name="csX27" fmla="*/ 33130 w 3054626"/>
              <a:gd name="csY27" fmla="*/ 1762540 h 2570922"/>
              <a:gd name="csX28" fmla="*/ 39756 w 3054626"/>
              <a:gd name="csY28" fmla="*/ 1795670 h 2570922"/>
              <a:gd name="csX29" fmla="*/ 53008 w 3054626"/>
              <a:gd name="csY29" fmla="*/ 1822174 h 2570922"/>
              <a:gd name="csX30" fmla="*/ 72887 w 3054626"/>
              <a:gd name="csY30" fmla="*/ 1868557 h 2570922"/>
              <a:gd name="csX31" fmla="*/ 92765 w 3054626"/>
              <a:gd name="csY31" fmla="*/ 1908313 h 2570922"/>
              <a:gd name="csX32" fmla="*/ 125895 w 3054626"/>
              <a:gd name="csY32" fmla="*/ 1934818 h 2570922"/>
              <a:gd name="csX33" fmla="*/ 139148 w 3054626"/>
              <a:gd name="csY33" fmla="*/ 1948070 h 2570922"/>
              <a:gd name="csX34" fmla="*/ 178904 w 3054626"/>
              <a:gd name="csY34" fmla="*/ 1961322 h 2570922"/>
              <a:gd name="csX35" fmla="*/ 238539 w 3054626"/>
              <a:gd name="csY35" fmla="*/ 1987826 h 2570922"/>
              <a:gd name="csX36" fmla="*/ 278295 w 3054626"/>
              <a:gd name="csY36" fmla="*/ 2001079 h 2570922"/>
              <a:gd name="csX37" fmla="*/ 324678 w 3054626"/>
              <a:gd name="csY37" fmla="*/ 2020957 h 2570922"/>
              <a:gd name="csX38" fmla="*/ 364434 w 3054626"/>
              <a:gd name="csY38" fmla="*/ 2034209 h 2570922"/>
              <a:gd name="csX39" fmla="*/ 443948 w 3054626"/>
              <a:gd name="csY39" fmla="*/ 2073966 h 2570922"/>
              <a:gd name="csX40" fmla="*/ 523461 w 3054626"/>
              <a:gd name="csY40" fmla="*/ 2100470 h 2570922"/>
              <a:gd name="csX41" fmla="*/ 556591 w 3054626"/>
              <a:gd name="csY41" fmla="*/ 2120348 h 2570922"/>
              <a:gd name="csX42" fmla="*/ 682487 w 3054626"/>
              <a:gd name="csY42" fmla="*/ 2160105 h 2570922"/>
              <a:gd name="csX43" fmla="*/ 768626 w 3054626"/>
              <a:gd name="csY43" fmla="*/ 2193235 h 2570922"/>
              <a:gd name="csX44" fmla="*/ 815008 w 3054626"/>
              <a:gd name="csY44" fmla="*/ 2213113 h 2570922"/>
              <a:gd name="csX45" fmla="*/ 854765 w 3054626"/>
              <a:gd name="csY45" fmla="*/ 2232992 h 2570922"/>
              <a:gd name="csX46" fmla="*/ 901148 w 3054626"/>
              <a:gd name="csY46" fmla="*/ 2246244 h 2570922"/>
              <a:gd name="csX47" fmla="*/ 940904 w 3054626"/>
              <a:gd name="csY47" fmla="*/ 2266122 h 2570922"/>
              <a:gd name="csX48" fmla="*/ 1020417 w 3054626"/>
              <a:gd name="csY48" fmla="*/ 2292626 h 2570922"/>
              <a:gd name="csX49" fmla="*/ 1113182 w 3054626"/>
              <a:gd name="csY49" fmla="*/ 2325757 h 2570922"/>
              <a:gd name="csX50" fmla="*/ 1192695 w 3054626"/>
              <a:gd name="csY50" fmla="*/ 2352261 h 2570922"/>
              <a:gd name="csX51" fmla="*/ 1219200 w 3054626"/>
              <a:gd name="csY51" fmla="*/ 2358887 h 2570922"/>
              <a:gd name="csX52" fmla="*/ 1285461 w 3054626"/>
              <a:gd name="csY52" fmla="*/ 2378766 h 2570922"/>
              <a:gd name="csX53" fmla="*/ 1351721 w 3054626"/>
              <a:gd name="csY53" fmla="*/ 2398644 h 2570922"/>
              <a:gd name="csX54" fmla="*/ 1391478 w 3054626"/>
              <a:gd name="csY54" fmla="*/ 2411896 h 2570922"/>
              <a:gd name="csX55" fmla="*/ 1431234 w 3054626"/>
              <a:gd name="csY55" fmla="*/ 2418522 h 2570922"/>
              <a:gd name="csX56" fmla="*/ 1517374 w 3054626"/>
              <a:gd name="csY56" fmla="*/ 2431774 h 2570922"/>
              <a:gd name="csX57" fmla="*/ 1557130 w 3054626"/>
              <a:gd name="csY57" fmla="*/ 2445026 h 2570922"/>
              <a:gd name="csX58" fmla="*/ 1596887 w 3054626"/>
              <a:gd name="csY58" fmla="*/ 2451653 h 2570922"/>
              <a:gd name="csX59" fmla="*/ 1663148 w 3054626"/>
              <a:gd name="csY59" fmla="*/ 2464905 h 2570922"/>
              <a:gd name="csX60" fmla="*/ 1696278 w 3054626"/>
              <a:gd name="csY60" fmla="*/ 2471531 h 2570922"/>
              <a:gd name="csX61" fmla="*/ 1762539 w 3054626"/>
              <a:gd name="csY61" fmla="*/ 2484783 h 2570922"/>
              <a:gd name="csX62" fmla="*/ 1888434 w 3054626"/>
              <a:gd name="csY62" fmla="*/ 2511287 h 2570922"/>
              <a:gd name="csX63" fmla="*/ 1948069 w 3054626"/>
              <a:gd name="csY63" fmla="*/ 2517913 h 2570922"/>
              <a:gd name="csX64" fmla="*/ 2047461 w 3054626"/>
              <a:gd name="csY64" fmla="*/ 2537792 h 2570922"/>
              <a:gd name="csX65" fmla="*/ 2067339 w 3054626"/>
              <a:gd name="csY65" fmla="*/ 2544418 h 2570922"/>
              <a:gd name="csX66" fmla="*/ 2199861 w 3054626"/>
              <a:gd name="csY66" fmla="*/ 2557670 h 2570922"/>
              <a:gd name="csX67" fmla="*/ 2564295 w 3054626"/>
              <a:gd name="csY67" fmla="*/ 2570922 h 2570922"/>
              <a:gd name="csX68" fmla="*/ 2743200 w 3054626"/>
              <a:gd name="csY68" fmla="*/ 2564296 h 2570922"/>
              <a:gd name="csX69" fmla="*/ 2796208 w 3054626"/>
              <a:gd name="csY69" fmla="*/ 2551044 h 2570922"/>
              <a:gd name="csX70" fmla="*/ 2869095 w 3054626"/>
              <a:gd name="csY70" fmla="*/ 2537792 h 2570922"/>
              <a:gd name="csX71" fmla="*/ 2888974 w 3054626"/>
              <a:gd name="csY71" fmla="*/ 2531166 h 2570922"/>
              <a:gd name="csX72" fmla="*/ 2935356 w 3054626"/>
              <a:gd name="csY72" fmla="*/ 2517913 h 2570922"/>
              <a:gd name="csX73" fmla="*/ 2948608 w 3054626"/>
              <a:gd name="csY73" fmla="*/ 2438400 h 2570922"/>
              <a:gd name="csX74" fmla="*/ 2961861 w 3054626"/>
              <a:gd name="csY74" fmla="*/ 2385392 h 2570922"/>
              <a:gd name="csX75" fmla="*/ 2968487 w 3054626"/>
              <a:gd name="csY75" fmla="*/ 2358887 h 2570922"/>
              <a:gd name="csX76" fmla="*/ 2975113 w 3054626"/>
              <a:gd name="csY76" fmla="*/ 2332383 h 2570922"/>
              <a:gd name="csX77" fmla="*/ 2988365 w 3054626"/>
              <a:gd name="csY77" fmla="*/ 2259496 h 2570922"/>
              <a:gd name="csX78" fmla="*/ 3001617 w 3054626"/>
              <a:gd name="csY78" fmla="*/ 2186609 h 2570922"/>
              <a:gd name="csX79" fmla="*/ 3008243 w 3054626"/>
              <a:gd name="csY79" fmla="*/ 2133600 h 2570922"/>
              <a:gd name="csX80" fmla="*/ 3021495 w 3054626"/>
              <a:gd name="csY80" fmla="*/ 1981200 h 2570922"/>
              <a:gd name="csX81" fmla="*/ 3028121 w 3054626"/>
              <a:gd name="csY81" fmla="*/ 1948070 h 2570922"/>
              <a:gd name="csX82" fmla="*/ 3034748 w 3054626"/>
              <a:gd name="csY82" fmla="*/ 1848679 h 2570922"/>
              <a:gd name="csX83" fmla="*/ 3041374 w 3054626"/>
              <a:gd name="csY83" fmla="*/ 1808922 h 2570922"/>
              <a:gd name="csX84" fmla="*/ 3048000 w 3054626"/>
              <a:gd name="csY84" fmla="*/ 1749287 h 2570922"/>
              <a:gd name="csX85" fmla="*/ 3054626 w 3054626"/>
              <a:gd name="csY85" fmla="*/ 1696279 h 2570922"/>
              <a:gd name="csX86" fmla="*/ 3048000 w 3054626"/>
              <a:gd name="csY86" fmla="*/ 1543879 h 2570922"/>
              <a:gd name="csX87" fmla="*/ 3028121 w 3054626"/>
              <a:gd name="csY87" fmla="*/ 1484244 h 2570922"/>
              <a:gd name="csX88" fmla="*/ 3014869 w 3054626"/>
              <a:gd name="csY88" fmla="*/ 1444487 h 2570922"/>
              <a:gd name="csX89" fmla="*/ 2988365 w 3054626"/>
              <a:gd name="csY89" fmla="*/ 1378226 h 2570922"/>
              <a:gd name="csX90" fmla="*/ 2981739 w 3054626"/>
              <a:gd name="csY90" fmla="*/ 1358348 h 2570922"/>
              <a:gd name="csX91" fmla="*/ 2968487 w 3054626"/>
              <a:gd name="csY91" fmla="*/ 1338470 h 2570922"/>
              <a:gd name="csX92" fmla="*/ 2961861 w 3054626"/>
              <a:gd name="csY92" fmla="*/ 1318592 h 2570922"/>
              <a:gd name="csX93" fmla="*/ 2928730 w 3054626"/>
              <a:gd name="csY93" fmla="*/ 1265583 h 2570922"/>
              <a:gd name="csX94" fmla="*/ 2915478 w 3054626"/>
              <a:gd name="csY94" fmla="*/ 1245705 h 2570922"/>
              <a:gd name="csX95" fmla="*/ 2869095 w 3054626"/>
              <a:gd name="csY95" fmla="*/ 1205948 h 2570922"/>
              <a:gd name="csX96" fmla="*/ 2849217 w 3054626"/>
              <a:gd name="csY96" fmla="*/ 1186070 h 2570922"/>
              <a:gd name="csX97" fmla="*/ 2822713 w 3054626"/>
              <a:gd name="csY97" fmla="*/ 1172818 h 2570922"/>
              <a:gd name="csX98" fmla="*/ 2802834 w 3054626"/>
              <a:gd name="csY98" fmla="*/ 1152940 h 2570922"/>
              <a:gd name="csX99" fmla="*/ 2763078 w 3054626"/>
              <a:gd name="csY99" fmla="*/ 1133061 h 2570922"/>
              <a:gd name="csX100" fmla="*/ 2723321 w 3054626"/>
              <a:gd name="csY100" fmla="*/ 1106557 h 2570922"/>
              <a:gd name="csX101" fmla="*/ 2703443 w 3054626"/>
              <a:gd name="csY101" fmla="*/ 1093305 h 2570922"/>
              <a:gd name="csX102" fmla="*/ 2676939 w 3054626"/>
              <a:gd name="csY102" fmla="*/ 1086679 h 2570922"/>
              <a:gd name="csX103" fmla="*/ 2630556 w 3054626"/>
              <a:gd name="csY103" fmla="*/ 1066800 h 2570922"/>
              <a:gd name="csX104" fmla="*/ 2551043 w 3054626"/>
              <a:gd name="csY104" fmla="*/ 1033670 h 2570922"/>
              <a:gd name="csX105" fmla="*/ 2411895 w 3054626"/>
              <a:gd name="csY105" fmla="*/ 987287 h 2570922"/>
              <a:gd name="csX106" fmla="*/ 2246243 w 3054626"/>
              <a:gd name="csY106" fmla="*/ 934279 h 2570922"/>
              <a:gd name="csX107" fmla="*/ 2020956 w 3054626"/>
              <a:gd name="csY107" fmla="*/ 868018 h 2570922"/>
              <a:gd name="csX108" fmla="*/ 1921565 w 3054626"/>
              <a:gd name="csY108" fmla="*/ 841513 h 2570922"/>
              <a:gd name="csX109" fmla="*/ 1808921 w 3054626"/>
              <a:gd name="csY109" fmla="*/ 808383 h 2570922"/>
              <a:gd name="csX110" fmla="*/ 1702904 w 3054626"/>
              <a:gd name="csY110" fmla="*/ 781879 h 2570922"/>
              <a:gd name="csX111" fmla="*/ 1610139 w 3054626"/>
              <a:gd name="csY111" fmla="*/ 755374 h 2570922"/>
              <a:gd name="csX112" fmla="*/ 1530626 w 3054626"/>
              <a:gd name="csY112" fmla="*/ 735496 h 2570922"/>
              <a:gd name="csX113" fmla="*/ 1457739 w 3054626"/>
              <a:gd name="csY113" fmla="*/ 708992 h 2570922"/>
              <a:gd name="csX114" fmla="*/ 1318591 w 3054626"/>
              <a:gd name="csY114" fmla="*/ 669235 h 2570922"/>
              <a:gd name="csX115" fmla="*/ 1258956 w 3054626"/>
              <a:gd name="csY115" fmla="*/ 642731 h 2570922"/>
              <a:gd name="csX116" fmla="*/ 1080052 w 3054626"/>
              <a:gd name="csY116" fmla="*/ 576470 h 2570922"/>
              <a:gd name="csX117" fmla="*/ 980661 w 3054626"/>
              <a:gd name="csY117" fmla="*/ 523461 h 2570922"/>
              <a:gd name="csX118" fmla="*/ 874643 w 3054626"/>
              <a:gd name="csY118" fmla="*/ 470453 h 2570922"/>
              <a:gd name="csX119" fmla="*/ 768626 w 3054626"/>
              <a:gd name="csY119" fmla="*/ 417444 h 2570922"/>
              <a:gd name="csX120" fmla="*/ 669234 w 3054626"/>
              <a:gd name="csY120" fmla="*/ 364435 h 2570922"/>
              <a:gd name="csX121" fmla="*/ 589721 w 3054626"/>
              <a:gd name="csY121" fmla="*/ 311426 h 2570922"/>
              <a:gd name="csX122" fmla="*/ 530087 w 3054626"/>
              <a:gd name="csY122" fmla="*/ 265044 h 2570922"/>
              <a:gd name="csX123" fmla="*/ 477078 w 3054626"/>
              <a:gd name="csY123" fmla="*/ 238540 h 2570922"/>
              <a:gd name="csX124" fmla="*/ 457200 w 3054626"/>
              <a:gd name="csY124" fmla="*/ 225287 h 2570922"/>
              <a:gd name="csX125" fmla="*/ 417443 w 3054626"/>
              <a:gd name="csY125" fmla="*/ 212035 h 2570922"/>
              <a:gd name="csX126" fmla="*/ 371061 w 3054626"/>
              <a:gd name="csY126" fmla="*/ 178905 h 2570922"/>
              <a:gd name="csX127" fmla="*/ 351182 w 3054626"/>
              <a:gd name="csY127" fmla="*/ 165653 h 2570922"/>
              <a:gd name="csX128" fmla="*/ 337930 w 3054626"/>
              <a:gd name="csY128" fmla="*/ 152400 h 2570922"/>
              <a:gd name="csX129" fmla="*/ 291548 w 3054626"/>
              <a:gd name="csY129" fmla="*/ 125896 h 25709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</a:cxnLst>
            <a:rect l="l" t="t" r="r" b="b"/>
            <a:pathLst>
              <a:path w="3054626" h="2570922">
                <a:moveTo>
                  <a:pt x="331304" y="0"/>
                </a:moveTo>
                <a:cubicBezTo>
                  <a:pt x="328217" y="37040"/>
                  <a:pt x="327999" y="76171"/>
                  <a:pt x="318052" y="112644"/>
                </a:cubicBezTo>
                <a:cubicBezTo>
                  <a:pt x="314377" y="126121"/>
                  <a:pt x="312549" y="140777"/>
                  <a:pt x="304800" y="152400"/>
                </a:cubicBezTo>
                <a:lnTo>
                  <a:pt x="278295" y="192157"/>
                </a:lnTo>
                <a:cubicBezTo>
                  <a:pt x="273878" y="198783"/>
                  <a:pt x="267561" y="204480"/>
                  <a:pt x="265043" y="212035"/>
                </a:cubicBezTo>
                <a:cubicBezTo>
                  <a:pt x="255899" y="239468"/>
                  <a:pt x="262291" y="226102"/>
                  <a:pt x="245165" y="251792"/>
                </a:cubicBezTo>
                <a:cubicBezTo>
                  <a:pt x="242956" y="260627"/>
                  <a:pt x="241737" y="269769"/>
                  <a:pt x="238539" y="278296"/>
                </a:cubicBezTo>
                <a:cubicBezTo>
                  <a:pt x="227487" y="307769"/>
                  <a:pt x="224646" y="297747"/>
                  <a:pt x="218661" y="324679"/>
                </a:cubicBezTo>
                <a:cubicBezTo>
                  <a:pt x="212604" y="351932"/>
                  <a:pt x="212638" y="371055"/>
                  <a:pt x="205408" y="397566"/>
                </a:cubicBezTo>
                <a:cubicBezTo>
                  <a:pt x="201733" y="411043"/>
                  <a:pt x="195544" y="423770"/>
                  <a:pt x="192156" y="437322"/>
                </a:cubicBezTo>
                <a:cubicBezTo>
                  <a:pt x="183836" y="470602"/>
                  <a:pt x="188410" y="455187"/>
                  <a:pt x="178904" y="483705"/>
                </a:cubicBezTo>
                <a:cubicBezTo>
                  <a:pt x="165851" y="601187"/>
                  <a:pt x="182747" y="497399"/>
                  <a:pt x="159026" y="576470"/>
                </a:cubicBezTo>
                <a:cubicBezTo>
                  <a:pt x="155790" y="587257"/>
                  <a:pt x="154843" y="598606"/>
                  <a:pt x="152400" y="609600"/>
                </a:cubicBezTo>
                <a:cubicBezTo>
                  <a:pt x="150424" y="618490"/>
                  <a:pt x="147750" y="627215"/>
                  <a:pt x="145774" y="636105"/>
                </a:cubicBezTo>
                <a:cubicBezTo>
                  <a:pt x="143331" y="647099"/>
                  <a:pt x="142384" y="658448"/>
                  <a:pt x="139148" y="669235"/>
                </a:cubicBezTo>
                <a:cubicBezTo>
                  <a:pt x="135730" y="680628"/>
                  <a:pt x="129393" y="690998"/>
                  <a:pt x="125895" y="702366"/>
                </a:cubicBezTo>
                <a:cubicBezTo>
                  <a:pt x="100856" y="783739"/>
                  <a:pt x="125881" y="728897"/>
                  <a:pt x="99391" y="781879"/>
                </a:cubicBezTo>
                <a:cubicBezTo>
                  <a:pt x="94836" y="804654"/>
                  <a:pt x="92378" y="819677"/>
                  <a:pt x="86139" y="841513"/>
                </a:cubicBezTo>
                <a:cubicBezTo>
                  <a:pt x="76834" y="874081"/>
                  <a:pt x="80264" y="852515"/>
                  <a:pt x="66261" y="894522"/>
                </a:cubicBezTo>
                <a:cubicBezTo>
                  <a:pt x="63381" y="903161"/>
                  <a:pt x="62251" y="912303"/>
                  <a:pt x="59634" y="921026"/>
                </a:cubicBezTo>
                <a:cubicBezTo>
                  <a:pt x="55620" y="934406"/>
                  <a:pt x="49770" y="947231"/>
                  <a:pt x="46382" y="960783"/>
                </a:cubicBezTo>
                <a:cubicBezTo>
                  <a:pt x="36368" y="1000838"/>
                  <a:pt x="42635" y="978649"/>
                  <a:pt x="26504" y="1027044"/>
                </a:cubicBezTo>
                <a:cubicBezTo>
                  <a:pt x="24295" y="1033670"/>
                  <a:pt x="21248" y="1040073"/>
                  <a:pt x="19878" y="1046922"/>
                </a:cubicBezTo>
                <a:cubicBezTo>
                  <a:pt x="15323" y="1069696"/>
                  <a:pt x="12865" y="1084722"/>
                  <a:pt x="6626" y="1106557"/>
                </a:cubicBezTo>
                <a:cubicBezTo>
                  <a:pt x="4707" y="1113273"/>
                  <a:pt x="2209" y="1119809"/>
                  <a:pt x="0" y="1126435"/>
                </a:cubicBezTo>
                <a:cubicBezTo>
                  <a:pt x="52275" y="1283261"/>
                  <a:pt x="1492" y="1124250"/>
                  <a:pt x="13252" y="1577009"/>
                </a:cubicBezTo>
                <a:cubicBezTo>
                  <a:pt x="13943" y="1603596"/>
                  <a:pt x="17470" y="1630035"/>
                  <a:pt x="19878" y="1656522"/>
                </a:cubicBezTo>
                <a:cubicBezTo>
                  <a:pt x="24850" y="1711210"/>
                  <a:pt x="24665" y="1715984"/>
                  <a:pt x="33130" y="1762540"/>
                </a:cubicBezTo>
                <a:cubicBezTo>
                  <a:pt x="35145" y="1773620"/>
                  <a:pt x="36195" y="1784986"/>
                  <a:pt x="39756" y="1795670"/>
                </a:cubicBezTo>
                <a:cubicBezTo>
                  <a:pt x="42880" y="1805041"/>
                  <a:pt x="48591" y="1813339"/>
                  <a:pt x="53008" y="1822174"/>
                </a:cubicBezTo>
                <a:cubicBezTo>
                  <a:pt x="66798" y="1877336"/>
                  <a:pt x="50006" y="1822798"/>
                  <a:pt x="72887" y="1868557"/>
                </a:cubicBezTo>
                <a:cubicBezTo>
                  <a:pt x="89220" y="1901221"/>
                  <a:pt x="67442" y="1876659"/>
                  <a:pt x="92765" y="1908313"/>
                </a:cubicBezTo>
                <a:cubicBezTo>
                  <a:pt x="106987" y="1926091"/>
                  <a:pt x="106760" y="1919510"/>
                  <a:pt x="125895" y="1934818"/>
                </a:cubicBezTo>
                <a:cubicBezTo>
                  <a:pt x="130773" y="1938721"/>
                  <a:pt x="133560" y="1945276"/>
                  <a:pt x="139148" y="1948070"/>
                </a:cubicBezTo>
                <a:cubicBezTo>
                  <a:pt x="151642" y="1954317"/>
                  <a:pt x="166410" y="1955075"/>
                  <a:pt x="178904" y="1961322"/>
                </a:cubicBezTo>
                <a:cubicBezTo>
                  <a:pt x="206684" y="1975212"/>
                  <a:pt x="207512" y="1976543"/>
                  <a:pt x="238539" y="1987826"/>
                </a:cubicBezTo>
                <a:cubicBezTo>
                  <a:pt x="251667" y="1992600"/>
                  <a:pt x="265257" y="1996064"/>
                  <a:pt x="278295" y="2001079"/>
                </a:cubicBezTo>
                <a:cubicBezTo>
                  <a:pt x="293995" y="2007117"/>
                  <a:pt x="308978" y="2014919"/>
                  <a:pt x="324678" y="2020957"/>
                </a:cubicBezTo>
                <a:cubicBezTo>
                  <a:pt x="337716" y="2025971"/>
                  <a:pt x="351669" y="2028536"/>
                  <a:pt x="364434" y="2034209"/>
                </a:cubicBezTo>
                <a:cubicBezTo>
                  <a:pt x="391513" y="2046244"/>
                  <a:pt x="415836" y="2064595"/>
                  <a:pt x="443948" y="2073966"/>
                </a:cubicBezTo>
                <a:cubicBezTo>
                  <a:pt x="470452" y="2082801"/>
                  <a:pt x="499504" y="2086096"/>
                  <a:pt x="523461" y="2100470"/>
                </a:cubicBezTo>
                <a:cubicBezTo>
                  <a:pt x="534504" y="2107096"/>
                  <a:pt x="544703" y="2115395"/>
                  <a:pt x="556591" y="2120348"/>
                </a:cubicBezTo>
                <a:cubicBezTo>
                  <a:pt x="635858" y="2153376"/>
                  <a:pt x="577258" y="2107491"/>
                  <a:pt x="682487" y="2160105"/>
                </a:cubicBezTo>
                <a:cubicBezTo>
                  <a:pt x="764558" y="2201140"/>
                  <a:pt x="677682" y="2160755"/>
                  <a:pt x="768626" y="2193235"/>
                </a:cubicBezTo>
                <a:cubicBezTo>
                  <a:pt x="784467" y="2198892"/>
                  <a:pt x="799736" y="2206064"/>
                  <a:pt x="815008" y="2213113"/>
                </a:cubicBezTo>
                <a:cubicBezTo>
                  <a:pt x="828461" y="2219322"/>
                  <a:pt x="840936" y="2227673"/>
                  <a:pt x="854765" y="2232992"/>
                </a:cubicBezTo>
                <a:cubicBezTo>
                  <a:pt x="869773" y="2238764"/>
                  <a:pt x="886140" y="2240472"/>
                  <a:pt x="901148" y="2246244"/>
                </a:cubicBezTo>
                <a:cubicBezTo>
                  <a:pt x="914977" y="2251563"/>
                  <a:pt x="927095" y="2260752"/>
                  <a:pt x="940904" y="2266122"/>
                </a:cubicBezTo>
                <a:cubicBezTo>
                  <a:pt x="966942" y="2276248"/>
                  <a:pt x="994738" y="2281620"/>
                  <a:pt x="1020417" y="2292626"/>
                </a:cubicBezTo>
                <a:cubicBezTo>
                  <a:pt x="1099027" y="2326317"/>
                  <a:pt x="1033948" y="2300736"/>
                  <a:pt x="1113182" y="2325757"/>
                </a:cubicBezTo>
                <a:cubicBezTo>
                  <a:pt x="1139823" y="2334170"/>
                  <a:pt x="1165591" y="2345485"/>
                  <a:pt x="1192695" y="2352261"/>
                </a:cubicBezTo>
                <a:cubicBezTo>
                  <a:pt x="1201530" y="2354470"/>
                  <a:pt x="1210560" y="2356007"/>
                  <a:pt x="1219200" y="2358887"/>
                </a:cubicBezTo>
                <a:cubicBezTo>
                  <a:pt x="1284583" y="2380682"/>
                  <a:pt x="1220028" y="2365680"/>
                  <a:pt x="1285461" y="2378766"/>
                </a:cubicBezTo>
                <a:cubicBezTo>
                  <a:pt x="1356078" y="2407013"/>
                  <a:pt x="1281334" y="2379448"/>
                  <a:pt x="1351721" y="2398644"/>
                </a:cubicBezTo>
                <a:cubicBezTo>
                  <a:pt x="1365198" y="2402319"/>
                  <a:pt x="1377926" y="2408508"/>
                  <a:pt x="1391478" y="2411896"/>
                </a:cubicBezTo>
                <a:cubicBezTo>
                  <a:pt x="1404512" y="2415154"/>
                  <a:pt x="1417955" y="2416479"/>
                  <a:pt x="1431234" y="2418522"/>
                </a:cubicBezTo>
                <a:cubicBezTo>
                  <a:pt x="1542090" y="2435577"/>
                  <a:pt x="1418191" y="2415244"/>
                  <a:pt x="1517374" y="2431774"/>
                </a:cubicBezTo>
                <a:cubicBezTo>
                  <a:pt x="1530626" y="2436191"/>
                  <a:pt x="1543578" y="2441638"/>
                  <a:pt x="1557130" y="2445026"/>
                </a:cubicBezTo>
                <a:cubicBezTo>
                  <a:pt x="1570164" y="2448285"/>
                  <a:pt x="1583682" y="2449177"/>
                  <a:pt x="1596887" y="2451653"/>
                </a:cubicBezTo>
                <a:cubicBezTo>
                  <a:pt x="1619026" y="2455804"/>
                  <a:pt x="1641061" y="2460488"/>
                  <a:pt x="1663148" y="2464905"/>
                </a:cubicBezTo>
                <a:cubicBezTo>
                  <a:pt x="1674191" y="2467114"/>
                  <a:pt x="1685352" y="2468800"/>
                  <a:pt x="1696278" y="2471531"/>
                </a:cubicBezTo>
                <a:cubicBezTo>
                  <a:pt x="1757840" y="2486921"/>
                  <a:pt x="1681307" y="2468537"/>
                  <a:pt x="1762539" y="2484783"/>
                </a:cubicBezTo>
                <a:cubicBezTo>
                  <a:pt x="1825973" y="2497470"/>
                  <a:pt x="1764709" y="2497540"/>
                  <a:pt x="1888434" y="2511287"/>
                </a:cubicBezTo>
                <a:lnTo>
                  <a:pt x="1948069" y="2517913"/>
                </a:lnTo>
                <a:cubicBezTo>
                  <a:pt x="2016230" y="2534954"/>
                  <a:pt x="1983048" y="2528590"/>
                  <a:pt x="2047461" y="2537792"/>
                </a:cubicBezTo>
                <a:cubicBezTo>
                  <a:pt x="2054087" y="2540001"/>
                  <a:pt x="2060490" y="2543048"/>
                  <a:pt x="2067339" y="2544418"/>
                </a:cubicBezTo>
                <a:cubicBezTo>
                  <a:pt x="2103169" y="2551584"/>
                  <a:pt x="2170176" y="2556360"/>
                  <a:pt x="2199861" y="2557670"/>
                </a:cubicBezTo>
                <a:lnTo>
                  <a:pt x="2564295" y="2570922"/>
                </a:lnTo>
                <a:cubicBezTo>
                  <a:pt x="2623930" y="2568713"/>
                  <a:pt x="2683742" y="2569392"/>
                  <a:pt x="2743200" y="2564296"/>
                </a:cubicBezTo>
                <a:cubicBezTo>
                  <a:pt x="2761347" y="2562741"/>
                  <a:pt x="2778243" y="2554038"/>
                  <a:pt x="2796208" y="2551044"/>
                </a:cubicBezTo>
                <a:cubicBezTo>
                  <a:pt x="2813933" y="2548090"/>
                  <a:pt x="2850571" y="2542423"/>
                  <a:pt x="2869095" y="2537792"/>
                </a:cubicBezTo>
                <a:cubicBezTo>
                  <a:pt x="2875871" y="2536098"/>
                  <a:pt x="2882258" y="2533085"/>
                  <a:pt x="2888974" y="2531166"/>
                </a:cubicBezTo>
                <a:cubicBezTo>
                  <a:pt x="2947180" y="2514536"/>
                  <a:pt x="2887721" y="2533794"/>
                  <a:pt x="2935356" y="2517913"/>
                </a:cubicBezTo>
                <a:cubicBezTo>
                  <a:pt x="2951536" y="2469372"/>
                  <a:pt x="2931962" y="2532722"/>
                  <a:pt x="2948608" y="2438400"/>
                </a:cubicBezTo>
                <a:cubicBezTo>
                  <a:pt x="2951773" y="2420464"/>
                  <a:pt x="2957443" y="2403061"/>
                  <a:pt x="2961861" y="2385392"/>
                </a:cubicBezTo>
                <a:lnTo>
                  <a:pt x="2968487" y="2358887"/>
                </a:lnTo>
                <a:cubicBezTo>
                  <a:pt x="2970696" y="2350052"/>
                  <a:pt x="2973327" y="2341313"/>
                  <a:pt x="2975113" y="2332383"/>
                </a:cubicBezTo>
                <a:cubicBezTo>
                  <a:pt x="2991480" y="2250548"/>
                  <a:pt x="2971410" y="2352749"/>
                  <a:pt x="2988365" y="2259496"/>
                </a:cubicBezTo>
                <a:cubicBezTo>
                  <a:pt x="2995976" y="2217636"/>
                  <a:pt x="2995108" y="2232173"/>
                  <a:pt x="3001617" y="2186609"/>
                </a:cubicBezTo>
                <a:cubicBezTo>
                  <a:pt x="3004135" y="2168981"/>
                  <a:pt x="3006528" y="2151324"/>
                  <a:pt x="3008243" y="2133600"/>
                </a:cubicBezTo>
                <a:cubicBezTo>
                  <a:pt x="3013155" y="2082845"/>
                  <a:pt x="3011495" y="2031201"/>
                  <a:pt x="3021495" y="1981200"/>
                </a:cubicBezTo>
                <a:lnTo>
                  <a:pt x="3028121" y="1948070"/>
                </a:lnTo>
                <a:cubicBezTo>
                  <a:pt x="3030330" y="1914940"/>
                  <a:pt x="3031600" y="1881733"/>
                  <a:pt x="3034748" y="1848679"/>
                </a:cubicBezTo>
                <a:cubicBezTo>
                  <a:pt x="3036022" y="1835304"/>
                  <a:pt x="3039598" y="1822239"/>
                  <a:pt x="3041374" y="1808922"/>
                </a:cubicBezTo>
                <a:cubicBezTo>
                  <a:pt x="3044017" y="1789097"/>
                  <a:pt x="3045663" y="1769151"/>
                  <a:pt x="3048000" y="1749287"/>
                </a:cubicBezTo>
                <a:cubicBezTo>
                  <a:pt x="3050081" y="1731602"/>
                  <a:pt x="3052417" y="1713948"/>
                  <a:pt x="3054626" y="1696279"/>
                </a:cubicBezTo>
                <a:cubicBezTo>
                  <a:pt x="3052417" y="1645479"/>
                  <a:pt x="3051623" y="1594598"/>
                  <a:pt x="3048000" y="1543879"/>
                </a:cubicBezTo>
                <a:cubicBezTo>
                  <a:pt x="3045231" y="1505119"/>
                  <a:pt x="3041329" y="1517263"/>
                  <a:pt x="3028121" y="1484244"/>
                </a:cubicBezTo>
                <a:cubicBezTo>
                  <a:pt x="3022933" y="1471274"/>
                  <a:pt x="3019774" y="1457567"/>
                  <a:pt x="3014869" y="1444487"/>
                </a:cubicBezTo>
                <a:cubicBezTo>
                  <a:pt x="3006516" y="1422213"/>
                  <a:pt x="2995888" y="1400794"/>
                  <a:pt x="2988365" y="1378226"/>
                </a:cubicBezTo>
                <a:cubicBezTo>
                  <a:pt x="2986156" y="1371600"/>
                  <a:pt x="2984863" y="1364595"/>
                  <a:pt x="2981739" y="1358348"/>
                </a:cubicBezTo>
                <a:cubicBezTo>
                  <a:pt x="2978178" y="1351225"/>
                  <a:pt x="2972048" y="1345593"/>
                  <a:pt x="2968487" y="1338470"/>
                </a:cubicBezTo>
                <a:cubicBezTo>
                  <a:pt x="2965363" y="1332223"/>
                  <a:pt x="2964612" y="1325012"/>
                  <a:pt x="2961861" y="1318592"/>
                </a:cubicBezTo>
                <a:cubicBezTo>
                  <a:pt x="2948518" y="1287459"/>
                  <a:pt x="2949114" y="1294120"/>
                  <a:pt x="2928730" y="1265583"/>
                </a:cubicBezTo>
                <a:cubicBezTo>
                  <a:pt x="2924101" y="1259103"/>
                  <a:pt x="2920576" y="1251823"/>
                  <a:pt x="2915478" y="1245705"/>
                </a:cubicBezTo>
                <a:cubicBezTo>
                  <a:pt x="2894922" y="1221038"/>
                  <a:pt x="2894693" y="1227888"/>
                  <a:pt x="2869095" y="1205948"/>
                </a:cubicBezTo>
                <a:cubicBezTo>
                  <a:pt x="2861980" y="1199850"/>
                  <a:pt x="2856842" y="1191517"/>
                  <a:pt x="2849217" y="1186070"/>
                </a:cubicBezTo>
                <a:cubicBezTo>
                  <a:pt x="2841179" y="1180329"/>
                  <a:pt x="2830751" y="1178559"/>
                  <a:pt x="2822713" y="1172818"/>
                </a:cubicBezTo>
                <a:cubicBezTo>
                  <a:pt x="2815088" y="1167371"/>
                  <a:pt x="2810033" y="1158939"/>
                  <a:pt x="2802834" y="1152940"/>
                </a:cubicBezTo>
                <a:cubicBezTo>
                  <a:pt x="2767532" y="1123522"/>
                  <a:pt x="2798942" y="1152985"/>
                  <a:pt x="2763078" y="1133061"/>
                </a:cubicBezTo>
                <a:cubicBezTo>
                  <a:pt x="2749155" y="1125326"/>
                  <a:pt x="2736573" y="1115392"/>
                  <a:pt x="2723321" y="1106557"/>
                </a:cubicBezTo>
                <a:cubicBezTo>
                  <a:pt x="2716695" y="1102140"/>
                  <a:pt x="2711169" y="1095236"/>
                  <a:pt x="2703443" y="1093305"/>
                </a:cubicBezTo>
                <a:lnTo>
                  <a:pt x="2676939" y="1086679"/>
                </a:lnTo>
                <a:cubicBezTo>
                  <a:pt x="2636657" y="1059823"/>
                  <a:pt x="2679455" y="1085137"/>
                  <a:pt x="2630556" y="1066800"/>
                </a:cubicBezTo>
                <a:cubicBezTo>
                  <a:pt x="2603671" y="1056718"/>
                  <a:pt x="2577618" y="1044542"/>
                  <a:pt x="2551043" y="1033670"/>
                </a:cubicBezTo>
                <a:cubicBezTo>
                  <a:pt x="2440574" y="988479"/>
                  <a:pt x="2529779" y="1023307"/>
                  <a:pt x="2411895" y="987287"/>
                </a:cubicBezTo>
                <a:cubicBezTo>
                  <a:pt x="2356450" y="970345"/>
                  <a:pt x="2301626" y="951421"/>
                  <a:pt x="2246243" y="934279"/>
                </a:cubicBezTo>
                <a:cubicBezTo>
                  <a:pt x="2246182" y="934260"/>
                  <a:pt x="2021017" y="868035"/>
                  <a:pt x="2020956" y="868018"/>
                </a:cubicBezTo>
                <a:cubicBezTo>
                  <a:pt x="1987949" y="858735"/>
                  <a:pt x="1954460" y="851188"/>
                  <a:pt x="1921565" y="841513"/>
                </a:cubicBezTo>
                <a:cubicBezTo>
                  <a:pt x="1884017" y="830470"/>
                  <a:pt x="1846680" y="818681"/>
                  <a:pt x="1808921" y="808383"/>
                </a:cubicBezTo>
                <a:cubicBezTo>
                  <a:pt x="1773778" y="798799"/>
                  <a:pt x="1738101" y="791265"/>
                  <a:pt x="1702904" y="781879"/>
                </a:cubicBezTo>
                <a:cubicBezTo>
                  <a:pt x="1671831" y="773593"/>
                  <a:pt x="1641192" y="763735"/>
                  <a:pt x="1610139" y="755374"/>
                </a:cubicBezTo>
                <a:cubicBezTo>
                  <a:pt x="1583758" y="748271"/>
                  <a:pt x="1556762" y="743450"/>
                  <a:pt x="1530626" y="735496"/>
                </a:cubicBezTo>
                <a:cubicBezTo>
                  <a:pt x="1505894" y="727969"/>
                  <a:pt x="1482414" y="716703"/>
                  <a:pt x="1457739" y="708992"/>
                </a:cubicBezTo>
                <a:cubicBezTo>
                  <a:pt x="1411696" y="694604"/>
                  <a:pt x="1362672" y="688826"/>
                  <a:pt x="1318591" y="669235"/>
                </a:cubicBezTo>
                <a:cubicBezTo>
                  <a:pt x="1298713" y="660400"/>
                  <a:pt x="1279355" y="650286"/>
                  <a:pt x="1258956" y="642731"/>
                </a:cubicBezTo>
                <a:cubicBezTo>
                  <a:pt x="1116565" y="589994"/>
                  <a:pt x="1179272" y="623161"/>
                  <a:pt x="1080052" y="576470"/>
                </a:cubicBezTo>
                <a:cubicBezTo>
                  <a:pt x="982256" y="530449"/>
                  <a:pt x="1070209" y="570182"/>
                  <a:pt x="980661" y="523461"/>
                </a:cubicBezTo>
                <a:cubicBezTo>
                  <a:pt x="945632" y="505185"/>
                  <a:pt x="909982" y="488123"/>
                  <a:pt x="874643" y="470453"/>
                </a:cubicBezTo>
                <a:lnTo>
                  <a:pt x="768626" y="417444"/>
                </a:lnTo>
                <a:cubicBezTo>
                  <a:pt x="731905" y="399083"/>
                  <a:pt x="703731" y="386223"/>
                  <a:pt x="669234" y="364435"/>
                </a:cubicBezTo>
                <a:cubicBezTo>
                  <a:pt x="642302" y="347425"/>
                  <a:pt x="614865" y="330983"/>
                  <a:pt x="589721" y="311426"/>
                </a:cubicBezTo>
                <a:cubicBezTo>
                  <a:pt x="569843" y="295965"/>
                  <a:pt x="552611" y="276306"/>
                  <a:pt x="530087" y="265044"/>
                </a:cubicBezTo>
                <a:cubicBezTo>
                  <a:pt x="512417" y="256209"/>
                  <a:pt x="493515" y="249499"/>
                  <a:pt x="477078" y="238540"/>
                </a:cubicBezTo>
                <a:cubicBezTo>
                  <a:pt x="470452" y="234122"/>
                  <a:pt x="464477" y="228521"/>
                  <a:pt x="457200" y="225287"/>
                </a:cubicBezTo>
                <a:cubicBezTo>
                  <a:pt x="444435" y="219613"/>
                  <a:pt x="429066" y="219784"/>
                  <a:pt x="417443" y="212035"/>
                </a:cubicBezTo>
                <a:cubicBezTo>
                  <a:pt x="370583" y="180795"/>
                  <a:pt x="428610" y="220011"/>
                  <a:pt x="371061" y="178905"/>
                </a:cubicBezTo>
                <a:cubicBezTo>
                  <a:pt x="364581" y="174276"/>
                  <a:pt x="357401" y="170628"/>
                  <a:pt x="351182" y="165653"/>
                </a:cubicBezTo>
                <a:cubicBezTo>
                  <a:pt x="346304" y="161750"/>
                  <a:pt x="342928" y="156148"/>
                  <a:pt x="337930" y="152400"/>
                </a:cubicBezTo>
                <a:cubicBezTo>
                  <a:pt x="300959" y="124671"/>
                  <a:pt x="313460" y="125896"/>
                  <a:pt x="291548" y="125896"/>
                </a:cubicBezTo>
              </a:path>
            </a:pathLst>
          </a:cu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手繪多邊形 7">
            <a:extLst>
              <a:ext uri="{FF2B5EF4-FFF2-40B4-BE49-F238E27FC236}">
                <a16:creationId xmlns:a16="http://schemas.microsoft.com/office/drawing/2014/main" id="{44D6DBF4-8D63-DD3A-E40F-A1C4E451109B}"/>
              </a:ext>
            </a:extLst>
          </p:cNvPr>
          <p:cNvSpPr/>
          <p:nvPr/>
        </p:nvSpPr>
        <p:spPr>
          <a:xfrm>
            <a:off x="8576255" y="1145189"/>
            <a:ext cx="1086773" cy="721895"/>
          </a:xfrm>
          <a:custGeom>
            <a:avLst/>
            <a:gdLst>
              <a:gd name="csX0" fmla="*/ 8277 w 1086773"/>
              <a:gd name="csY0" fmla="*/ 348916 h 721895"/>
              <a:gd name="csX1" fmla="*/ 158671 w 1086773"/>
              <a:gd name="csY1" fmla="*/ 348916 h 721895"/>
              <a:gd name="csX2" fmla="*/ 182734 w 1086773"/>
              <a:gd name="csY2" fmla="*/ 342900 h 721895"/>
              <a:gd name="csX3" fmla="*/ 206798 w 1086773"/>
              <a:gd name="csY3" fmla="*/ 330869 h 721895"/>
              <a:gd name="csX4" fmla="*/ 242892 w 1086773"/>
              <a:gd name="csY4" fmla="*/ 318837 h 721895"/>
              <a:gd name="csX5" fmla="*/ 260940 w 1086773"/>
              <a:gd name="csY5" fmla="*/ 312821 h 721895"/>
              <a:gd name="csX6" fmla="*/ 315082 w 1086773"/>
              <a:gd name="csY6" fmla="*/ 270711 h 721895"/>
              <a:gd name="csX7" fmla="*/ 333129 w 1086773"/>
              <a:gd name="csY7" fmla="*/ 258679 h 721895"/>
              <a:gd name="csX8" fmla="*/ 369224 w 1086773"/>
              <a:gd name="csY8" fmla="*/ 222584 h 721895"/>
              <a:gd name="csX9" fmla="*/ 417350 w 1086773"/>
              <a:gd name="csY9" fmla="*/ 180474 h 721895"/>
              <a:gd name="csX10" fmla="*/ 453445 w 1086773"/>
              <a:gd name="csY10" fmla="*/ 138363 h 721895"/>
              <a:gd name="csX11" fmla="*/ 489540 w 1086773"/>
              <a:gd name="csY11" fmla="*/ 114300 h 721895"/>
              <a:gd name="csX12" fmla="*/ 525634 w 1086773"/>
              <a:gd name="csY12" fmla="*/ 96253 h 721895"/>
              <a:gd name="csX13" fmla="*/ 706108 w 1086773"/>
              <a:gd name="csY13" fmla="*/ 90237 h 721895"/>
              <a:gd name="csX14" fmla="*/ 736187 w 1086773"/>
              <a:gd name="csY14" fmla="*/ 84221 h 721895"/>
              <a:gd name="csX15" fmla="*/ 772282 w 1086773"/>
              <a:gd name="csY15" fmla="*/ 78205 h 721895"/>
              <a:gd name="csX16" fmla="*/ 820408 w 1086773"/>
              <a:gd name="csY16" fmla="*/ 66174 h 721895"/>
              <a:gd name="csX17" fmla="*/ 838456 w 1086773"/>
              <a:gd name="csY17" fmla="*/ 60158 h 721895"/>
              <a:gd name="csX18" fmla="*/ 886582 w 1086773"/>
              <a:gd name="csY18" fmla="*/ 54142 h 721895"/>
              <a:gd name="csX19" fmla="*/ 922677 w 1086773"/>
              <a:gd name="csY19" fmla="*/ 36095 h 721895"/>
              <a:gd name="csX20" fmla="*/ 958771 w 1086773"/>
              <a:gd name="csY20" fmla="*/ 24063 h 721895"/>
              <a:gd name="csX21" fmla="*/ 994866 w 1086773"/>
              <a:gd name="csY21" fmla="*/ 12032 h 721895"/>
              <a:gd name="csX22" fmla="*/ 1049008 w 1086773"/>
              <a:gd name="csY22" fmla="*/ 0 h 721895"/>
              <a:gd name="csX23" fmla="*/ 1085103 w 1086773"/>
              <a:gd name="csY23" fmla="*/ 6016 h 721895"/>
              <a:gd name="csX24" fmla="*/ 1079087 w 1086773"/>
              <a:gd name="csY24" fmla="*/ 24063 h 721895"/>
              <a:gd name="csX25" fmla="*/ 1030961 w 1086773"/>
              <a:gd name="csY25" fmla="*/ 66174 h 721895"/>
              <a:gd name="csX26" fmla="*/ 1012913 w 1086773"/>
              <a:gd name="csY26" fmla="*/ 84221 h 721895"/>
              <a:gd name="csX27" fmla="*/ 1000882 w 1086773"/>
              <a:gd name="csY27" fmla="*/ 108284 h 721895"/>
              <a:gd name="csX28" fmla="*/ 970803 w 1086773"/>
              <a:gd name="csY28" fmla="*/ 150395 h 721895"/>
              <a:gd name="csX29" fmla="*/ 964787 w 1086773"/>
              <a:gd name="csY29" fmla="*/ 168442 h 721895"/>
              <a:gd name="csX30" fmla="*/ 940724 w 1086773"/>
              <a:gd name="csY30" fmla="*/ 204537 h 721895"/>
              <a:gd name="csX31" fmla="*/ 898613 w 1086773"/>
              <a:gd name="csY31" fmla="*/ 264695 h 721895"/>
              <a:gd name="csX32" fmla="*/ 880566 w 1086773"/>
              <a:gd name="csY32" fmla="*/ 312821 h 721895"/>
              <a:gd name="csX33" fmla="*/ 850487 w 1086773"/>
              <a:gd name="csY33" fmla="*/ 360947 h 721895"/>
              <a:gd name="csX34" fmla="*/ 832440 w 1086773"/>
              <a:gd name="csY34" fmla="*/ 391026 h 721895"/>
              <a:gd name="csX35" fmla="*/ 820408 w 1086773"/>
              <a:gd name="csY35" fmla="*/ 409074 h 721895"/>
              <a:gd name="csX36" fmla="*/ 802361 w 1086773"/>
              <a:gd name="csY36" fmla="*/ 421105 h 721895"/>
              <a:gd name="csX37" fmla="*/ 772282 w 1086773"/>
              <a:gd name="csY37" fmla="*/ 457200 h 721895"/>
              <a:gd name="csX38" fmla="*/ 754234 w 1086773"/>
              <a:gd name="csY38" fmla="*/ 469232 h 721895"/>
              <a:gd name="csX39" fmla="*/ 718140 w 1086773"/>
              <a:gd name="csY39" fmla="*/ 499311 h 721895"/>
              <a:gd name="csX40" fmla="*/ 682045 w 1086773"/>
              <a:gd name="csY40" fmla="*/ 535405 h 721895"/>
              <a:gd name="csX41" fmla="*/ 633919 w 1086773"/>
              <a:gd name="csY41" fmla="*/ 571500 h 721895"/>
              <a:gd name="csX42" fmla="*/ 597824 w 1086773"/>
              <a:gd name="csY42" fmla="*/ 595563 h 721895"/>
              <a:gd name="csX43" fmla="*/ 567745 w 1086773"/>
              <a:gd name="csY43" fmla="*/ 619626 h 721895"/>
              <a:gd name="csX44" fmla="*/ 531650 w 1086773"/>
              <a:gd name="csY44" fmla="*/ 631658 h 721895"/>
              <a:gd name="csX45" fmla="*/ 489540 w 1086773"/>
              <a:gd name="csY45" fmla="*/ 655721 h 721895"/>
              <a:gd name="csX46" fmla="*/ 441413 w 1086773"/>
              <a:gd name="csY46" fmla="*/ 679784 h 721895"/>
              <a:gd name="csX47" fmla="*/ 417350 w 1086773"/>
              <a:gd name="csY47" fmla="*/ 685800 h 721895"/>
              <a:gd name="csX48" fmla="*/ 357192 w 1086773"/>
              <a:gd name="csY48" fmla="*/ 709863 h 721895"/>
              <a:gd name="csX49" fmla="*/ 339145 w 1086773"/>
              <a:gd name="csY49" fmla="*/ 715879 h 721895"/>
              <a:gd name="csX50" fmla="*/ 309066 w 1086773"/>
              <a:gd name="csY50" fmla="*/ 721895 h 721895"/>
              <a:gd name="csX51" fmla="*/ 236877 w 1086773"/>
              <a:gd name="csY51" fmla="*/ 715879 h 721895"/>
              <a:gd name="csX52" fmla="*/ 224845 w 1086773"/>
              <a:gd name="csY52" fmla="*/ 697832 h 721895"/>
              <a:gd name="csX53" fmla="*/ 206798 w 1086773"/>
              <a:gd name="csY53" fmla="*/ 685800 h 721895"/>
              <a:gd name="csX54" fmla="*/ 170703 w 1086773"/>
              <a:gd name="csY54" fmla="*/ 673769 h 721895"/>
              <a:gd name="csX55" fmla="*/ 152656 w 1086773"/>
              <a:gd name="csY55" fmla="*/ 667753 h 721895"/>
              <a:gd name="csX56" fmla="*/ 134608 w 1086773"/>
              <a:gd name="csY56" fmla="*/ 661737 h 721895"/>
              <a:gd name="csX57" fmla="*/ 104529 w 1086773"/>
              <a:gd name="csY57" fmla="*/ 625642 h 721895"/>
              <a:gd name="csX58" fmla="*/ 98513 w 1086773"/>
              <a:gd name="csY58" fmla="*/ 607595 h 721895"/>
              <a:gd name="csX59" fmla="*/ 86482 w 1086773"/>
              <a:gd name="csY59" fmla="*/ 535405 h 721895"/>
              <a:gd name="csX60" fmla="*/ 62419 w 1086773"/>
              <a:gd name="csY60" fmla="*/ 433137 h 721895"/>
              <a:gd name="csX61" fmla="*/ 44371 w 1086773"/>
              <a:gd name="csY61" fmla="*/ 421105 h 721895"/>
              <a:gd name="csX62" fmla="*/ 14292 w 1086773"/>
              <a:gd name="csY62" fmla="*/ 366963 h 721895"/>
              <a:gd name="csX63" fmla="*/ 8277 w 1086773"/>
              <a:gd name="csY63" fmla="*/ 348916 h 7218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</a:cxnLst>
            <a:rect l="l" t="t" r="r" b="b"/>
            <a:pathLst>
              <a:path w="1086773" h="721895">
                <a:moveTo>
                  <a:pt x="8277" y="348916"/>
                </a:moveTo>
                <a:cubicBezTo>
                  <a:pt x="32340" y="345908"/>
                  <a:pt x="59842" y="358329"/>
                  <a:pt x="158671" y="348916"/>
                </a:cubicBezTo>
                <a:cubicBezTo>
                  <a:pt x="166902" y="348132"/>
                  <a:pt x="174993" y="345803"/>
                  <a:pt x="182734" y="342900"/>
                </a:cubicBezTo>
                <a:cubicBezTo>
                  <a:pt x="191131" y="339751"/>
                  <a:pt x="198471" y="334200"/>
                  <a:pt x="206798" y="330869"/>
                </a:cubicBezTo>
                <a:cubicBezTo>
                  <a:pt x="218573" y="326159"/>
                  <a:pt x="230861" y="322848"/>
                  <a:pt x="242892" y="318837"/>
                </a:cubicBezTo>
                <a:lnTo>
                  <a:pt x="260940" y="312821"/>
                </a:lnTo>
                <a:cubicBezTo>
                  <a:pt x="278987" y="298784"/>
                  <a:pt x="296059" y="283394"/>
                  <a:pt x="315082" y="270711"/>
                </a:cubicBezTo>
                <a:cubicBezTo>
                  <a:pt x="321098" y="266700"/>
                  <a:pt x="327725" y="263482"/>
                  <a:pt x="333129" y="258679"/>
                </a:cubicBezTo>
                <a:cubicBezTo>
                  <a:pt x="345846" y="247375"/>
                  <a:pt x="355937" y="233213"/>
                  <a:pt x="369224" y="222584"/>
                </a:cubicBezTo>
                <a:cubicBezTo>
                  <a:pt x="387339" y="208092"/>
                  <a:pt x="402553" y="197737"/>
                  <a:pt x="417350" y="180474"/>
                </a:cubicBezTo>
                <a:cubicBezTo>
                  <a:pt x="433492" y="161643"/>
                  <a:pt x="434258" y="153287"/>
                  <a:pt x="453445" y="138363"/>
                </a:cubicBezTo>
                <a:cubicBezTo>
                  <a:pt x="464859" y="129485"/>
                  <a:pt x="477508" y="122321"/>
                  <a:pt x="489540" y="114300"/>
                </a:cubicBezTo>
                <a:cubicBezTo>
                  <a:pt x="500083" y="107271"/>
                  <a:pt x="511937" y="97083"/>
                  <a:pt x="525634" y="96253"/>
                </a:cubicBezTo>
                <a:cubicBezTo>
                  <a:pt x="585715" y="92612"/>
                  <a:pt x="645950" y="92242"/>
                  <a:pt x="706108" y="90237"/>
                </a:cubicBezTo>
                <a:lnTo>
                  <a:pt x="736187" y="84221"/>
                </a:lnTo>
                <a:cubicBezTo>
                  <a:pt x="748188" y="82039"/>
                  <a:pt x="760355" y="80761"/>
                  <a:pt x="772282" y="78205"/>
                </a:cubicBezTo>
                <a:cubicBezTo>
                  <a:pt x="788451" y="74740"/>
                  <a:pt x="804721" y="71403"/>
                  <a:pt x="820408" y="66174"/>
                </a:cubicBezTo>
                <a:cubicBezTo>
                  <a:pt x="826424" y="64169"/>
                  <a:pt x="832217" y="61292"/>
                  <a:pt x="838456" y="60158"/>
                </a:cubicBezTo>
                <a:cubicBezTo>
                  <a:pt x="854362" y="57266"/>
                  <a:pt x="870540" y="56147"/>
                  <a:pt x="886582" y="54142"/>
                </a:cubicBezTo>
                <a:cubicBezTo>
                  <a:pt x="952398" y="32202"/>
                  <a:pt x="852707" y="67193"/>
                  <a:pt x="922677" y="36095"/>
                </a:cubicBezTo>
                <a:cubicBezTo>
                  <a:pt x="934266" y="30944"/>
                  <a:pt x="946740" y="28074"/>
                  <a:pt x="958771" y="24063"/>
                </a:cubicBezTo>
                <a:cubicBezTo>
                  <a:pt x="958781" y="24060"/>
                  <a:pt x="994855" y="12035"/>
                  <a:pt x="994866" y="12032"/>
                </a:cubicBezTo>
                <a:cubicBezTo>
                  <a:pt x="1028849" y="3536"/>
                  <a:pt x="1010822" y="7638"/>
                  <a:pt x="1049008" y="0"/>
                </a:cubicBezTo>
                <a:cubicBezTo>
                  <a:pt x="1061040" y="2005"/>
                  <a:pt x="1075578" y="-1604"/>
                  <a:pt x="1085103" y="6016"/>
                </a:cubicBezTo>
                <a:cubicBezTo>
                  <a:pt x="1090055" y="9977"/>
                  <a:pt x="1082773" y="18903"/>
                  <a:pt x="1079087" y="24063"/>
                </a:cubicBezTo>
                <a:cubicBezTo>
                  <a:pt x="1063491" y="45897"/>
                  <a:pt x="1050348" y="49557"/>
                  <a:pt x="1030961" y="66174"/>
                </a:cubicBezTo>
                <a:cubicBezTo>
                  <a:pt x="1024501" y="71711"/>
                  <a:pt x="1018929" y="78205"/>
                  <a:pt x="1012913" y="84221"/>
                </a:cubicBezTo>
                <a:cubicBezTo>
                  <a:pt x="1008903" y="92242"/>
                  <a:pt x="1005635" y="100679"/>
                  <a:pt x="1000882" y="108284"/>
                </a:cubicBezTo>
                <a:cubicBezTo>
                  <a:pt x="994058" y="119203"/>
                  <a:pt x="977174" y="137654"/>
                  <a:pt x="970803" y="150395"/>
                </a:cubicBezTo>
                <a:cubicBezTo>
                  <a:pt x="967967" y="156067"/>
                  <a:pt x="967867" y="162899"/>
                  <a:pt x="964787" y="168442"/>
                </a:cubicBezTo>
                <a:cubicBezTo>
                  <a:pt x="957764" y="181082"/>
                  <a:pt x="948164" y="192137"/>
                  <a:pt x="940724" y="204537"/>
                </a:cubicBezTo>
                <a:cubicBezTo>
                  <a:pt x="916071" y="245626"/>
                  <a:pt x="929981" y="225486"/>
                  <a:pt x="898613" y="264695"/>
                </a:cubicBezTo>
                <a:cubicBezTo>
                  <a:pt x="893405" y="280320"/>
                  <a:pt x="887763" y="298427"/>
                  <a:pt x="880566" y="312821"/>
                </a:cubicBezTo>
                <a:cubicBezTo>
                  <a:pt x="869444" y="335066"/>
                  <a:pt x="862423" y="341849"/>
                  <a:pt x="850487" y="360947"/>
                </a:cubicBezTo>
                <a:cubicBezTo>
                  <a:pt x="844290" y="370862"/>
                  <a:pt x="838637" y="381111"/>
                  <a:pt x="832440" y="391026"/>
                </a:cubicBezTo>
                <a:cubicBezTo>
                  <a:pt x="828608" y="397157"/>
                  <a:pt x="825521" y="403961"/>
                  <a:pt x="820408" y="409074"/>
                </a:cubicBezTo>
                <a:cubicBezTo>
                  <a:pt x="815296" y="414186"/>
                  <a:pt x="808377" y="417095"/>
                  <a:pt x="802361" y="421105"/>
                </a:cubicBezTo>
                <a:cubicBezTo>
                  <a:pt x="790531" y="438850"/>
                  <a:pt x="789652" y="442725"/>
                  <a:pt x="772282" y="457200"/>
                </a:cubicBezTo>
                <a:cubicBezTo>
                  <a:pt x="766727" y="461829"/>
                  <a:pt x="759941" y="464793"/>
                  <a:pt x="754234" y="469232"/>
                </a:cubicBezTo>
                <a:cubicBezTo>
                  <a:pt x="741872" y="478847"/>
                  <a:pt x="729685" y="488728"/>
                  <a:pt x="718140" y="499311"/>
                </a:cubicBezTo>
                <a:cubicBezTo>
                  <a:pt x="705597" y="510809"/>
                  <a:pt x="696202" y="525966"/>
                  <a:pt x="682045" y="535405"/>
                </a:cubicBezTo>
                <a:cubicBezTo>
                  <a:pt x="629157" y="570666"/>
                  <a:pt x="712546" y="514317"/>
                  <a:pt x="633919" y="571500"/>
                </a:cubicBezTo>
                <a:cubicBezTo>
                  <a:pt x="622224" y="580005"/>
                  <a:pt x="609116" y="586530"/>
                  <a:pt x="597824" y="595563"/>
                </a:cubicBezTo>
                <a:cubicBezTo>
                  <a:pt x="587798" y="603584"/>
                  <a:pt x="579017" y="613478"/>
                  <a:pt x="567745" y="619626"/>
                </a:cubicBezTo>
                <a:cubicBezTo>
                  <a:pt x="556611" y="625699"/>
                  <a:pt x="531650" y="631658"/>
                  <a:pt x="531650" y="631658"/>
                </a:cubicBezTo>
                <a:cubicBezTo>
                  <a:pt x="484640" y="666915"/>
                  <a:pt x="528403" y="638056"/>
                  <a:pt x="489540" y="655721"/>
                </a:cubicBezTo>
                <a:cubicBezTo>
                  <a:pt x="473212" y="663143"/>
                  <a:pt x="458813" y="675434"/>
                  <a:pt x="441413" y="679784"/>
                </a:cubicBezTo>
                <a:cubicBezTo>
                  <a:pt x="433392" y="681789"/>
                  <a:pt x="425136" y="683019"/>
                  <a:pt x="417350" y="685800"/>
                </a:cubicBezTo>
                <a:cubicBezTo>
                  <a:pt x="397011" y="693064"/>
                  <a:pt x="377681" y="703033"/>
                  <a:pt x="357192" y="709863"/>
                </a:cubicBezTo>
                <a:cubicBezTo>
                  <a:pt x="351176" y="711868"/>
                  <a:pt x="345297" y="714341"/>
                  <a:pt x="339145" y="715879"/>
                </a:cubicBezTo>
                <a:cubicBezTo>
                  <a:pt x="329225" y="718359"/>
                  <a:pt x="319092" y="719890"/>
                  <a:pt x="309066" y="721895"/>
                </a:cubicBezTo>
                <a:cubicBezTo>
                  <a:pt x="285003" y="719890"/>
                  <a:pt x="260094" y="722512"/>
                  <a:pt x="236877" y="715879"/>
                </a:cubicBezTo>
                <a:cubicBezTo>
                  <a:pt x="229925" y="713893"/>
                  <a:pt x="229957" y="702944"/>
                  <a:pt x="224845" y="697832"/>
                </a:cubicBezTo>
                <a:cubicBezTo>
                  <a:pt x="219733" y="692720"/>
                  <a:pt x="213405" y="688736"/>
                  <a:pt x="206798" y="685800"/>
                </a:cubicBezTo>
                <a:cubicBezTo>
                  <a:pt x="195209" y="680649"/>
                  <a:pt x="182735" y="677779"/>
                  <a:pt x="170703" y="673769"/>
                </a:cubicBezTo>
                <a:lnTo>
                  <a:pt x="152656" y="667753"/>
                </a:lnTo>
                <a:lnTo>
                  <a:pt x="134608" y="661737"/>
                </a:lnTo>
                <a:cubicBezTo>
                  <a:pt x="121303" y="648432"/>
                  <a:pt x="112905" y="642394"/>
                  <a:pt x="104529" y="625642"/>
                </a:cubicBezTo>
                <a:cubicBezTo>
                  <a:pt x="101693" y="619970"/>
                  <a:pt x="100051" y="613747"/>
                  <a:pt x="98513" y="607595"/>
                </a:cubicBezTo>
                <a:cubicBezTo>
                  <a:pt x="92651" y="584147"/>
                  <a:pt x="89876" y="559161"/>
                  <a:pt x="86482" y="535405"/>
                </a:cubicBezTo>
                <a:cubicBezTo>
                  <a:pt x="77424" y="390486"/>
                  <a:pt x="111485" y="457671"/>
                  <a:pt x="62419" y="433137"/>
                </a:cubicBezTo>
                <a:cubicBezTo>
                  <a:pt x="55952" y="429903"/>
                  <a:pt x="50387" y="425116"/>
                  <a:pt x="44371" y="421105"/>
                </a:cubicBezTo>
                <a:cubicBezTo>
                  <a:pt x="16790" y="379735"/>
                  <a:pt x="24881" y="398729"/>
                  <a:pt x="14292" y="366963"/>
                </a:cubicBezTo>
                <a:cubicBezTo>
                  <a:pt x="20942" y="347014"/>
                  <a:pt x="-15786" y="351924"/>
                  <a:pt x="8277" y="348916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手繪多邊形 8">
            <a:extLst>
              <a:ext uri="{FF2B5EF4-FFF2-40B4-BE49-F238E27FC236}">
                <a16:creationId xmlns:a16="http://schemas.microsoft.com/office/drawing/2014/main" id="{034DC447-482F-FB63-9826-AB8360A762FC}"/>
              </a:ext>
            </a:extLst>
          </p:cNvPr>
          <p:cNvSpPr/>
          <p:nvPr/>
        </p:nvSpPr>
        <p:spPr>
          <a:xfrm>
            <a:off x="5364613" y="2185921"/>
            <a:ext cx="929137" cy="314625"/>
          </a:xfrm>
          <a:custGeom>
            <a:avLst/>
            <a:gdLst>
              <a:gd name="csX0" fmla="*/ 927903 w 929137"/>
              <a:gd name="csY0" fmla="*/ 12031 h 314625"/>
              <a:gd name="csX1" fmla="*/ 885792 w 929137"/>
              <a:gd name="csY1" fmla="*/ 18047 h 314625"/>
              <a:gd name="csX2" fmla="*/ 831650 w 929137"/>
              <a:gd name="csY2" fmla="*/ 24063 h 314625"/>
              <a:gd name="csX3" fmla="*/ 807587 w 929137"/>
              <a:gd name="csY3" fmla="*/ 36094 h 314625"/>
              <a:gd name="csX4" fmla="*/ 777508 w 929137"/>
              <a:gd name="csY4" fmla="*/ 42110 h 314625"/>
              <a:gd name="csX5" fmla="*/ 753445 w 929137"/>
              <a:gd name="csY5" fmla="*/ 48126 h 314625"/>
              <a:gd name="csX6" fmla="*/ 657192 w 929137"/>
              <a:gd name="csY6" fmla="*/ 60158 h 314625"/>
              <a:gd name="csX7" fmla="*/ 224055 w 929137"/>
              <a:gd name="csY7" fmla="*/ 54142 h 314625"/>
              <a:gd name="csX8" fmla="*/ 187961 w 929137"/>
              <a:gd name="csY8" fmla="*/ 42110 h 314625"/>
              <a:gd name="csX9" fmla="*/ 163898 w 929137"/>
              <a:gd name="csY9" fmla="*/ 36094 h 314625"/>
              <a:gd name="csX10" fmla="*/ 109755 w 929137"/>
              <a:gd name="csY10" fmla="*/ 18047 h 314625"/>
              <a:gd name="csX11" fmla="*/ 91708 w 929137"/>
              <a:gd name="csY11" fmla="*/ 12031 h 314625"/>
              <a:gd name="csX12" fmla="*/ 43582 w 929137"/>
              <a:gd name="csY12" fmla="*/ 0 h 314625"/>
              <a:gd name="csX13" fmla="*/ 1471 w 929137"/>
              <a:gd name="csY13" fmla="*/ 6015 h 314625"/>
              <a:gd name="csX14" fmla="*/ 13503 w 929137"/>
              <a:gd name="csY14" fmla="*/ 24063 h 314625"/>
              <a:gd name="csX15" fmla="*/ 31550 w 929137"/>
              <a:gd name="csY15" fmla="*/ 30079 h 314625"/>
              <a:gd name="csX16" fmla="*/ 67645 w 929137"/>
              <a:gd name="csY16" fmla="*/ 48126 h 314625"/>
              <a:gd name="csX17" fmla="*/ 79676 w 929137"/>
              <a:gd name="csY17" fmla="*/ 66173 h 314625"/>
              <a:gd name="csX18" fmla="*/ 115771 w 929137"/>
              <a:gd name="csY18" fmla="*/ 102268 h 314625"/>
              <a:gd name="csX19" fmla="*/ 127803 w 929137"/>
              <a:gd name="csY19" fmla="*/ 120315 h 314625"/>
              <a:gd name="csX20" fmla="*/ 187961 w 929137"/>
              <a:gd name="csY20" fmla="*/ 174458 h 314625"/>
              <a:gd name="csX21" fmla="*/ 206008 w 929137"/>
              <a:gd name="csY21" fmla="*/ 186489 h 314625"/>
              <a:gd name="csX22" fmla="*/ 254134 w 929137"/>
              <a:gd name="csY22" fmla="*/ 210552 h 314625"/>
              <a:gd name="csX23" fmla="*/ 278198 w 929137"/>
              <a:gd name="csY23" fmla="*/ 222584 h 314625"/>
              <a:gd name="csX24" fmla="*/ 326324 w 929137"/>
              <a:gd name="csY24" fmla="*/ 234615 h 314625"/>
              <a:gd name="csX25" fmla="*/ 380466 w 929137"/>
              <a:gd name="csY25" fmla="*/ 252663 h 314625"/>
              <a:gd name="csX26" fmla="*/ 404529 w 929137"/>
              <a:gd name="csY26" fmla="*/ 264694 h 314625"/>
              <a:gd name="csX27" fmla="*/ 434608 w 929137"/>
              <a:gd name="csY27" fmla="*/ 276726 h 314625"/>
              <a:gd name="csX28" fmla="*/ 464687 w 929137"/>
              <a:gd name="csY28" fmla="*/ 282742 h 314625"/>
              <a:gd name="csX29" fmla="*/ 482734 w 929137"/>
              <a:gd name="csY29" fmla="*/ 288758 h 314625"/>
              <a:gd name="csX30" fmla="*/ 542892 w 929137"/>
              <a:gd name="csY30" fmla="*/ 300789 h 314625"/>
              <a:gd name="csX31" fmla="*/ 603050 w 929137"/>
              <a:gd name="csY31" fmla="*/ 312821 h 314625"/>
              <a:gd name="csX32" fmla="*/ 777508 w 929137"/>
              <a:gd name="csY32" fmla="*/ 300789 h 314625"/>
              <a:gd name="csX33" fmla="*/ 801571 w 929137"/>
              <a:gd name="csY33" fmla="*/ 288758 h 314625"/>
              <a:gd name="csX34" fmla="*/ 819619 w 929137"/>
              <a:gd name="csY34" fmla="*/ 270710 h 314625"/>
              <a:gd name="csX35" fmla="*/ 837666 w 929137"/>
              <a:gd name="csY35" fmla="*/ 258679 h 314625"/>
              <a:gd name="csX36" fmla="*/ 861729 w 929137"/>
              <a:gd name="csY36" fmla="*/ 222584 h 314625"/>
              <a:gd name="csX37" fmla="*/ 873761 w 929137"/>
              <a:gd name="csY37" fmla="*/ 204537 h 314625"/>
              <a:gd name="csX38" fmla="*/ 885792 w 929137"/>
              <a:gd name="csY38" fmla="*/ 186489 h 314625"/>
              <a:gd name="csX39" fmla="*/ 897824 w 929137"/>
              <a:gd name="csY39" fmla="*/ 150394 h 314625"/>
              <a:gd name="csX40" fmla="*/ 903840 w 929137"/>
              <a:gd name="csY40" fmla="*/ 84221 h 314625"/>
              <a:gd name="csX41" fmla="*/ 909855 w 929137"/>
              <a:gd name="csY41" fmla="*/ 66173 h 314625"/>
              <a:gd name="csX42" fmla="*/ 915871 w 929137"/>
              <a:gd name="csY42" fmla="*/ 42110 h 314625"/>
              <a:gd name="csX43" fmla="*/ 927903 w 929137"/>
              <a:gd name="csY43" fmla="*/ 12031 h 3146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</a:cxnLst>
            <a:rect l="l" t="t" r="r" b="b"/>
            <a:pathLst>
              <a:path w="929137" h="314625">
                <a:moveTo>
                  <a:pt x="927903" y="12031"/>
                </a:moveTo>
                <a:cubicBezTo>
                  <a:pt x="922890" y="8020"/>
                  <a:pt x="899862" y="16288"/>
                  <a:pt x="885792" y="18047"/>
                </a:cubicBezTo>
                <a:cubicBezTo>
                  <a:pt x="867774" y="20299"/>
                  <a:pt x="849343" y="19980"/>
                  <a:pt x="831650" y="24063"/>
                </a:cubicBezTo>
                <a:cubicBezTo>
                  <a:pt x="822912" y="26079"/>
                  <a:pt x="816095" y="33258"/>
                  <a:pt x="807587" y="36094"/>
                </a:cubicBezTo>
                <a:cubicBezTo>
                  <a:pt x="797887" y="39327"/>
                  <a:pt x="787489" y="39892"/>
                  <a:pt x="777508" y="42110"/>
                </a:cubicBezTo>
                <a:cubicBezTo>
                  <a:pt x="769437" y="43904"/>
                  <a:pt x="761580" y="46647"/>
                  <a:pt x="753445" y="48126"/>
                </a:cubicBezTo>
                <a:cubicBezTo>
                  <a:pt x="726468" y="53031"/>
                  <a:pt x="683026" y="57287"/>
                  <a:pt x="657192" y="60158"/>
                </a:cubicBezTo>
                <a:cubicBezTo>
                  <a:pt x="512813" y="58153"/>
                  <a:pt x="368341" y="59692"/>
                  <a:pt x="224055" y="54142"/>
                </a:cubicBezTo>
                <a:cubicBezTo>
                  <a:pt x="211382" y="53655"/>
                  <a:pt x="200265" y="45186"/>
                  <a:pt x="187961" y="42110"/>
                </a:cubicBezTo>
                <a:cubicBezTo>
                  <a:pt x="179940" y="40105"/>
                  <a:pt x="171817" y="38470"/>
                  <a:pt x="163898" y="36094"/>
                </a:cubicBezTo>
                <a:cubicBezTo>
                  <a:pt x="163880" y="36089"/>
                  <a:pt x="118788" y="21058"/>
                  <a:pt x="109755" y="18047"/>
                </a:cubicBezTo>
                <a:cubicBezTo>
                  <a:pt x="103739" y="16042"/>
                  <a:pt x="97860" y="13569"/>
                  <a:pt x="91708" y="12031"/>
                </a:cubicBezTo>
                <a:lnTo>
                  <a:pt x="43582" y="0"/>
                </a:lnTo>
                <a:cubicBezTo>
                  <a:pt x="29545" y="2005"/>
                  <a:pt x="12543" y="-2843"/>
                  <a:pt x="1471" y="6015"/>
                </a:cubicBezTo>
                <a:cubicBezTo>
                  <a:pt x="-4175" y="10532"/>
                  <a:pt x="7857" y="19546"/>
                  <a:pt x="13503" y="24063"/>
                </a:cubicBezTo>
                <a:cubicBezTo>
                  <a:pt x="18455" y="28024"/>
                  <a:pt x="25878" y="27243"/>
                  <a:pt x="31550" y="30079"/>
                </a:cubicBezTo>
                <a:cubicBezTo>
                  <a:pt x="78197" y="53402"/>
                  <a:pt x="22284" y="33005"/>
                  <a:pt x="67645" y="48126"/>
                </a:cubicBezTo>
                <a:cubicBezTo>
                  <a:pt x="71655" y="54142"/>
                  <a:pt x="74873" y="60769"/>
                  <a:pt x="79676" y="66173"/>
                </a:cubicBezTo>
                <a:cubicBezTo>
                  <a:pt x="90980" y="78890"/>
                  <a:pt x="106332" y="88111"/>
                  <a:pt x="115771" y="102268"/>
                </a:cubicBezTo>
                <a:cubicBezTo>
                  <a:pt x="119782" y="108284"/>
                  <a:pt x="123000" y="114911"/>
                  <a:pt x="127803" y="120315"/>
                </a:cubicBezTo>
                <a:cubicBezTo>
                  <a:pt x="152282" y="147854"/>
                  <a:pt x="161308" y="155420"/>
                  <a:pt x="187961" y="174458"/>
                </a:cubicBezTo>
                <a:cubicBezTo>
                  <a:pt x="193844" y="178660"/>
                  <a:pt x="199661" y="183027"/>
                  <a:pt x="206008" y="186489"/>
                </a:cubicBezTo>
                <a:cubicBezTo>
                  <a:pt x="221754" y="195077"/>
                  <a:pt x="238092" y="202531"/>
                  <a:pt x="254134" y="210552"/>
                </a:cubicBezTo>
                <a:cubicBezTo>
                  <a:pt x="262155" y="214563"/>
                  <a:pt x="269498" y="220409"/>
                  <a:pt x="278198" y="222584"/>
                </a:cubicBezTo>
                <a:lnTo>
                  <a:pt x="326324" y="234615"/>
                </a:lnTo>
                <a:cubicBezTo>
                  <a:pt x="386800" y="264854"/>
                  <a:pt x="310503" y="229343"/>
                  <a:pt x="380466" y="252663"/>
                </a:cubicBezTo>
                <a:cubicBezTo>
                  <a:pt x="388974" y="255499"/>
                  <a:pt x="396334" y="261052"/>
                  <a:pt x="404529" y="264694"/>
                </a:cubicBezTo>
                <a:cubicBezTo>
                  <a:pt x="414397" y="269080"/>
                  <a:pt x="424265" y="273623"/>
                  <a:pt x="434608" y="276726"/>
                </a:cubicBezTo>
                <a:cubicBezTo>
                  <a:pt x="444402" y="279664"/>
                  <a:pt x="454767" y="280262"/>
                  <a:pt x="464687" y="282742"/>
                </a:cubicBezTo>
                <a:cubicBezTo>
                  <a:pt x="470839" y="284280"/>
                  <a:pt x="476555" y="287332"/>
                  <a:pt x="482734" y="288758"/>
                </a:cubicBezTo>
                <a:cubicBezTo>
                  <a:pt x="502660" y="293356"/>
                  <a:pt x="523053" y="295829"/>
                  <a:pt x="542892" y="300789"/>
                </a:cubicBezTo>
                <a:cubicBezTo>
                  <a:pt x="578788" y="309763"/>
                  <a:pt x="558800" y="305446"/>
                  <a:pt x="603050" y="312821"/>
                </a:cubicBezTo>
                <a:cubicBezTo>
                  <a:pt x="630146" y="311779"/>
                  <a:pt x="726449" y="322671"/>
                  <a:pt x="777508" y="300789"/>
                </a:cubicBezTo>
                <a:cubicBezTo>
                  <a:pt x="785751" y="297256"/>
                  <a:pt x="793550" y="292768"/>
                  <a:pt x="801571" y="288758"/>
                </a:cubicBezTo>
                <a:cubicBezTo>
                  <a:pt x="807587" y="282742"/>
                  <a:pt x="813083" y="276157"/>
                  <a:pt x="819619" y="270710"/>
                </a:cubicBezTo>
                <a:cubicBezTo>
                  <a:pt x="825173" y="266082"/>
                  <a:pt x="832905" y="264120"/>
                  <a:pt x="837666" y="258679"/>
                </a:cubicBezTo>
                <a:cubicBezTo>
                  <a:pt x="847188" y="247797"/>
                  <a:pt x="853708" y="234616"/>
                  <a:pt x="861729" y="222584"/>
                </a:cubicBezTo>
                <a:lnTo>
                  <a:pt x="873761" y="204537"/>
                </a:lnTo>
                <a:cubicBezTo>
                  <a:pt x="877772" y="198521"/>
                  <a:pt x="883506" y="193348"/>
                  <a:pt x="885792" y="186489"/>
                </a:cubicBezTo>
                <a:lnTo>
                  <a:pt x="897824" y="150394"/>
                </a:lnTo>
                <a:cubicBezTo>
                  <a:pt x="899829" y="128336"/>
                  <a:pt x="900708" y="106147"/>
                  <a:pt x="903840" y="84221"/>
                </a:cubicBezTo>
                <a:cubicBezTo>
                  <a:pt x="904737" y="77943"/>
                  <a:pt x="908113" y="72270"/>
                  <a:pt x="909855" y="66173"/>
                </a:cubicBezTo>
                <a:cubicBezTo>
                  <a:pt x="912126" y="58223"/>
                  <a:pt x="913600" y="50060"/>
                  <a:pt x="915871" y="42110"/>
                </a:cubicBezTo>
                <a:cubicBezTo>
                  <a:pt x="921401" y="22755"/>
                  <a:pt x="932916" y="16042"/>
                  <a:pt x="927903" y="12031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手繪多邊形 9">
            <a:extLst>
              <a:ext uri="{FF2B5EF4-FFF2-40B4-BE49-F238E27FC236}">
                <a16:creationId xmlns:a16="http://schemas.microsoft.com/office/drawing/2014/main" id="{005B1C86-18AB-0091-4364-B26DE6E0C6C0}"/>
              </a:ext>
            </a:extLst>
          </p:cNvPr>
          <p:cNvSpPr/>
          <p:nvPr/>
        </p:nvSpPr>
        <p:spPr>
          <a:xfrm>
            <a:off x="7889867" y="1786644"/>
            <a:ext cx="666304" cy="628080"/>
          </a:xfrm>
          <a:custGeom>
            <a:avLst/>
            <a:gdLst>
              <a:gd name="csX0" fmla="*/ 300544 w 666304"/>
              <a:gd name="csY0" fmla="*/ 137160 h 628080"/>
              <a:gd name="csX1" fmla="*/ 320139 w 666304"/>
              <a:gd name="csY1" fmla="*/ 91440 h 628080"/>
              <a:gd name="csX2" fmla="*/ 339733 w 666304"/>
              <a:gd name="csY2" fmla="*/ 71846 h 628080"/>
              <a:gd name="csX3" fmla="*/ 418110 w 666304"/>
              <a:gd name="csY3" fmla="*/ 39189 h 628080"/>
              <a:gd name="csX4" fmla="*/ 470362 w 666304"/>
              <a:gd name="csY4" fmla="*/ 45720 h 628080"/>
              <a:gd name="csX5" fmla="*/ 509550 w 666304"/>
              <a:gd name="csY5" fmla="*/ 71846 h 628080"/>
              <a:gd name="csX6" fmla="*/ 529144 w 666304"/>
              <a:gd name="csY6" fmla="*/ 84909 h 628080"/>
              <a:gd name="csX7" fmla="*/ 542207 w 666304"/>
              <a:gd name="csY7" fmla="*/ 104503 h 628080"/>
              <a:gd name="csX8" fmla="*/ 561802 w 666304"/>
              <a:gd name="csY8" fmla="*/ 117566 h 628080"/>
              <a:gd name="csX9" fmla="*/ 568333 w 666304"/>
              <a:gd name="csY9" fmla="*/ 137160 h 628080"/>
              <a:gd name="csX10" fmla="*/ 581396 w 666304"/>
              <a:gd name="csY10" fmla="*/ 163286 h 628080"/>
              <a:gd name="csX11" fmla="*/ 587927 w 666304"/>
              <a:gd name="csY11" fmla="*/ 189412 h 628080"/>
              <a:gd name="csX12" fmla="*/ 594459 w 666304"/>
              <a:gd name="csY12" fmla="*/ 209006 h 628080"/>
              <a:gd name="csX13" fmla="*/ 587927 w 666304"/>
              <a:gd name="csY13" fmla="*/ 398417 h 628080"/>
              <a:gd name="csX14" fmla="*/ 581396 w 666304"/>
              <a:gd name="csY14" fmla="*/ 424543 h 628080"/>
              <a:gd name="csX15" fmla="*/ 561802 w 666304"/>
              <a:gd name="csY15" fmla="*/ 450669 h 628080"/>
              <a:gd name="csX16" fmla="*/ 548739 w 666304"/>
              <a:gd name="csY16" fmla="*/ 476794 h 628080"/>
              <a:gd name="csX17" fmla="*/ 522613 w 666304"/>
              <a:gd name="csY17" fmla="*/ 496389 h 628080"/>
              <a:gd name="csX18" fmla="*/ 444236 w 666304"/>
              <a:gd name="csY18" fmla="*/ 529046 h 628080"/>
              <a:gd name="csX19" fmla="*/ 294013 w 666304"/>
              <a:gd name="csY19" fmla="*/ 522514 h 628080"/>
              <a:gd name="csX20" fmla="*/ 274419 w 666304"/>
              <a:gd name="csY20" fmla="*/ 515983 h 628080"/>
              <a:gd name="csX21" fmla="*/ 248293 w 666304"/>
              <a:gd name="csY21" fmla="*/ 509452 h 628080"/>
              <a:gd name="csX22" fmla="*/ 228699 w 666304"/>
              <a:gd name="csY22" fmla="*/ 502920 h 628080"/>
              <a:gd name="csX23" fmla="*/ 202573 w 666304"/>
              <a:gd name="csY23" fmla="*/ 496389 h 628080"/>
              <a:gd name="csX24" fmla="*/ 117664 w 666304"/>
              <a:gd name="csY24" fmla="*/ 463732 h 628080"/>
              <a:gd name="csX25" fmla="*/ 32756 w 666304"/>
              <a:gd name="csY25" fmla="*/ 411480 h 628080"/>
              <a:gd name="csX26" fmla="*/ 13162 w 666304"/>
              <a:gd name="csY26" fmla="*/ 385354 h 628080"/>
              <a:gd name="csX27" fmla="*/ 99 w 666304"/>
              <a:gd name="csY27" fmla="*/ 333103 h 628080"/>
              <a:gd name="csX28" fmla="*/ 6630 w 666304"/>
              <a:gd name="csY28" fmla="*/ 235132 h 628080"/>
              <a:gd name="csX29" fmla="*/ 39287 w 666304"/>
              <a:gd name="csY29" fmla="*/ 209006 h 628080"/>
              <a:gd name="csX30" fmla="*/ 98070 w 666304"/>
              <a:gd name="csY30" fmla="*/ 195943 h 628080"/>
              <a:gd name="csX31" fmla="*/ 143790 w 666304"/>
              <a:gd name="csY31" fmla="*/ 189412 h 628080"/>
              <a:gd name="csX32" fmla="*/ 189510 w 666304"/>
              <a:gd name="csY32" fmla="*/ 176349 h 628080"/>
              <a:gd name="csX33" fmla="*/ 209104 w 666304"/>
              <a:gd name="csY33" fmla="*/ 169817 h 628080"/>
              <a:gd name="csX34" fmla="*/ 287482 w 666304"/>
              <a:gd name="csY34" fmla="*/ 156754 h 628080"/>
              <a:gd name="csX35" fmla="*/ 320139 w 666304"/>
              <a:gd name="csY35" fmla="*/ 150223 h 628080"/>
              <a:gd name="csX36" fmla="*/ 346264 w 666304"/>
              <a:gd name="csY36" fmla="*/ 137160 h 628080"/>
              <a:gd name="csX37" fmla="*/ 385453 w 666304"/>
              <a:gd name="csY37" fmla="*/ 91440 h 628080"/>
              <a:gd name="csX38" fmla="*/ 391984 w 666304"/>
              <a:gd name="csY38" fmla="*/ 65314 h 628080"/>
              <a:gd name="csX39" fmla="*/ 398516 w 666304"/>
              <a:gd name="csY39" fmla="*/ 45720 h 628080"/>
              <a:gd name="csX40" fmla="*/ 450767 w 666304"/>
              <a:gd name="csY40" fmla="*/ 52252 h 628080"/>
              <a:gd name="csX41" fmla="*/ 235230 w 666304"/>
              <a:gd name="csY41" fmla="*/ 65314 h 628080"/>
              <a:gd name="csX42" fmla="*/ 104602 w 666304"/>
              <a:gd name="csY42" fmla="*/ 71846 h 628080"/>
              <a:gd name="csX43" fmla="*/ 85007 w 666304"/>
              <a:gd name="csY43" fmla="*/ 78377 h 628080"/>
              <a:gd name="csX44" fmla="*/ 78476 w 666304"/>
              <a:gd name="csY44" fmla="*/ 97972 h 628080"/>
              <a:gd name="csX45" fmla="*/ 65413 w 666304"/>
              <a:gd name="csY45" fmla="*/ 124097 h 628080"/>
              <a:gd name="csX46" fmla="*/ 71944 w 666304"/>
              <a:gd name="csY46" fmla="*/ 287383 h 628080"/>
              <a:gd name="csX47" fmla="*/ 78476 w 666304"/>
              <a:gd name="csY47" fmla="*/ 306977 h 628080"/>
              <a:gd name="csX48" fmla="*/ 91539 w 666304"/>
              <a:gd name="csY48" fmla="*/ 326572 h 628080"/>
              <a:gd name="csX49" fmla="*/ 117664 w 666304"/>
              <a:gd name="csY49" fmla="*/ 333103 h 628080"/>
              <a:gd name="csX50" fmla="*/ 137259 w 666304"/>
              <a:gd name="csY50" fmla="*/ 339634 h 628080"/>
              <a:gd name="csX51" fmla="*/ 169916 w 666304"/>
              <a:gd name="csY51" fmla="*/ 346166 h 628080"/>
              <a:gd name="csX52" fmla="*/ 209104 w 666304"/>
              <a:gd name="csY52" fmla="*/ 359229 h 628080"/>
              <a:gd name="csX53" fmla="*/ 248293 w 666304"/>
              <a:gd name="csY53" fmla="*/ 372292 h 628080"/>
              <a:gd name="csX54" fmla="*/ 267887 w 666304"/>
              <a:gd name="csY54" fmla="*/ 378823 h 628080"/>
              <a:gd name="csX55" fmla="*/ 313607 w 666304"/>
              <a:gd name="csY55" fmla="*/ 391886 h 628080"/>
              <a:gd name="csX56" fmla="*/ 365859 w 666304"/>
              <a:gd name="csY56" fmla="*/ 411480 h 628080"/>
              <a:gd name="csX57" fmla="*/ 450767 w 666304"/>
              <a:gd name="csY57" fmla="*/ 404949 h 628080"/>
              <a:gd name="csX58" fmla="*/ 496487 w 666304"/>
              <a:gd name="csY58" fmla="*/ 391886 h 628080"/>
              <a:gd name="csX59" fmla="*/ 522613 w 666304"/>
              <a:gd name="csY59" fmla="*/ 372292 h 628080"/>
              <a:gd name="csX60" fmla="*/ 555270 w 666304"/>
              <a:gd name="csY60" fmla="*/ 326572 h 628080"/>
              <a:gd name="csX61" fmla="*/ 561802 w 666304"/>
              <a:gd name="csY61" fmla="*/ 306977 h 628080"/>
              <a:gd name="csX62" fmla="*/ 555270 w 666304"/>
              <a:gd name="csY62" fmla="*/ 169817 h 628080"/>
              <a:gd name="csX63" fmla="*/ 529144 w 666304"/>
              <a:gd name="csY63" fmla="*/ 124097 h 628080"/>
              <a:gd name="csX64" fmla="*/ 483424 w 666304"/>
              <a:gd name="csY64" fmla="*/ 84909 h 628080"/>
              <a:gd name="csX65" fmla="*/ 424642 w 666304"/>
              <a:gd name="csY65" fmla="*/ 65314 h 628080"/>
              <a:gd name="csX66" fmla="*/ 405047 w 666304"/>
              <a:gd name="csY66" fmla="*/ 58783 h 628080"/>
              <a:gd name="csX67" fmla="*/ 346264 w 666304"/>
              <a:gd name="csY67" fmla="*/ 45720 h 628080"/>
              <a:gd name="csX68" fmla="*/ 196042 w 666304"/>
              <a:gd name="csY68" fmla="*/ 52252 h 628080"/>
              <a:gd name="csX69" fmla="*/ 169916 w 666304"/>
              <a:gd name="csY69" fmla="*/ 65314 h 628080"/>
              <a:gd name="csX70" fmla="*/ 150322 w 666304"/>
              <a:gd name="csY70" fmla="*/ 71846 h 628080"/>
              <a:gd name="csX71" fmla="*/ 124196 w 666304"/>
              <a:gd name="csY71" fmla="*/ 91440 h 628080"/>
              <a:gd name="csX72" fmla="*/ 85007 w 666304"/>
              <a:gd name="csY72" fmla="*/ 137160 h 628080"/>
              <a:gd name="csX73" fmla="*/ 78476 w 666304"/>
              <a:gd name="csY73" fmla="*/ 359229 h 628080"/>
              <a:gd name="csX74" fmla="*/ 98070 w 666304"/>
              <a:gd name="csY74" fmla="*/ 424543 h 628080"/>
              <a:gd name="csX75" fmla="*/ 124196 w 666304"/>
              <a:gd name="csY75" fmla="*/ 476794 h 628080"/>
              <a:gd name="csX76" fmla="*/ 182979 w 666304"/>
              <a:gd name="csY76" fmla="*/ 515983 h 628080"/>
              <a:gd name="csX77" fmla="*/ 202573 w 666304"/>
              <a:gd name="csY77" fmla="*/ 522514 h 628080"/>
              <a:gd name="csX78" fmla="*/ 228699 w 666304"/>
              <a:gd name="csY78" fmla="*/ 535577 h 628080"/>
              <a:gd name="csX79" fmla="*/ 248293 w 666304"/>
              <a:gd name="csY79" fmla="*/ 548640 h 628080"/>
              <a:gd name="csX80" fmla="*/ 313607 w 666304"/>
              <a:gd name="csY80" fmla="*/ 568234 h 628080"/>
              <a:gd name="csX81" fmla="*/ 333202 w 666304"/>
              <a:gd name="csY81" fmla="*/ 581297 h 628080"/>
              <a:gd name="csX82" fmla="*/ 359327 w 666304"/>
              <a:gd name="csY82" fmla="*/ 587829 h 628080"/>
              <a:gd name="csX83" fmla="*/ 548739 w 666304"/>
              <a:gd name="csY83" fmla="*/ 581297 h 628080"/>
              <a:gd name="csX84" fmla="*/ 574864 w 666304"/>
              <a:gd name="csY84" fmla="*/ 555172 h 628080"/>
              <a:gd name="csX85" fmla="*/ 600990 w 666304"/>
              <a:gd name="csY85" fmla="*/ 515983 h 628080"/>
              <a:gd name="csX86" fmla="*/ 614053 w 666304"/>
              <a:gd name="csY86" fmla="*/ 496389 h 628080"/>
              <a:gd name="csX87" fmla="*/ 653242 w 666304"/>
              <a:gd name="csY87" fmla="*/ 411480 h 628080"/>
              <a:gd name="csX88" fmla="*/ 659773 w 666304"/>
              <a:gd name="csY88" fmla="*/ 378823 h 628080"/>
              <a:gd name="csX89" fmla="*/ 666304 w 666304"/>
              <a:gd name="csY89" fmla="*/ 352697 h 628080"/>
              <a:gd name="csX90" fmla="*/ 659773 w 666304"/>
              <a:gd name="csY90" fmla="*/ 150223 h 628080"/>
              <a:gd name="csX91" fmla="*/ 646710 w 666304"/>
              <a:gd name="csY91" fmla="*/ 124097 h 628080"/>
              <a:gd name="csX92" fmla="*/ 614053 w 666304"/>
              <a:gd name="csY92" fmla="*/ 65314 h 628080"/>
              <a:gd name="csX93" fmla="*/ 600990 w 666304"/>
              <a:gd name="csY93" fmla="*/ 45720 h 628080"/>
              <a:gd name="csX94" fmla="*/ 555270 w 666304"/>
              <a:gd name="csY94" fmla="*/ 0 h 628080"/>
              <a:gd name="csX95" fmla="*/ 405047 w 666304"/>
              <a:gd name="csY95" fmla="*/ 6532 h 628080"/>
              <a:gd name="csX96" fmla="*/ 378922 w 666304"/>
              <a:gd name="csY96" fmla="*/ 19594 h 628080"/>
              <a:gd name="csX97" fmla="*/ 359327 w 666304"/>
              <a:gd name="csY97" fmla="*/ 26126 h 628080"/>
              <a:gd name="csX98" fmla="*/ 320139 w 666304"/>
              <a:gd name="csY98" fmla="*/ 58783 h 628080"/>
              <a:gd name="csX99" fmla="*/ 267887 w 666304"/>
              <a:gd name="csY99" fmla="*/ 84909 h 628080"/>
              <a:gd name="csX100" fmla="*/ 222167 w 666304"/>
              <a:gd name="csY100" fmla="*/ 117566 h 628080"/>
              <a:gd name="csX101" fmla="*/ 169916 w 666304"/>
              <a:gd name="csY101" fmla="*/ 156754 h 628080"/>
              <a:gd name="csX102" fmla="*/ 117664 w 666304"/>
              <a:gd name="csY102" fmla="*/ 189412 h 628080"/>
              <a:gd name="csX103" fmla="*/ 78476 w 666304"/>
              <a:gd name="csY103" fmla="*/ 215537 h 628080"/>
              <a:gd name="csX104" fmla="*/ 58882 w 666304"/>
              <a:gd name="csY104" fmla="*/ 241663 h 628080"/>
              <a:gd name="csX105" fmla="*/ 52350 w 666304"/>
              <a:gd name="csY105" fmla="*/ 261257 h 628080"/>
              <a:gd name="csX106" fmla="*/ 39287 w 666304"/>
              <a:gd name="csY106" fmla="*/ 287383 h 628080"/>
              <a:gd name="csX107" fmla="*/ 45819 w 666304"/>
              <a:gd name="csY107" fmla="*/ 404949 h 628080"/>
              <a:gd name="csX108" fmla="*/ 58882 w 666304"/>
              <a:gd name="csY108" fmla="*/ 431074 h 628080"/>
              <a:gd name="csX109" fmla="*/ 104602 w 666304"/>
              <a:gd name="csY109" fmla="*/ 463732 h 628080"/>
              <a:gd name="csX110" fmla="*/ 130727 w 666304"/>
              <a:gd name="csY110" fmla="*/ 470263 h 628080"/>
              <a:gd name="csX111" fmla="*/ 176447 w 666304"/>
              <a:gd name="csY111" fmla="*/ 483326 h 628080"/>
              <a:gd name="csX112" fmla="*/ 326670 w 666304"/>
              <a:gd name="csY112" fmla="*/ 476794 h 628080"/>
              <a:gd name="csX113" fmla="*/ 346264 w 666304"/>
              <a:gd name="csY113" fmla="*/ 470263 h 628080"/>
              <a:gd name="csX114" fmla="*/ 372390 w 666304"/>
              <a:gd name="csY114" fmla="*/ 463732 h 628080"/>
              <a:gd name="csX115" fmla="*/ 391984 w 666304"/>
              <a:gd name="csY115" fmla="*/ 457200 h 628080"/>
              <a:gd name="csX116" fmla="*/ 437704 w 666304"/>
              <a:gd name="csY116" fmla="*/ 450669 h 628080"/>
              <a:gd name="csX117" fmla="*/ 476893 w 666304"/>
              <a:gd name="csY117" fmla="*/ 431074 h 628080"/>
              <a:gd name="csX118" fmla="*/ 542207 w 666304"/>
              <a:gd name="csY118" fmla="*/ 404949 h 628080"/>
              <a:gd name="csX119" fmla="*/ 561802 w 666304"/>
              <a:gd name="csY119" fmla="*/ 385354 h 628080"/>
              <a:gd name="csX120" fmla="*/ 581396 w 666304"/>
              <a:gd name="csY120" fmla="*/ 372292 h 628080"/>
              <a:gd name="csX121" fmla="*/ 587927 w 666304"/>
              <a:gd name="csY121" fmla="*/ 352697 h 628080"/>
              <a:gd name="csX122" fmla="*/ 620584 w 666304"/>
              <a:gd name="csY122" fmla="*/ 320040 h 628080"/>
              <a:gd name="csX123" fmla="*/ 640179 w 666304"/>
              <a:gd name="csY123" fmla="*/ 254726 h 628080"/>
              <a:gd name="csX124" fmla="*/ 614053 w 666304"/>
              <a:gd name="csY124" fmla="*/ 91440 h 628080"/>
              <a:gd name="csX125" fmla="*/ 581396 w 666304"/>
              <a:gd name="csY125" fmla="*/ 65314 h 628080"/>
              <a:gd name="csX126" fmla="*/ 280950 w 666304"/>
              <a:gd name="csY126" fmla="*/ 78377 h 628080"/>
              <a:gd name="csX127" fmla="*/ 248293 w 666304"/>
              <a:gd name="csY127" fmla="*/ 84909 h 628080"/>
              <a:gd name="csX128" fmla="*/ 209104 w 666304"/>
              <a:gd name="csY128" fmla="*/ 111034 h 628080"/>
              <a:gd name="csX129" fmla="*/ 196042 w 666304"/>
              <a:gd name="csY129" fmla="*/ 143692 h 628080"/>
              <a:gd name="csX130" fmla="*/ 189510 w 666304"/>
              <a:gd name="csY130" fmla="*/ 163286 h 628080"/>
              <a:gd name="csX131" fmla="*/ 176447 w 666304"/>
              <a:gd name="csY131" fmla="*/ 189412 h 628080"/>
              <a:gd name="csX132" fmla="*/ 169916 w 666304"/>
              <a:gd name="csY132" fmla="*/ 215537 h 628080"/>
              <a:gd name="csX133" fmla="*/ 143790 w 666304"/>
              <a:gd name="csY133" fmla="*/ 280852 h 628080"/>
              <a:gd name="csX134" fmla="*/ 124196 w 666304"/>
              <a:gd name="csY134" fmla="*/ 352697 h 628080"/>
              <a:gd name="csX135" fmla="*/ 111133 w 666304"/>
              <a:gd name="csY135" fmla="*/ 378823 h 628080"/>
              <a:gd name="csX136" fmla="*/ 104602 w 666304"/>
              <a:gd name="csY136" fmla="*/ 404949 h 628080"/>
              <a:gd name="csX137" fmla="*/ 91539 w 666304"/>
              <a:gd name="csY137" fmla="*/ 431074 h 628080"/>
              <a:gd name="csX138" fmla="*/ 85007 w 666304"/>
              <a:gd name="csY138" fmla="*/ 450669 h 628080"/>
              <a:gd name="csX139" fmla="*/ 78476 w 666304"/>
              <a:gd name="csY139" fmla="*/ 489857 h 628080"/>
              <a:gd name="csX140" fmla="*/ 71944 w 666304"/>
              <a:gd name="csY140" fmla="*/ 509452 h 628080"/>
              <a:gd name="csX141" fmla="*/ 78476 w 666304"/>
              <a:gd name="csY141" fmla="*/ 594360 h 628080"/>
              <a:gd name="csX142" fmla="*/ 111133 w 666304"/>
              <a:gd name="csY142" fmla="*/ 627017 h 628080"/>
              <a:gd name="csX143" fmla="*/ 137259 w 666304"/>
              <a:gd name="csY143" fmla="*/ 627017 h 6280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</a:cxnLst>
            <a:rect l="l" t="t" r="r" b="b"/>
            <a:pathLst>
              <a:path w="666304" h="628080">
                <a:moveTo>
                  <a:pt x="300544" y="137160"/>
                </a:moveTo>
                <a:cubicBezTo>
                  <a:pt x="307076" y="121920"/>
                  <a:pt x="311608" y="105658"/>
                  <a:pt x="320139" y="91440"/>
                </a:cubicBezTo>
                <a:cubicBezTo>
                  <a:pt x="324891" y="83520"/>
                  <a:pt x="332442" y="77517"/>
                  <a:pt x="339733" y="71846"/>
                </a:cubicBezTo>
                <a:cubicBezTo>
                  <a:pt x="380812" y="39896"/>
                  <a:pt x="371136" y="47018"/>
                  <a:pt x="418110" y="39189"/>
                </a:cubicBezTo>
                <a:cubicBezTo>
                  <a:pt x="435527" y="41366"/>
                  <a:pt x="453832" y="39816"/>
                  <a:pt x="470362" y="45720"/>
                </a:cubicBezTo>
                <a:cubicBezTo>
                  <a:pt x="485147" y="51000"/>
                  <a:pt x="496487" y="63137"/>
                  <a:pt x="509550" y="71846"/>
                </a:cubicBezTo>
                <a:lnTo>
                  <a:pt x="529144" y="84909"/>
                </a:lnTo>
                <a:cubicBezTo>
                  <a:pt x="533498" y="91440"/>
                  <a:pt x="536656" y="98952"/>
                  <a:pt x="542207" y="104503"/>
                </a:cubicBezTo>
                <a:cubicBezTo>
                  <a:pt x="547758" y="110054"/>
                  <a:pt x="556898" y="111436"/>
                  <a:pt x="561802" y="117566"/>
                </a:cubicBezTo>
                <a:cubicBezTo>
                  <a:pt x="566103" y="122942"/>
                  <a:pt x="565621" y="130832"/>
                  <a:pt x="568333" y="137160"/>
                </a:cubicBezTo>
                <a:cubicBezTo>
                  <a:pt x="572168" y="146109"/>
                  <a:pt x="577042" y="154577"/>
                  <a:pt x="581396" y="163286"/>
                </a:cubicBezTo>
                <a:cubicBezTo>
                  <a:pt x="583573" y="171995"/>
                  <a:pt x="585461" y="180781"/>
                  <a:pt x="587927" y="189412"/>
                </a:cubicBezTo>
                <a:cubicBezTo>
                  <a:pt x="589818" y="196032"/>
                  <a:pt x="594459" y="202121"/>
                  <a:pt x="594459" y="209006"/>
                </a:cubicBezTo>
                <a:cubicBezTo>
                  <a:pt x="594459" y="272181"/>
                  <a:pt x="591749" y="335358"/>
                  <a:pt x="587927" y="398417"/>
                </a:cubicBezTo>
                <a:cubicBezTo>
                  <a:pt x="587384" y="407377"/>
                  <a:pt x="585410" y="416514"/>
                  <a:pt x="581396" y="424543"/>
                </a:cubicBezTo>
                <a:cubicBezTo>
                  <a:pt x="576528" y="434280"/>
                  <a:pt x="567571" y="441438"/>
                  <a:pt x="561802" y="450669"/>
                </a:cubicBezTo>
                <a:cubicBezTo>
                  <a:pt x="556642" y="458925"/>
                  <a:pt x="555075" y="469402"/>
                  <a:pt x="548739" y="476794"/>
                </a:cubicBezTo>
                <a:cubicBezTo>
                  <a:pt x="541654" y="485059"/>
                  <a:pt x="532016" y="490904"/>
                  <a:pt x="522613" y="496389"/>
                </a:cubicBezTo>
                <a:cubicBezTo>
                  <a:pt x="477406" y="522760"/>
                  <a:pt x="482305" y="519528"/>
                  <a:pt x="444236" y="529046"/>
                </a:cubicBezTo>
                <a:cubicBezTo>
                  <a:pt x="394162" y="526869"/>
                  <a:pt x="343987" y="526358"/>
                  <a:pt x="294013" y="522514"/>
                </a:cubicBezTo>
                <a:cubicBezTo>
                  <a:pt x="287149" y="521986"/>
                  <a:pt x="281039" y="517874"/>
                  <a:pt x="274419" y="515983"/>
                </a:cubicBezTo>
                <a:cubicBezTo>
                  <a:pt x="265788" y="513517"/>
                  <a:pt x="256924" y="511918"/>
                  <a:pt x="248293" y="509452"/>
                </a:cubicBezTo>
                <a:cubicBezTo>
                  <a:pt x="241673" y="507561"/>
                  <a:pt x="235319" y="504811"/>
                  <a:pt x="228699" y="502920"/>
                </a:cubicBezTo>
                <a:cubicBezTo>
                  <a:pt x="220068" y="500454"/>
                  <a:pt x="211204" y="498855"/>
                  <a:pt x="202573" y="496389"/>
                </a:cubicBezTo>
                <a:cubicBezTo>
                  <a:pt x="178181" y="489420"/>
                  <a:pt x="129947" y="468645"/>
                  <a:pt x="117664" y="463732"/>
                </a:cubicBezTo>
                <a:cubicBezTo>
                  <a:pt x="85536" y="450881"/>
                  <a:pt x="55866" y="442295"/>
                  <a:pt x="32756" y="411480"/>
                </a:cubicBezTo>
                <a:lnTo>
                  <a:pt x="13162" y="385354"/>
                </a:lnTo>
                <a:cubicBezTo>
                  <a:pt x="8808" y="367937"/>
                  <a:pt x="-1095" y="351016"/>
                  <a:pt x="99" y="333103"/>
                </a:cubicBezTo>
                <a:cubicBezTo>
                  <a:pt x="2276" y="300446"/>
                  <a:pt x="1249" y="267416"/>
                  <a:pt x="6630" y="235132"/>
                </a:cubicBezTo>
                <a:cubicBezTo>
                  <a:pt x="9961" y="215148"/>
                  <a:pt x="24130" y="213337"/>
                  <a:pt x="39287" y="209006"/>
                </a:cubicBezTo>
                <a:cubicBezTo>
                  <a:pt x="55735" y="204307"/>
                  <a:pt x="81898" y="198638"/>
                  <a:pt x="98070" y="195943"/>
                </a:cubicBezTo>
                <a:cubicBezTo>
                  <a:pt x="113255" y="193412"/>
                  <a:pt x="128550" y="191589"/>
                  <a:pt x="143790" y="189412"/>
                </a:cubicBezTo>
                <a:cubicBezTo>
                  <a:pt x="190770" y="173751"/>
                  <a:pt x="132102" y="192752"/>
                  <a:pt x="189510" y="176349"/>
                </a:cubicBezTo>
                <a:cubicBezTo>
                  <a:pt x="196130" y="174458"/>
                  <a:pt x="202353" y="171167"/>
                  <a:pt x="209104" y="169817"/>
                </a:cubicBezTo>
                <a:cubicBezTo>
                  <a:pt x="235076" y="164622"/>
                  <a:pt x="261510" y="161948"/>
                  <a:pt x="287482" y="156754"/>
                </a:cubicBezTo>
                <a:lnTo>
                  <a:pt x="320139" y="150223"/>
                </a:lnTo>
                <a:cubicBezTo>
                  <a:pt x="328847" y="145869"/>
                  <a:pt x="338341" y="142819"/>
                  <a:pt x="346264" y="137160"/>
                </a:cubicBezTo>
                <a:cubicBezTo>
                  <a:pt x="360963" y="126661"/>
                  <a:pt x="375159" y="105166"/>
                  <a:pt x="385453" y="91440"/>
                </a:cubicBezTo>
                <a:cubicBezTo>
                  <a:pt x="387630" y="82731"/>
                  <a:pt x="389518" y="73945"/>
                  <a:pt x="391984" y="65314"/>
                </a:cubicBezTo>
                <a:cubicBezTo>
                  <a:pt x="393875" y="58694"/>
                  <a:pt x="391795" y="47213"/>
                  <a:pt x="398516" y="45720"/>
                </a:cubicBezTo>
                <a:cubicBezTo>
                  <a:pt x="415651" y="41913"/>
                  <a:pt x="433350" y="50075"/>
                  <a:pt x="450767" y="52252"/>
                </a:cubicBezTo>
                <a:cubicBezTo>
                  <a:pt x="362499" y="74318"/>
                  <a:pt x="439622" y="56971"/>
                  <a:pt x="235230" y="65314"/>
                </a:cubicBezTo>
                <a:lnTo>
                  <a:pt x="104602" y="71846"/>
                </a:lnTo>
                <a:cubicBezTo>
                  <a:pt x="98070" y="74023"/>
                  <a:pt x="89875" y="73509"/>
                  <a:pt x="85007" y="78377"/>
                </a:cubicBezTo>
                <a:cubicBezTo>
                  <a:pt x="80139" y="83245"/>
                  <a:pt x="81188" y="91644"/>
                  <a:pt x="78476" y="97972"/>
                </a:cubicBezTo>
                <a:cubicBezTo>
                  <a:pt x="74641" y="106921"/>
                  <a:pt x="69767" y="115389"/>
                  <a:pt x="65413" y="124097"/>
                </a:cubicBezTo>
                <a:cubicBezTo>
                  <a:pt x="67590" y="178526"/>
                  <a:pt x="68063" y="233049"/>
                  <a:pt x="71944" y="287383"/>
                </a:cubicBezTo>
                <a:cubicBezTo>
                  <a:pt x="72435" y="294250"/>
                  <a:pt x="75397" y="300819"/>
                  <a:pt x="78476" y="306977"/>
                </a:cubicBezTo>
                <a:cubicBezTo>
                  <a:pt x="81987" y="313998"/>
                  <a:pt x="85007" y="322218"/>
                  <a:pt x="91539" y="326572"/>
                </a:cubicBezTo>
                <a:cubicBezTo>
                  <a:pt x="99008" y="331551"/>
                  <a:pt x="109033" y="330637"/>
                  <a:pt x="117664" y="333103"/>
                </a:cubicBezTo>
                <a:cubicBezTo>
                  <a:pt x="124284" y="334994"/>
                  <a:pt x="130580" y="337964"/>
                  <a:pt x="137259" y="339634"/>
                </a:cubicBezTo>
                <a:cubicBezTo>
                  <a:pt x="148029" y="342326"/>
                  <a:pt x="159206" y="343245"/>
                  <a:pt x="169916" y="346166"/>
                </a:cubicBezTo>
                <a:cubicBezTo>
                  <a:pt x="183200" y="349789"/>
                  <a:pt x="196041" y="354875"/>
                  <a:pt x="209104" y="359229"/>
                </a:cubicBezTo>
                <a:lnTo>
                  <a:pt x="248293" y="372292"/>
                </a:lnTo>
                <a:cubicBezTo>
                  <a:pt x="254824" y="374469"/>
                  <a:pt x="261208" y="377153"/>
                  <a:pt x="267887" y="378823"/>
                </a:cubicBezTo>
                <a:cubicBezTo>
                  <a:pt x="276264" y="380917"/>
                  <a:pt x="304232" y="387199"/>
                  <a:pt x="313607" y="391886"/>
                </a:cubicBezTo>
                <a:cubicBezTo>
                  <a:pt x="358452" y="414309"/>
                  <a:pt x="302859" y="398881"/>
                  <a:pt x="365859" y="411480"/>
                </a:cubicBezTo>
                <a:cubicBezTo>
                  <a:pt x="394162" y="409303"/>
                  <a:pt x="422575" y="408266"/>
                  <a:pt x="450767" y="404949"/>
                </a:cubicBezTo>
                <a:cubicBezTo>
                  <a:pt x="463437" y="403458"/>
                  <a:pt x="483819" y="396108"/>
                  <a:pt x="496487" y="391886"/>
                </a:cubicBezTo>
                <a:cubicBezTo>
                  <a:pt x="505196" y="385355"/>
                  <a:pt x="514916" y="379989"/>
                  <a:pt x="522613" y="372292"/>
                </a:cubicBezTo>
                <a:cubicBezTo>
                  <a:pt x="525569" y="369336"/>
                  <a:pt x="551562" y="333987"/>
                  <a:pt x="555270" y="326572"/>
                </a:cubicBezTo>
                <a:cubicBezTo>
                  <a:pt x="558349" y="320414"/>
                  <a:pt x="559625" y="313509"/>
                  <a:pt x="561802" y="306977"/>
                </a:cubicBezTo>
                <a:cubicBezTo>
                  <a:pt x="559625" y="261257"/>
                  <a:pt x="560724" y="215263"/>
                  <a:pt x="555270" y="169817"/>
                </a:cubicBezTo>
                <a:cubicBezTo>
                  <a:pt x="554375" y="162356"/>
                  <a:pt x="534967" y="131084"/>
                  <a:pt x="529144" y="124097"/>
                </a:cubicBezTo>
                <a:cubicBezTo>
                  <a:pt x="518902" y="111807"/>
                  <a:pt x="496846" y="92365"/>
                  <a:pt x="483424" y="84909"/>
                </a:cubicBezTo>
                <a:cubicBezTo>
                  <a:pt x="459584" y="71665"/>
                  <a:pt x="449009" y="72276"/>
                  <a:pt x="424642" y="65314"/>
                </a:cubicBezTo>
                <a:cubicBezTo>
                  <a:pt x="418022" y="63423"/>
                  <a:pt x="411667" y="60674"/>
                  <a:pt x="405047" y="58783"/>
                </a:cubicBezTo>
                <a:cubicBezTo>
                  <a:pt x="383526" y="52635"/>
                  <a:pt x="368709" y="50209"/>
                  <a:pt x="346264" y="45720"/>
                </a:cubicBezTo>
                <a:cubicBezTo>
                  <a:pt x="296190" y="47897"/>
                  <a:pt x="245857" y="46717"/>
                  <a:pt x="196042" y="52252"/>
                </a:cubicBezTo>
                <a:cubicBezTo>
                  <a:pt x="186365" y="53327"/>
                  <a:pt x="178865" y="61479"/>
                  <a:pt x="169916" y="65314"/>
                </a:cubicBezTo>
                <a:cubicBezTo>
                  <a:pt x="163588" y="68026"/>
                  <a:pt x="156853" y="69669"/>
                  <a:pt x="150322" y="71846"/>
                </a:cubicBezTo>
                <a:cubicBezTo>
                  <a:pt x="141613" y="78377"/>
                  <a:pt x="132461" y="84356"/>
                  <a:pt x="124196" y="91440"/>
                </a:cubicBezTo>
                <a:cubicBezTo>
                  <a:pt x="105093" y="107814"/>
                  <a:pt x="100493" y="116512"/>
                  <a:pt x="85007" y="137160"/>
                </a:cubicBezTo>
                <a:cubicBezTo>
                  <a:pt x="53466" y="231782"/>
                  <a:pt x="67856" y="173378"/>
                  <a:pt x="78476" y="359229"/>
                </a:cubicBezTo>
                <a:cubicBezTo>
                  <a:pt x="81898" y="419107"/>
                  <a:pt x="78619" y="388883"/>
                  <a:pt x="98070" y="424543"/>
                </a:cubicBezTo>
                <a:cubicBezTo>
                  <a:pt x="107395" y="441638"/>
                  <a:pt x="108618" y="465110"/>
                  <a:pt x="124196" y="476794"/>
                </a:cubicBezTo>
                <a:cubicBezTo>
                  <a:pt x="146075" y="493204"/>
                  <a:pt x="157783" y="503385"/>
                  <a:pt x="182979" y="515983"/>
                </a:cubicBezTo>
                <a:cubicBezTo>
                  <a:pt x="189137" y="519062"/>
                  <a:pt x="196245" y="519802"/>
                  <a:pt x="202573" y="522514"/>
                </a:cubicBezTo>
                <a:cubicBezTo>
                  <a:pt x="211522" y="526349"/>
                  <a:pt x="220245" y="530746"/>
                  <a:pt x="228699" y="535577"/>
                </a:cubicBezTo>
                <a:cubicBezTo>
                  <a:pt x="235514" y="539472"/>
                  <a:pt x="241120" y="545452"/>
                  <a:pt x="248293" y="548640"/>
                </a:cubicBezTo>
                <a:cubicBezTo>
                  <a:pt x="268739" y="557727"/>
                  <a:pt x="291893" y="562806"/>
                  <a:pt x="313607" y="568234"/>
                </a:cubicBezTo>
                <a:cubicBezTo>
                  <a:pt x="320139" y="572588"/>
                  <a:pt x="325987" y="578205"/>
                  <a:pt x="333202" y="581297"/>
                </a:cubicBezTo>
                <a:cubicBezTo>
                  <a:pt x="341453" y="584833"/>
                  <a:pt x="350351" y="587829"/>
                  <a:pt x="359327" y="587829"/>
                </a:cubicBezTo>
                <a:cubicBezTo>
                  <a:pt x="422502" y="587829"/>
                  <a:pt x="485602" y="583474"/>
                  <a:pt x="548739" y="581297"/>
                </a:cubicBezTo>
                <a:cubicBezTo>
                  <a:pt x="557447" y="572589"/>
                  <a:pt x="567171" y="564789"/>
                  <a:pt x="574864" y="555172"/>
                </a:cubicBezTo>
                <a:cubicBezTo>
                  <a:pt x="584672" y="542913"/>
                  <a:pt x="592281" y="529046"/>
                  <a:pt x="600990" y="515983"/>
                </a:cubicBezTo>
                <a:cubicBezTo>
                  <a:pt x="605344" y="509452"/>
                  <a:pt x="610542" y="503410"/>
                  <a:pt x="614053" y="496389"/>
                </a:cubicBezTo>
                <a:cubicBezTo>
                  <a:pt x="645422" y="433651"/>
                  <a:pt x="632947" y="462217"/>
                  <a:pt x="653242" y="411480"/>
                </a:cubicBezTo>
                <a:cubicBezTo>
                  <a:pt x="655419" y="400594"/>
                  <a:pt x="657365" y="389660"/>
                  <a:pt x="659773" y="378823"/>
                </a:cubicBezTo>
                <a:cubicBezTo>
                  <a:pt x="661720" y="370060"/>
                  <a:pt x="666304" y="361674"/>
                  <a:pt x="666304" y="352697"/>
                </a:cubicBezTo>
                <a:cubicBezTo>
                  <a:pt x="666304" y="285171"/>
                  <a:pt x="665540" y="217503"/>
                  <a:pt x="659773" y="150223"/>
                </a:cubicBezTo>
                <a:cubicBezTo>
                  <a:pt x="658941" y="140522"/>
                  <a:pt x="650545" y="133046"/>
                  <a:pt x="646710" y="124097"/>
                </a:cubicBezTo>
                <a:cubicBezTo>
                  <a:pt x="626017" y="75813"/>
                  <a:pt x="664972" y="141691"/>
                  <a:pt x="614053" y="65314"/>
                </a:cubicBezTo>
                <a:cubicBezTo>
                  <a:pt x="609699" y="58783"/>
                  <a:pt x="606541" y="51271"/>
                  <a:pt x="600990" y="45720"/>
                </a:cubicBezTo>
                <a:lnTo>
                  <a:pt x="555270" y="0"/>
                </a:lnTo>
                <a:cubicBezTo>
                  <a:pt x="505196" y="2177"/>
                  <a:pt x="454862" y="997"/>
                  <a:pt x="405047" y="6532"/>
                </a:cubicBezTo>
                <a:cubicBezTo>
                  <a:pt x="395370" y="7607"/>
                  <a:pt x="387871" y="15759"/>
                  <a:pt x="378922" y="19594"/>
                </a:cubicBezTo>
                <a:cubicBezTo>
                  <a:pt x="372594" y="22306"/>
                  <a:pt x="365859" y="23949"/>
                  <a:pt x="359327" y="26126"/>
                </a:cubicBezTo>
                <a:cubicBezTo>
                  <a:pt x="342743" y="42710"/>
                  <a:pt x="340143" y="47872"/>
                  <a:pt x="320139" y="58783"/>
                </a:cubicBezTo>
                <a:cubicBezTo>
                  <a:pt x="303044" y="68108"/>
                  <a:pt x="281657" y="71139"/>
                  <a:pt x="267887" y="84909"/>
                </a:cubicBezTo>
                <a:cubicBezTo>
                  <a:pt x="225098" y="127698"/>
                  <a:pt x="273748" y="83179"/>
                  <a:pt x="222167" y="117566"/>
                </a:cubicBezTo>
                <a:cubicBezTo>
                  <a:pt x="204052" y="129642"/>
                  <a:pt x="189389" y="147018"/>
                  <a:pt x="169916" y="156754"/>
                </a:cubicBezTo>
                <a:cubicBezTo>
                  <a:pt x="126467" y="178478"/>
                  <a:pt x="160061" y="159734"/>
                  <a:pt x="117664" y="189412"/>
                </a:cubicBezTo>
                <a:cubicBezTo>
                  <a:pt x="104803" y="198415"/>
                  <a:pt x="87895" y="202977"/>
                  <a:pt x="78476" y="215537"/>
                </a:cubicBezTo>
                <a:lnTo>
                  <a:pt x="58882" y="241663"/>
                </a:lnTo>
                <a:cubicBezTo>
                  <a:pt x="56705" y="248194"/>
                  <a:pt x="55062" y="254929"/>
                  <a:pt x="52350" y="261257"/>
                </a:cubicBezTo>
                <a:cubicBezTo>
                  <a:pt x="48514" y="270206"/>
                  <a:pt x="39729" y="277656"/>
                  <a:pt x="39287" y="287383"/>
                </a:cubicBezTo>
                <a:cubicBezTo>
                  <a:pt x="37505" y="326592"/>
                  <a:pt x="40516" y="366060"/>
                  <a:pt x="45819" y="404949"/>
                </a:cubicBezTo>
                <a:cubicBezTo>
                  <a:pt x="47135" y="414596"/>
                  <a:pt x="53223" y="423151"/>
                  <a:pt x="58882" y="431074"/>
                </a:cubicBezTo>
                <a:cubicBezTo>
                  <a:pt x="71050" y="448110"/>
                  <a:pt x="85299" y="456493"/>
                  <a:pt x="104602" y="463732"/>
                </a:cubicBezTo>
                <a:cubicBezTo>
                  <a:pt x="113007" y="466884"/>
                  <a:pt x="122096" y="467797"/>
                  <a:pt x="130727" y="470263"/>
                </a:cubicBezTo>
                <a:cubicBezTo>
                  <a:pt x="196357" y="489013"/>
                  <a:pt x="94726" y="462893"/>
                  <a:pt x="176447" y="483326"/>
                </a:cubicBezTo>
                <a:cubicBezTo>
                  <a:pt x="226521" y="481149"/>
                  <a:pt x="276696" y="480638"/>
                  <a:pt x="326670" y="476794"/>
                </a:cubicBezTo>
                <a:cubicBezTo>
                  <a:pt x="333534" y="476266"/>
                  <a:pt x="339644" y="472154"/>
                  <a:pt x="346264" y="470263"/>
                </a:cubicBezTo>
                <a:cubicBezTo>
                  <a:pt x="354895" y="467797"/>
                  <a:pt x="363759" y="466198"/>
                  <a:pt x="372390" y="463732"/>
                </a:cubicBezTo>
                <a:cubicBezTo>
                  <a:pt x="379010" y="461841"/>
                  <a:pt x="385233" y="458550"/>
                  <a:pt x="391984" y="457200"/>
                </a:cubicBezTo>
                <a:cubicBezTo>
                  <a:pt x="407080" y="454181"/>
                  <a:pt x="422464" y="452846"/>
                  <a:pt x="437704" y="450669"/>
                </a:cubicBezTo>
                <a:cubicBezTo>
                  <a:pt x="509185" y="426841"/>
                  <a:pt x="400904" y="464846"/>
                  <a:pt x="476893" y="431074"/>
                </a:cubicBezTo>
                <a:cubicBezTo>
                  <a:pt x="502092" y="419875"/>
                  <a:pt x="520190" y="420676"/>
                  <a:pt x="542207" y="404949"/>
                </a:cubicBezTo>
                <a:cubicBezTo>
                  <a:pt x="549724" y="399580"/>
                  <a:pt x="554706" y="391267"/>
                  <a:pt x="561802" y="385354"/>
                </a:cubicBezTo>
                <a:cubicBezTo>
                  <a:pt x="567832" y="380329"/>
                  <a:pt x="574865" y="376646"/>
                  <a:pt x="581396" y="372292"/>
                </a:cubicBezTo>
                <a:cubicBezTo>
                  <a:pt x="583573" y="365760"/>
                  <a:pt x="583626" y="358073"/>
                  <a:pt x="587927" y="352697"/>
                </a:cubicBezTo>
                <a:cubicBezTo>
                  <a:pt x="616232" y="317315"/>
                  <a:pt x="600989" y="364130"/>
                  <a:pt x="620584" y="320040"/>
                </a:cubicBezTo>
                <a:cubicBezTo>
                  <a:pt x="629670" y="299595"/>
                  <a:pt x="634750" y="276439"/>
                  <a:pt x="640179" y="254726"/>
                </a:cubicBezTo>
                <a:cubicBezTo>
                  <a:pt x="630557" y="43066"/>
                  <a:pt x="668065" y="156254"/>
                  <a:pt x="614053" y="91440"/>
                </a:cubicBezTo>
                <a:cubicBezTo>
                  <a:pt x="591327" y="64170"/>
                  <a:pt x="613562" y="76037"/>
                  <a:pt x="581396" y="65314"/>
                </a:cubicBezTo>
                <a:cubicBezTo>
                  <a:pt x="475647" y="68172"/>
                  <a:pt x="381751" y="63977"/>
                  <a:pt x="280950" y="78377"/>
                </a:cubicBezTo>
                <a:cubicBezTo>
                  <a:pt x="269960" y="79947"/>
                  <a:pt x="259179" y="82732"/>
                  <a:pt x="248293" y="84909"/>
                </a:cubicBezTo>
                <a:cubicBezTo>
                  <a:pt x="235230" y="93617"/>
                  <a:pt x="214934" y="96457"/>
                  <a:pt x="209104" y="111034"/>
                </a:cubicBezTo>
                <a:cubicBezTo>
                  <a:pt x="204750" y="121920"/>
                  <a:pt x="200159" y="132714"/>
                  <a:pt x="196042" y="143692"/>
                </a:cubicBezTo>
                <a:cubicBezTo>
                  <a:pt x="193625" y="150138"/>
                  <a:pt x="192222" y="156958"/>
                  <a:pt x="189510" y="163286"/>
                </a:cubicBezTo>
                <a:cubicBezTo>
                  <a:pt x="185674" y="172235"/>
                  <a:pt x="180801" y="180703"/>
                  <a:pt x="176447" y="189412"/>
                </a:cubicBezTo>
                <a:cubicBezTo>
                  <a:pt x="174270" y="198120"/>
                  <a:pt x="172935" y="207084"/>
                  <a:pt x="169916" y="215537"/>
                </a:cubicBezTo>
                <a:cubicBezTo>
                  <a:pt x="162029" y="237620"/>
                  <a:pt x="143790" y="280852"/>
                  <a:pt x="143790" y="280852"/>
                </a:cubicBezTo>
                <a:cubicBezTo>
                  <a:pt x="137231" y="313651"/>
                  <a:pt x="137456" y="319549"/>
                  <a:pt x="124196" y="352697"/>
                </a:cubicBezTo>
                <a:cubicBezTo>
                  <a:pt x="120580" y="361737"/>
                  <a:pt x="115487" y="370114"/>
                  <a:pt x="111133" y="378823"/>
                </a:cubicBezTo>
                <a:cubicBezTo>
                  <a:pt x="108956" y="387532"/>
                  <a:pt x="107754" y="396544"/>
                  <a:pt x="104602" y="404949"/>
                </a:cubicBezTo>
                <a:cubicBezTo>
                  <a:pt x="101183" y="414065"/>
                  <a:pt x="95374" y="422125"/>
                  <a:pt x="91539" y="431074"/>
                </a:cubicBezTo>
                <a:cubicBezTo>
                  <a:pt x="88827" y="437402"/>
                  <a:pt x="87184" y="444137"/>
                  <a:pt x="85007" y="450669"/>
                </a:cubicBezTo>
                <a:cubicBezTo>
                  <a:pt x="82830" y="463732"/>
                  <a:pt x="81349" y="476930"/>
                  <a:pt x="78476" y="489857"/>
                </a:cubicBezTo>
                <a:cubicBezTo>
                  <a:pt x="76982" y="496578"/>
                  <a:pt x="71944" y="502567"/>
                  <a:pt x="71944" y="509452"/>
                </a:cubicBezTo>
                <a:cubicBezTo>
                  <a:pt x="71944" y="537838"/>
                  <a:pt x="73245" y="566460"/>
                  <a:pt x="78476" y="594360"/>
                </a:cubicBezTo>
                <a:cubicBezTo>
                  <a:pt x="80694" y="606190"/>
                  <a:pt x="100207" y="623895"/>
                  <a:pt x="111133" y="627017"/>
                </a:cubicBezTo>
                <a:cubicBezTo>
                  <a:pt x="119507" y="629409"/>
                  <a:pt x="128550" y="627017"/>
                  <a:pt x="137259" y="62701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手繪多邊形 10">
            <a:extLst>
              <a:ext uri="{FF2B5EF4-FFF2-40B4-BE49-F238E27FC236}">
                <a16:creationId xmlns:a16="http://schemas.microsoft.com/office/drawing/2014/main" id="{32BF19F1-BBE5-2BF0-F816-A7BB81BE57F9}"/>
              </a:ext>
            </a:extLst>
          </p:cNvPr>
          <p:cNvSpPr/>
          <p:nvPr/>
        </p:nvSpPr>
        <p:spPr>
          <a:xfrm>
            <a:off x="6654397" y="2113216"/>
            <a:ext cx="856746" cy="666205"/>
          </a:xfrm>
          <a:custGeom>
            <a:avLst/>
            <a:gdLst>
              <a:gd name="csX0" fmla="*/ 321169 w 856746"/>
              <a:gd name="csY0" fmla="*/ 150222 h 666205"/>
              <a:gd name="csX1" fmla="*/ 373420 w 856746"/>
              <a:gd name="csY1" fmla="*/ 156754 h 666205"/>
              <a:gd name="csX2" fmla="*/ 393014 w 856746"/>
              <a:gd name="csY2" fmla="*/ 150222 h 666205"/>
              <a:gd name="csX3" fmla="*/ 464860 w 856746"/>
              <a:gd name="csY3" fmla="*/ 143691 h 666205"/>
              <a:gd name="csX4" fmla="*/ 575894 w 856746"/>
              <a:gd name="csY4" fmla="*/ 150222 h 666205"/>
              <a:gd name="csX5" fmla="*/ 615083 w 856746"/>
              <a:gd name="csY5" fmla="*/ 169817 h 666205"/>
              <a:gd name="csX6" fmla="*/ 660803 w 856746"/>
              <a:gd name="csY6" fmla="*/ 202474 h 666205"/>
              <a:gd name="csX7" fmla="*/ 680397 w 856746"/>
              <a:gd name="csY7" fmla="*/ 215537 h 666205"/>
              <a:gd name="csX8" fmla="*/ 713054 w 856746"/>
              <a:gd name="csY8" fmla="*/ 254725 h 666205"/>
              <a:gd name="csX9" fmla="*/ 726117 w 856746"/>
              <a:gd name="csY9" fmla="*/ 293914 h 666205"/>
              <a:gd name="csX10" fmla="*/ 732649 w 856746"/>
              <a:gd name="csY10" fmla="*/ 313508 h 666205"/>
              <a:gd name="csX11" fmla="*/ 745712 w 856746"/>
              <a:gd name="csY11" fmla="*/ 339634 h 666205"/>
              <a:gd name="csX12" fmla="*/ 752243 w 856746"/>
              <a:gd name="csY12" fmla="*/ 450668 h 666205"/>
              <a:gd name="csX13" fmla="*/ 693460 w 856746"/>
              <a:gd name="csY13" fmla="*/ 496388 h 666205"/>
              <a:gd name="csX14" fmla="*/ 673866 w 856746"/>
              <a:gd name="csY14" fmla="*/ 509451 h 666205"/>
              <a:gd name="csX15" fmla="*/ 582426 w 856746"/>
              <a:gd name="csY15" fmla="*/ 529045 h 666205"/>
              <a:gd name="csX16" fmla="*/ 366889 w 856746"/>
              <a:gd name="csY16" fmla="*/ 522514 h 666205"/>
              <a:gd name="csX17" fmla="*/ 347294 w 856746"/>
              <a:gd name="csY17" fmla="*/ 509451 h 666205"/>
              <a:gd name="csX18" fmla="*/ 301574 w 856746"/>
              <a:gd name="csY18" fmla="*/ 483325 h 666205"/>
              <a:gd name="csX19" fmla="*/ 262386 w 856746"/>
              <a:gd name="csY19" fmla="*/ 437605 h 666205"/>
              <a:gd name="csX20" fmla="*/ 249323 w 856746"/>
              <a:gd name="csY20" fmla="*/ 411480 h 666205"/>
              <a:gd name="csX21" fmla="*/ 249323 w 856746"/>
              <a:gd name="csY21" fmla="*/ 293914 h 666205"/>
              <a:gd name="csX22" fmla="*/ 262386 w 856746"/>
              <a:gd name="csY22" fmla="*/ 274320 h 666205"/>
              <a:gd name="csX23" fmla="*/ 275449 w 856746"/>
              <a:gd name="csY23" fmla="*/ 248194 h 666205"/>
              <a:gd name="csX24" fmla="*/ 301574 w 856746"/>
              <a:gd name="csY24" fmla="*/ 209005 h 666205"/>
              <a:gd name="csX25" fmla="*/ 340763 w 856746"/>
              <a:gd name="csY25" fmla="*/ 163285 h 666205"/>
              <a:gd name="csX26" fmla="*/ 366889 w 856746"/>
              <a:gd name="csY26" fmla="*/ 143691 h 666205"/>
              <a:gd name="csX27" fmla="*/ 393014 w 856746"/>
              <a:gd name="csY27" fmla="*/ 117565 h 666205"/>
              <a:gd name="csX28" fmla="*/ 471392 w 856746"/>
              <a:gd name="csY28" fmla="*/ 65314 h 666205"/>
              <a:gd name="csX29" fmla="*/ 523643 w 856746"/>
              <a:gd name="csY29" fmla="*/ 52251 h 666205"/>
              <a:gd name="csX30" fmla="*/ 602020 w 856746"/>
              <a:gd name="csY30" fmla="*/ 58782 h 666205"/>
              <a:gd name="csX31" fmla="*/ 641209 w 856746"/>
              <a:gd name="csY31" fmla="*/ 84908 h 666205"/>
              <a:gd name="csX32" fmla="*/ 660803 w 856746"/>
              <a:gd name="csY32" fmla="*/ 91440 h 666205"/>
              <a:gd name="csX33" fmla="*/ 699992 w 856746"/>
              <a:gd name="csY33" fmla="*/ 130628 h 666205"/>
              <a:gd name="csX34" fmla="*/ 726117 w 856746"/>
              <a:gd name="csY34" fmla="*/ 169817 h 666205"/>
              <a:gd name="csX35" fmla="*/ 739180 w 856746"/>
              <a:gd name="csY35" fmla="*/ 189411 h 666205"/>
              <a:gd name="csX36" fmla="*/ 752243 w 856746"/>
              <a:gd name="csY36" fmla="*/ 215537 h 666205"/>
              <a:gd name="csX37" fmla="*/ 758774 w 856746"/>
              <a:gd name="csY37" fmla="*/ 463731 h 666205"/>
              <a:gd name="csX38" fmla="*/ 706523 w 856746"/>
              <a:gd name="csY38" fmla="*/ 529045 h 666205"/>
              <a:gd name="csX39" fmla="*/ 602020 w 856746"/>
              <a:gd name="csY39" fmla="*/ 568234 h 666205"/>
              <a:gd name="csX40" fmla="*/ 536706 w 856746"/>
              <a:gd name="csY40" fmla="*/ 587828 h 666205"/>
              <a:gd name="csX41" fmla="*/ 517112 w 856746"/>
              <a:gd name="csY41" fmla="*/ 594360 h 666205"/>
              <a:gd name="csX42" fmla="*/ 464860 w 856746"/>
              <a:gd name="csY42" fmla="*/ 600891 h 666205"/>
              <a:gd name="csX43" fmla="*/ 255854 w 856746"/>
              <a:gd name="csY43" fmla="*/ 594360 h 666205"/>
              <a:gd name="csX44" fmla="*/ 229729 w 856746"/>
              <a:gd name="csY44" fmla="*/ 574765 h 666205"/>
              <a:gd name="csX45" fmla="*/ 210134 w 856746"/>
              <a:gd name="csY45" fmla="*/ 529045 h 666205"/>
              <a:gd name="csX46" fmla="*/ 197072 w 856746"/>
              <a:gd name="csY46" fmla="*/ 509451 h 666205"/>
              <a:gd name="csX47" fmla="*/ 177477 w 856746"/>
              <a:gd name="csY47" fmla="*/ 444137 h 666205"/>
              <a:gd name="csX48" fmla="*/ 164414 w 856746"/>
              <a:gd name="csY48" fmla="*/ 418011 h 666205"/>
              <a:gd name="csX49" fmla="*/ 144820 w 856746"/>
              <a:gd name="csY49" fmla="*/ 352697 h 666205"/>
              <a:gd name="csX50" fmla="*/ 131757 w 856746"/>
              <a:gd name="csY50" fmla="*/ 306977 h 666205"/>
              <a:gd name="csX51" fmla="*/ 144820 w 856746"/>
              <a:gd name="csY51" fmla="*/ 222068 h 666205"/>
              <a:gd name="csX52" fmla="*/ 184009 w 856746"/>
              <a:gd name="csY52" fmla="*/ 169817 h 666205"/>
              <a:gd name="csX53" fmla="*/ 203603 w 856746"/>
              <a:gd name="csY53" fmla="*/ 156754 h 666205"/>
              <a:gd name="csX54" fmla="*/ 255854 w 856746"/>
              <a:gd name="csY54" fmla="*/ 117565 h 666205"/>
              <a:gd name="csX55" fmla="*/ 281980 w 856746"/>
              <a:gd name="csY55" fmla="*/ 97971 h 666205"/>
              <a:gd name="csX56" fmla="*/ 301574 w 856746"/>
              <a:gd name="csY56" fmla="*/ 78377 h 666205"/>
              <a:gd name="csX57" fmla="*/ 393014 w 856746"/>
              <a:gd name="csY57" fmla="*/ 32657 h 666205"/>
              <a:gd name="csX58" fmla="*/ 536706 w 856746"/>
              <a:gd name="csY58" fmla="*/ 39188 h 666205"/>
              <a:gd name="csX59" fmla="*/ 575894 w 856746"/>
              <a:gd name="csY59" fmla="*/ 52251 h 666205"/>
              <a:gd name="csX60" fmla="*/ 595489 w 856746"/>
              <a:gd name="csY60" fmla="*/ 58782 h 666205"/>
              <a:gd name="csX61" fmla="*/ 667334 w 856746"/>
              <a:gd name="csY61" fmla="*/ 91440 h 666205"/>
              <a:gd name="csX62" fmla="*/ 719586 w 856746"/>
              <a:gd name="csY62" fmla="*/ 124097 h 666205"/>
              <a:gd name="csX63" fmla="*/ 765306 w 856746"/>
              <a:gd name="csY63" fmla="*/ 169817 h 666205"/>
              <a:gd name="csX64" fmla="*/ 817557 w 856746"/>
              <a:gd name="csY64" fmla="*/ 261257 h 666205"/>
              <a:gd name="csX65" fmla="*/ 837152 w 856746"/>
              <a:gd name="csY65" fmla="*/ 313508 h 666205"/>
              <a:gd name="csX66" fmla="*/ 856746 w 856746"/>
              <a:gd name="csY66" fmla="*/ 404948 h 666205"/>
              <a:gd name="csX67" fmla="*/ 850214 w 856746"/>
              <a:gd name="csY67" fmla="*/ 515982 h 666205"/>
              <a:gd name="csX68" fmla="*/ 824089 w 856746"/>
              <a:gd name="csY68" fmla="*/ 561702 h 666205"/>
              <a:gd name="csX69" fmla="*/ 771837 w 856746"/>
              <a:gd name="csY69" fmla="*/ 594360 h 666205"/>
              <a:gd name="csX70" fmla="*/ 752243 w 856746"/>
              <a:gd name="csY70" fmla="*/ 607422 h 666205"/>
              <a:gd name="csX71" fmla="*/ 706523 w 856746"/>
              <a:gd name="csY71" fmla="*/ 620485 h 666205"/>
              <a:gd name="csX72" fmla="*/ 667334 w 856746"/>
              <a:gd name="csY72" fmla="*/ 640080 h 666205"/>
              <a:gd name="csX73" fmla="*/ 647740 w 856746"/>
              <a:gd name="csY73" fmla="*/ 653142 h 666205"/>
              <a:gd name="csX74" fmla="*/ 588957 w 856746"/>
              <a:gd name="csY74" fmla="*/ 666205 h 666205"/>
              <a:gd name="csX75" fmla="*/ 314637 w 856746"/>
              <a:gd name="csY75" fmla="*/ 653142 h 666205"/>
              <a:gd name="csX76" fmla="*/ 288512 w 856746"/>
              <a:gd name="csY76" fmla="*/ 646611 h 666205"/>
              <a:gd name="csX77" fmla="*/ 249323 w 856746"/>
              <a:gd name="csY77" fmla="*/ 633548 h 666205"/>
              <a:gd name="csX78" fmla="*/ 203603 w 856746"/>
              <a:gd name="csY78" fmla="*/ 627017 h 666205"/>
              <a:gd name="csX79" fmla="*/ 92569 w 856746"/>
              <a:gd name="csY79" fmla="*/ 555171 h 666205"/>
              <a:gd name="csX80" fmla="*/ 66443 w 856746"/>
              <a:gd name="csY80" fmla="*/ 522514 h 666205"/>
              <a:gd name="csX81" fmla="*/ 40317 w 856746"/>
              <a:gd name="csY81" fmla="*/ 483325 h 666205"/>
              <a:gd name="csX82" fmla="*/ 33786 w 856746"/>
              <a:gd name="csY82" fmla="*/ 457200 h 666205"/>
              <a:gd name="csX83" fmla="*/ 14192 w 856746"/>
              <a:gd name="csY83" fmla="*/ 418011 h 666205"/>
              <a:gd name="csX84" fmla="*/ 1129 w 856746"/>
              <a:gd name="csY84" fmla="*/ 365760 h 666205"/>
              <a:gd name="csX85" fmla="*/ 7660 w 856746"/>
              <a:gd name="csY85" fmla="*/ 195942 h 666205"/>
              <a:gd name="csX86" fmla="*/ 46849 w 856746"/>
              <a:gd name="csY86" fmla="*/ 182880 h 666205"/>
              <a:gd name="csX87" fmla="*/ 92569 w 856746"/>
              <a:gd name="csY87" fmla="*/ 156754 h 666205"/>
              <a:gd name="csX88" fmla="*/ 151352 w 856746"/>
              <a:gd name="csY88" fmla="*/ 124097 h 666205"/>
              <a:gd name="csX89" fmla="*/ 216666 w 856746"/>
              <a:gd name="csY89" fmla="*/ 65314 h 666205"/>
              <a:gd name="csX90" fmla="*/ 236260 w 856746"/>
              <a:gd name="csY90" fmla="*/ 52251 h 666205"/>
              <a:gd name="csX91" fmla="*/ 255854 w 856746"/>
              <a:gd name="csY91" fmla="*/ 45720 h 666205"/>
              <a:gd name="csX92" fmla="*/ 275449 w 856746"/>
              <a:gd name="csY92" fmla="*/ 32657 h 666205"/>
              <a:gd name="csX93" fmla="*/ 327700 w 856746"/>
              <a:gd name="csY93" fmla="*/ 19594 h 666205"/>
              <a:gd name="csX94" fmla="*/ 373420 w 856746"/>
              <a:gd name="csY94" fmla="*/ 6531 h 666205"/>
              <a:gd name="csX95" fmla="*/ 523643 w 856746"/>
              <a:gd name="csY95" fmla="*/ 13062 h 666205"/>
              <a:gd name="csX96" fmla="*/ 582426 w 856746"/>
              <a:gd name="csY96" fmla="*/ 58782 h 666205"/>
              <a:gd name="csX97" fmla="*/ 608552 w 856746"/>
              <a:gd name="csY97" fmla="*/ 78377 h 666205"/>
              <a:gd name="csX98" fmla="*/ 647740 w 856746"/>
              <a:gd name="csY98" fmla="*/ 130628 h 666205"/>
              <a:gd name="csX99" fmla="*/ 673866 w 856746"/>
              <a:gd name="csY99" fmla="*/ 176348 h 666205"/>
              <a:gd name="csX100" fmla="*/ 693460 w 856746"/>
              <a:gd name="csY100" fmla="*/ 222068 h 666205"/>
              <a:gd name="csX101" fmla="*/ 706523 w 856746"/>
              <a:gd name="csY101" fmla="*/ 267788 h 666205"/>
              <a:gd name="csX102" fmla="*/ 719586 w 856746"/>
              <a:gd name="csY102" fmla="*/ 372291 h 666205"/>
              <a:gd name="csX103" fmla="*/ 686929 w 856746"/>
              <a:gd name="csY103" fmla="*/ 568234 h 666205"/>
              <a:gd name="csX104" fmla="*/ 615083 w 856746"/>
              <a:gd name="csY104" fmla="*/ 620485 h 666205"/>
              <a:gd name="csX105" fmla="*/ 575894 w 856746"/>
              <a:gd name="csY105" fmla="*/ 633548 h 666205"/>
              <a:gd name="csX106" fmla="*/ 556300 w 856746"/>
              <a:gd name="csY106" fmla="*/ 640080 h 666205"/>
              <a:gd name="csX107" fmla="*/ 451797 w 856746"/>
              <a:gd name="csY107" fmla="*/ 633548 h 666205"/>
              <a:gd name="csX108" fmla="*/ 419140 w 856746"/>
              <a:gd name="csY108" fmla="*/ 627017 h 666205"/>
              <a:gd name="csX109" fmla="*/ 399546 w 856746"/>
              <a:gd name="csY109" fmla="*/ 613954 h 666205"/>
              <a:gd name="csX110" fmla="*/ 379952 w 856746"/>
              <a:gd name="csY110" fmla="*/ 607422 h 666205"/>
              <a:gd name="csX111" fmla="*/ 327700 w 856746"/>
              <a:gd name="csY111" fmla="*/ 587828 h 666205"/>
              <a:gd name="csX112" fmla="*/ 308106 w 856746"/>
              <a:gd name="csY112" fmla="*/ 574765 h 666205"/>
              <a:gd name="csX113" fmla="*/ 255854 w 856746"/>
              <a:gd name="csY113" fmla="*/ 548640 h 666205"/>
              <a:gd name="csX114" fmla="*/ 236260 w 856746"/>
              <a:gd name="csY114" fmla="*/ 535577 h 666205"/>
              <a:gd name="csX115" fmla="*/ 216666 w 856746"/>
              <a:gd name="csY115" fmla="*/ 529045 h 666205"/>
              <a:gd name="csX116" fmla="*/ 177477 w 856746"/>
              <a:gd name="csY116" fmla="*/ 502920 h 666205"/>
              <a:gd name="csX117" fmla="*/ 157883 w 856746"/>
              <a:gd name="csY117" fmla="*/ 476794 h 666205"/>
              <a:gd name="csX118" fmla="*/ 151352 w 856746"/>
              <a:gd name="csY118" fmla="*/ 457200 h 666205"/>
              <a:gd name="csX119" fmla="*/ 138289 w 856746"/>
              <a:gd name="csY119" fmla="*/ 424542 h 666205"/>
              <a:gd name="csX120" fmla="*/ 131757 w 856746"/>
              <a:gd name="csY120" fmla="*/ 372291 h 666205"/>
              <a:gd name="csX121" fmla="*/ 118694 w 856746"/>
              <a:gd name="csY121" fmla="*/ 280851 h 666205"/>
              <a:gd name="csX122" fmla="*/ 118694 w 856746"/>
              <a:gd name="csY122" fmla="*/ 137160 h 666205"/>
              <a:gd name="csX123" fmla="*/ 144820 w 856746"/>
              <a:gd name="csY123" fmla="*/ 111034 h 666205"/>
              <a:gd name="csX124" fmla="*/ 184009 w 856746"/>
              <a:gd name="csY124" fmla="*/ 91440 h 666205"/>
              <a:gd name="csX125" fmla="*/ 223197 w 856746"/>
              <a:gd name="csY125" fmla="*/ 71845 h 666205"/>
              <a:gd name="csX126" fmla="*/ 268917 w 856746"/>
              <a:gd name="csY126" fmla="*/ 39188 h 666205"/>
              <a:gd name="csX127" fmla="*/ 314637 w 856746"/>
              <a:gd name="csY127" fmla="*/ 19594 h 666205"/>
              <a:gd name="csX128" fmla="*/ 340763 w 856746"/>
              <a:gd name="csY128" fmla="*/ 0 h 6662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</a:cxnLst>
            <a:rect l="l" t="t" r="r" b="b"/>
            <a:pathLst>
              <a:path w="856746" h="666205">
                <a:moveTo>
                  <a:pt x="321169" y="150222"/>
                </a:moveTo>
                <a:cubicBezTo>
                  <a:pt x="338586" y="152399"/>
                  <a:pt x="355867" y="156754"/>
                  <a:pt x="373420" y="156754"/>
                </a:cubicBezTo>
                <a:cubicBezTo>
                  <a:pt x="380305" y="156754"/>
                  <a:pt x="386198" y="151196"/>
                  <a:pt x="393014" y="150222"/>
                </a:cubicBezTo>
                <a:cubicBezTo>
                  <a:pt x="416820" y="146821"/>
                  <a:pt x="440911" y="145868"/>
                  <a:pt x="464860" y="143691"/>
                </a:cubicBezTo>
                <a:cubicBezTo>
                  <a:pt x="501871" y="145868"/>
                  <a:pt x="539003" y="146533"/>
                  <a:pt x="575894" y="150222"/>
                </a:cubicBezTo>
                <a:cubicBezTo>
                  <a:pt x="594038" y="152036"/>
                  <a:pt x="599905" y="161144"/>
                  <a:pt x="615083" y="169817"/>
                </a:cubicBezTo>
                <a:cubicBezTo>
                  <a:pt x="676611" y="204976"/>
                  <a:pt x="608577" y="158952"/>
                  <a:pt x="660803" y="202474"/>
                </a:cubicBezTo>
                <a:cubicBezTo>
                  <a:pt x="666833" y="207499"/>
                  <a:pt x="674367" y="210512"/>
                  <a:pt x="680397" y="215537"/>
                </a:cubicBezTo>
                <a:cubicBezTo>
                  <a:pt x="691257" y="224587"/>
                  <a:pt x="707009" y="241123"/>
                  <a:pt x="713054" y="254725"/>
                </a:cubicBezTo>
                <a:cubicBezTo>
                  <a:pt x="718646" y="267308"/>
                  <a:pt x="721763" y="280851"/>
                  <a:pt x="726117" y="293914"/>
                </a:cubicBezTo>
                <a:cubicBezTo>
                  <a:pt x="728294" y="300445"/>
                  <a:pt x="729570" y="307350"/>
                  <a:pt x="732649" y="313508"/>
                </a:cubicBezTo>
                <a:lnTo>
                  <a:pt x="745712" y="339634"/>
                </a:lnTo>
                <a:cubicBezTo>
                  <a:pt x="753424" y="378198"/>
                  <a:pt x="767716" y="411984"/>
                  <a:pt x="752243" y="450668"/>
                </a:cubicBezTo>
                <a:cubicBezTo>
                  <a:pt x="746662" y="464620"/>
                  <a:pt x="697647" y="493597"/>
                  <a:pt x="693460" y="496388"/>
                </a:cubicBezTo>
                <a:lnTo>
                  <a:pt x="673866" y="509451"/>
                </a:lnTo>
                <a:cubicBezTo>
                  <a:pt x="634264" y="535853"/>
                  <a:pt x="662090" y="521803"/>
                  <a:pt x="582426" y="529045"/>
                </a:cubicBezTo>
                <a:cubicBezTo>
                  <a:pt x="510580" y="526868"/>
                  <a:pt x="438519" y="528483"/>
                  <a:pt x="366889" y="522514"/>
                </a:cubicBezTo>
                <a:cubicBezTo>
                  <a:pt x="359066" y="521862"/>
                  <a:pt x="354110" y="513346"/>
                  <a:pt x="347294" y="509451"/>
                </a:cubicBezTo>
                <a:cubicBezTo>
                  <a:pt x="326971" y="497838"/>
                  <a:pt x="318931" y="497789"/>
                  <a:pt x="301574" y="483325"/>
                </a:cubicBezTo>
                <a:cubicBezTo>
                  <a:pt x="287633" y="471708"/>
                  <a:pt x="271788" y="452648"/>
                  <a:pt x="262386" y="437605"/>
                </a:cubicBezTo>
                <a:cubicBezTo>
                  <a:pt x="257226" y="429349"/>
                  <a:pt x="253677" y="420188"/>
                  <a:pt x="249323" y="411480"/>
                </a:cubicBezTo>
                <a:cubicBezTo>
                  <a:pt x="237197" y="362973"/>
                  <a:pt x="235971" y="369578"/>
                  <a:pt x="249323" y="293914"/>
                </a:cubicBezTo>
                <a:cubicBezTo>
                  <a:pt x="250687" y="286184"/>
                  <a:pt x="258491" y="281135"/>
                  <a:pt x="262386" y="274320"/>
                </a:cubicBezTo>
                <a:cubicBezTo>
                  <a:pt x="267217" y="265866"/>
                  <a:pt x="270440" y="256543"/>
                  <a:pt x="275449" y="248194"/>
                </a:cubicBezTo>
                <a:cubicBezTo>
                  <a:pt x="283526" y="234732"/>
                  <a:pt x="292154" y="221564"/>
                  <a:pt x="301574" y="209005"/>
                </a:cubicBezTo>
                <a:cubicBezTo>
                  <a:pt x="317058" y="188361"/>
                  <a:pt x="321663" y="179656"/>
                  <a:pt x="340763" y="163285"/>
                </a:cubicBezTo>
                <a:cubicBezTo>
                  <a:pt x="349028" y="156201"/>
                  <a:pt x="358697" y="150859"/>
                  <a:pt x="366889" y="143691"/>
                </a:cubicBezTo>
                <a:cubicBezTo>
                  <a:pt x="376157" y="135581"/>
                  <a:pt x="383553" y="125449"/>
                  <a:pt x="393014" y="117565"/>
                </a:cubicBezTo>
                <a:cubicBezTo>
                  <a:pt x="409060" y="104194"/>
                  <a:pt x="445469" y="73955"/>
                  <a:pt x="471392" y="65314"/>
                </a:cubicBezTo>
                <a:cubicBezTo>
                  <a:pt x="488424" y="59637"/>
                  <a:pt x="523643" y="52251"/>
                  <a:pt x="523643" y="52251"/>
                </a:cubicBezTo>
                <a:cubicBezTo>
                  <a:pt x="549769" y="54428"/>
                  <a:pt x="576760" y="51765"/>
                  <a:pt x="602020" y="58782"/>
                </a:cubicBezTo>
                <a:cubicBezTo>
                  <a:pt x="617147" y="62984"/>
                  <a:pt x="626315" y="79943"/>
                  <a:pt x="641209" y="84908"/>
                </a:cubicBezTo>
                <a:lnTo>
                  <a:pt x="660803" y="91440"/>
                </a:lnTo>
                <a:cubicBezTo>
                  <a:pt x="673866" y="104503"/>
                  <a:pt x="689745" y="115257"/>
                  <a:pt x="699992" y="130628"/>
                </a:cubicBezTo>
                <a:lnTo>
                  <a:pt x="726117" y="169817"/>
                </a:lnTo>
                <a:cubicBezTo>
                  <a:pt x="730471" y="176348"/>
                  <a:pt x="735669" y="182390"/>
                  <a:pt x="739180" y="189411"/>
                </a:cubicBezTo>
                <a:lnTo>
                  <a:pt x="752243" y="215537"/>
                </a:lnTo>
                <a:cubicBezTo>
                  <a:pt x="778772" y="321651"/>
                  <a:pt x="774583" y="284560"/>
                  <a:pt x="758774" y="463731"/>
                </a:cubicBezTo>
                <a:cubicBezTo>
                  <a:pt x="756942" y="484494"/>
                  <a:pt x="715615" y="524499"/>
                  <a:pt x="706523" y="529045"/>
                </a:cubicBezTo>
                <a:cubicBezTo>
                  <a:pt x="599628" y="582494"/>
                  <a:pt x="708739" y="532660"/>
                  <a:pt x="602020" y="568234"/>
                </a:cubicBezTo>
                <a:cubicBezTo>
                  <a:pt x="508869" y="599285"/>
                  <a:pt x="605819" y="568081"/>
                  <a:pt x="536706" y="587828"/>
                </a:cubicBezTo>
                <a:cubicBezTo>
                  <a:pt x="530086" y="589719"/>
                  <a:pt x="523886" y="593128"/>
                  <a:pt x="517112" y="594360"/>
                </a:cubicBezTo>
                <a:cubicBezTo>
                  <a:pt x="499842" y="597500"/>
                  <a:pt x="482277" y="598714"/>
                  <a:pt x="464860" y="600891"/>
                </a:cubicBezTo>
                <a:cubicBezTo>
                  <a:pt x="395191" y="598714"/>
                  <a:pt x="325130" y="602057"/>
                  <a:pt x="255854" y="594360"/>
                </a:cubicBezTo>
                <a:cubicBezTo>
                  <a:pt x="245035" y="593158"/>
                  <a:pt x="236813" y="583030"/>
                  <a:pt x="229729" y="574765"/>
                </a:cubicBezTo>
                <a:cubicBezTo>
                  <a:pt x="213421" y="555739"/>
                  <a:pt x="219862" y="548502"/>
                  <a:pt x="210134" y="529045"/>
                </a:cubicBezTo>
                <a:cubicBezTo>
                  <a:pt x="206624" y="522024"/>
                  <a:pt x="201426" y="515982"/>
                  <a:pt x="197072" y="509451"/>
                </a:cubicBezTo>
                <a:cubicBezTo>
                  <a:pt x="192384" y="490701"/>
                  <a:pt x="185427" y="460038"/>
                  <a:pt x="177477" y="444137"/>
                </a:cubicBezTo>
                <a:cubicBezTo>
                  <a:pt x="173123" y="435428"/>
                  <a:pt x="168030" y="427051"/>
                  <a:pt x="164414" y="418011"/>
                </a:cubicBezTo>
                <a:cubicBezTo>
                  <a:pt x="148901" y="379226"/>
                  <a:pt x="154440" y="386365"/>
                  <a:pt x="144820" y="352697"/>
                </a:cubicBezTo>
                <a:cubicBezTo>
                  <a:pt x="126080" y="287107"/>
                  <a:pt x="152176" y="388645"/>
                  <a:pt x="131757" y="306977"/>
                </a:cubicBezTo>
                <a:cubicBezTo>
                  <a:pt x="133630" y="288253"/>
                  <a:pt x="133052" y="245604"/>
                  <a:pt x="144820" y="222068"/>
                </a:cubicBezTo>
                <a:cubicBezTo>
                  <a:pt x="150849" y="210009"/>
                  <a:pt x="179204" y="174622"/>
                  <a:pt x="184009" y="169817"/>
                </a:cubicBezTo>
                <a:cubicBezTo>
                  <a:pt x="189560" y="164266"/>
                  <a:pt x="197255" y="161371"/>
                  <a:pt x="203603" y="156754"/>
                </a:cubicBezTo>
                <a:cubicBezTo>
                  <a:pt x="221210" y="143949"/>
                  <a:pt x="238437" y="130628"/>
                  <a:pt x="255854" y="117565"/>
                </a:cubicBezTo>
                <a:cubicBezTo>
                  <a:pt x="264563" y="111034"/>
                  <a:pt x="274283" y="105668"/>
                  <a:pt x="281980" y="97971"/>
                </a:cubicBezTo>
                <a:cubicBezTo>
                  <a:pt x="288511" y="91440"/>
                  <a:pt x="293980" y="83635"/>
                  <a:pt x="301574" y="78377"/>
                </a:cubicBezTo>
                <a:cubicBezTo>
                  <a:pt x="359349" y="38379"/>
                  <a:pt x="347644" y="43999"/>
                  <a:pt x="393014" y="32657"/>
                </a:cubicBezTo>
                <a:cubicBezTo>
                  <a:pt x="440911" y="34834"/>
                  <a:pt x="489032" y="34080"/>
                  <a:pt x="536706" y="39188"/>
                </a:cubicBezTo>
                <a:cubicBezTo>
                  <a:pt x="550397" y="40655"/>
                  <a:pt x="562831" y="47897"/>
                  <a:pt x="575894" y="52251"/>
                </a:cubicBezTo>
                <a:lnTo>
                  <a:pt x="595489" y="58782"/>
                </a:lnTo>
                <a:cubicBezTo>
                  <a:pt x="633551" y="71469"/>
                  <a:pt x="608942" y="62244"/>
                  <a:pt x="667334" y="91440"/>
                </a:cubicBezTo>
                <a:cubicBezTo>
                  <a:pt x="691404" y="103475"/>
                  <a:pt x="698856" y="105251"/>
                  <a:pt x="719586" y="124097"/>
                </a:cubicBezTo>
                <a:cubicBezTo>
                  <a:pt x="735534" y="138595"/>
                  <a:pt x="753351" y="151884"/>
                  <a:pt x="765306" y="169817"/>
                </a:cubicBezTo>
                <a:cubicBezTo>
                  <a:pt x="780858" y="193144"/>
                  <a:pt x="810925" y="234733"/>
                  <a:pt x="817557" y="261257"/>
                </a:cubicBezTo>
                <a:cubicBezTo>
                  <a:pt x="826451" y="296828"/>
                  <a:pt x="820075" y="279353"/>
                  <a:pt x="837152" y="313508"/>
                </a:cubicBezTo>
                <a:cubicBezTo>
                  <a:pt x="853426" y="378608"/>
                  <a:pt x="847262" y="348051"/>
                  <a:pt x="856746" y="404948"/>
                </a:cubicBezTo>
                <a:cubicBezTo>
                  <a:pt x="854569" y="441959"/>
                  <a:pt x="853903" y="479091"/>
                  <a:pt x="850214" y="515982"/>
                </a:cubicBezTo>
                <a:cubicBezTo>
                  <a:pt x="848553" y="532590"/>
                  <a:pt x="834672" y="551119"/>
                  <a:pt x="824089" y="561702"/>
                </a:cubicBezTo>
                <a:cubicBezTo>
                  <a:pt x="779121" y="606670"/>
                  <a:pt x="808082" y="576238"/>
                  <a:pt x="771837" y="594360"/>
                </a:cubicBezTo>
                <a:cubicBezTo>
                  <a:pt x="764816" y="597870"/>
                  <a:pt x="759264" y="603912"/>
                  <a:pt x="752243" y="607422"/>
                </a:cubicBezTo>
                <a:cubicBezTo>
                  <a:pt x="742868" y="612110"/>
                  <a:pt x="714901" y="618391"/>
                  <a:pt x="706523" y="620485"/>
                </a:cubicBezTo>
                <a:cubicBezTo>
                  <a:pt x="650380" y="657914"/>
                  <a:pt x="721408" y="613044"/>
                  <a:pt x="667334" y="640080"/>
                </a:cubicBezTo>
                <a:cubicBezTo>
                  <a:pt x="660313" y="643590"/>
                  <a:pt x="654761" y="649632"/>
                  <a:pt x="647740" y="653142"/>
                </a:cubicBezTo>
                <a:cubicBezTo>
                  <a:pt x="631657" y="661183"/>
                  <a:pt x="604016" y="663695"/>
                  <a:pt x="588957" y="666205"/>
                </a:cubicBezTo>
                <a:cubicBezTo>
                  <a:pt x="517913" y="664052"/>
                  <a:pt x="399822" y="666248"/>
                  <a:pt x="314637" y="653142"/>
                </a:cubicBezTo>
                <a:cubicBezTo>
                  <a:pt x="305765" y="651777"/>
                  <a:pt x="297110" y="649190"/>
                  <a:pt x="288512" y="646611"/>
                </a:cubicBezTo>
                <a:cubicBezTo>
                  <a:pt x="275323" y="642654"/>
                  <a:pt x="262954" y="635495"/>
                  <a:pt x="249323" y="633548"/>
                </a:cubicBezTo>
                <a:lnTo>
                  <a:pt x="203603" y="627017"/>
                </a:lnTo>
                <a:cubicBezTo>
                  <a:pt x="138213" y="600860"/>
                  <a:pt x="136547" y="610142"/>
                  <a:pt x="92569" y="555171"/>
                </a:cubicBezTo>
                <a:cubicBezTo>
                  <a:pt x="83860" y="544285"/>
                  <a:pt x="74642" y="533788"/>
                  <a:pt x="66443" y="522514"/>
                </a:cubicBezTo>
                <a:cubicBezTo>
                  <a:pt x="57209" y="509817"/>
                  <a:pt x="40317" y="483325"/>
                  <a:pt x="40317" y="483325"/>
                </a:cubicBezTo>
                <a:cubicBezTo>
                  <a:pt x="38140" y="474617"/>
                  <a:pt x="37322" y="465451"/>
                  <a:pt x="33786" y="457200"/>
                </a:cubicBezTo>
                <a:cubicBezTo>
                  <a:pt x="11491" y="405177"/>
                  <a:pt x="27953" y="468469"/>
                  <a:pt x="14192" y="418011"/>
                </a:cubicBezTo>
                <a:cubicBezTo>
                  <a:pt x="9468" y="400691"/>
                  <a:pt x="1129" y="365760"/>
                  <a:pt x="1129" y="365760"/>
                </a:cubicBezTo>
                <a:cubicBezTo>
                  <a:pt x="3306" y="309154"/>
                  <a:pt x="-6079" y="250898"/>
                  <a:pt x="7660" y="195942"/>
                </a:cubicBezTo>
                <a:cubicBezTo>
                  <a:pt x="11000" y="182584"/>
                  <a:pt x="46849" y="182880"/>
                  <a:pt x="46849" y="182880"/>
                </a:cubicBezTo>
                <a:cubicBezTo>
                  <a:pt x="114629" y="137693"/>
                  <a:pt x="9703" y="206475"/>
                  <a:pt x="92569" y="156754"/>
                </a:cubicBezTo>
                <a:cubicBezTo>
                  <a:pt x="148714" y="123066"/>
                  <a:pt x="111939" y="137233"/>
                  <a:pt x="151352" y="124097"/>
                </a:cubicBezTo>
                <a:cubicBezTo>
                  <a:pt x="189565" y="85883"/>
                  <a:pt x="180871" y="90882"/>
                  <a:pt x="216666" y="65314"/>
                </a:cubicBezTo>
                <a:cubicBezTo>
                  <a:pt x="223054" y="60751"/>
                  <a:pt x="229239" y="55762"/>
                  <a:pt x="236260" y="52251"/>
                </a:cubicBezTo>
                <a:cubicBezTo>
                  <a:pt x="242418" y="49172"/>
                  <a:pt x="249323" y="47897"/>
                  <a:pt x="255854" y="45720"/>
                </a:cubicBezTo>
                <a:cubicBezTo>
                  <a:pt x="262386" y="41366"/>
                  <a:pt x="268072" y="35340"/>
                  <a:pt x="275449" y="32657"/>
                </a:cubicBezTo>
                <a:cubicBezTo>
                  <a:pt x="292321" y="26522"/>
                  <a:pt x="310283" y="23948"/>
                  <a:pt x="327700" y="19594"/>
                </a:cubicBezTo>
                <a:cubicBezTo>
                  <a:pt x="360501" y="11393"/>
                  <a:pt x="345313" y="15900"/>
                  <a:pt x="373420" y="6531"/>
                </a:cubicBezTo>
                <a:cubicBezTo>
                  <a:pt x="423494" y="8708"/>
                  <a:pt x="474250" y="4546"/>
                  <a:pt x="523643" y="13062"/>
                </a:cubicBezTo>
                <a:cubicBezTo>
                  <a:pt x="547567" y="17187"/>
                  <a:pt x="565233" y="44045"/>
                  <a:pt x="582426" y="58782"/>
                </a:cubicBezTo>
                <a:cubicBezTo>
                  <a:pt x="590691" y="65867"/>
                  <a:pt x="600855" y="70679"/>
                  <a:pt x="608552" y="78377"/>
                </a:cubicBezTo>
                <a:cubicBezTo>
                  <a:pt x="616925" y="86750"/>
                  <a:pt x="639702" y="116561"/>
                  <a:pt x="647740" y="130628"/>
                </a:cubicBezTo>
                <a:cubicBezTo>
                  <a:pt x="680887" y="188635"/>
                  <a:pt x="642040" y="128611"/>
                  <a:pt x="673866" y="176348"/>
                </a:cubicBezTo>
                <a:cubicBezTo>
                  <a:pt x="689179" y="222290"/>
                  <a:pt x="669252" y="165585"/>
                  <a:pt x="693460" y="222068"/>
                </a:cubicBezTo>
                <a:cubicBezTo>
                  <a:pt x="697520" y="231540"/>
                  <a:pt x="705247" y="259283"/>
                  <a:pt x="706523" y="267788"/>
                </a:cubicBezTo>
                <a:cubicBezTo>
                  <a:pt x="711730" y="302505"/>
                  <a:pt x="719586" y="372291"/>
                  <a:pt x="719586" y="372291"/>
                </a:cubicBezTo>
                <a:cubicBezTo>
                  <a:pt x="713462" y="451903"/>
                  <a:pt x="739096" y="516066"/>
                  <a:pt x="686929" y="568234"/>
                </a:cubicBezTo>
                <a:cubicBezTo>
                  <a:pt x="678034" y="577129"/>
                  <a:pt x="625305" y="617078"/>
                  <a:pt x="615083" y="620485"/>
                </a:cubicBezTo>
                <a:lnTo>
                  <a:pt x="575894" y="633548"/>
                </a:lnTo>
                <a:lnTo>
                  <a:pt x="556300" y="640080"/>
                </a:lnTo>
                <a:cubicBezTo>
                  <a:pt x="521466" y="637903"/>
                  <a:pt x="486542" y="636857"/>
                  <a:pt x="451797" y="633548"/>
                </a:cubicBezTo>
                <a:cubicBezTo>
                  <a:pt x="440746" y="632495"/>
                  <a:pt x="429534" y="630915"/>
                  <a:pt x="419140" y="627017"/>
                </a:cubicBezTo>
                <a:cubicBezTo>
                  <a:pt x="411790" y="624261"/>
                  <a:pt x="406567" y="617465"/>
                  <a:pt x="399546" y="613954"/>
                </a:cubicBezTo>
                <a:cubicBezTo>
                  <a:pt x="393388" y="610875"/>
                  <a:pt x="386280" y="610134"/>
                  <a:pt x="379952" y="607422"/>
                </a:cubicBezTo>
                <a:cubicBezTo>
                  <a:pt x="332139" y="586931"/>
                  <a:pt x="375864" y="599870"/>
                  <a:pt x="327700" y="587828"/>
                </a:cubicBezTo>
                <a:cubicBezTo>
                  <a:pt x="321169" y="583474"/>
                  <a:pt x="314997" y="578524"/>
                  <a:pt x="308106" y="574765"/>
                </a:cubicBezTo>
                <a:cubicBezTo>
                  <a:pt x="291011" y="565440"/>
                  <a:pt x="272056" y="559442"/>
                  <a:pt x="255854" y="548640"/>
                </a:cubicBezTo>
                <a:cubicBezTo>
                  <a:pt x="249323" y="544286"/>
                  <a:pt x="243281" y="539088"/>
                  <a:pt x="236260" y="535577"/>
                </a:cubicBezTo>
                <a:cubicBezTo>
                  <a:pt x="230102" y="532498"/>
                  <a:pt x="222684" y="532388"/>
                  <a:pt x="216666" y="529045"/>
                </a:cubicBezTo>
                <a:cubicBezTo>
                  <a:pt x="202942" y="521421"/>
                  <a:pt x="177477" y="502920"/>
                  <a:pt x="177477" y="502920"/>
                </a:cubicBezTo>
                <a:cubicBezTo>
                  <a:pt x="170946" y="494211"/>
                  <a:pt x="163284" y="486246"/>
                  <a:pt x="157883" y="476794"/>
                </a:cubicBezTo>
                <a:cubicBezTo>
                  <a:pt x="154467" y="470816"/>
                  <a:pt x="153769" y="463646"/>
                  <a:pt x="151352" y="457200"/>
                </a:cubicBezTo>
                <a:cubicBezTo>
                  <a:pt x="147235" y="446222"/>
                  <a:pt x="142643" y="435428"/>
                  <a:pt x="138289" y="424542"/>
                </a:cubicBezTo>
                <a:cubicBezTo>
                  <a:pt x="136112" y="407125"/>
                  <a:pt x="133595" y="389747"/>
                  <a:pt x="131757" y="372291"/>
                </a:cubicBezTo>
                <a:cubicBezTo>
                  <a:pt x="122951" y="288633"/>
                  <a:pt x="133304" y="324677"/>
                  <a:pt x="118694" y="280851"/>
                </a:cubicBezTo>
                <a:cubicBezTo>
                  <a:pt x="112381" y="230340"/>
                  <a:pt x="103936" y="190290"/>
                  <a:pt x="118694" y="137160"/>
                </a:cubicBezTo>
                <a:cubicBezTo>
                  <a:pt x="121990" y="125293"/>
                  <a:pt x="135469" y="119049"/>
                  <a:pt x="144820" y="111034"/>
                </a:cubicBezTo>
                <a:cubicBezTo>
                  <a:pt x="160935" y="97221"/>
                  <a:pt x="165042" y="97762"/>
                  <a:pt x="184009" y="91440"/>
                </a:cubicBezTo>
                <a:cubicBezTo>
                  <a:pt x="240158" y="54006"/>
                  <a:pt x="169119" y="98884"/>
                  <a:pt x="223197" y="71845"/>
                </a:cubicBezTo>
                <a:cubicBezTo>
                  <a:pt x="237022" y="64932"/>
                  <a:pt x="257073" y="46591"/>
                  <a:pt x="268917" y="39188"/>
                </a:cubicBezTo>
                <a:cubicBezTo>
                  <a:pt x="287366" y="27658"/>
                  <a:pt x="295589" y="25943"/>
                  <a:pt x="314637" y="19594"/>
                </a:cubicBezTo>
                <a:lnTo>
                  <a:pt x="340763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手繪多邊形 11">
            <a:extLst>
              <a:ext uri="{FF2B5EF4-FFF2-40B4-BE49-F238E27FC236}">
                <a16:creationId xmlns:a16="http://schemas.microsoft.com/office/drawing/2014/main" id="{CF058041-BA9B-56C6-C273-9EE7FC0B7B69}"/>
              </a:ext>
            </a:extLst>
          </p:cNvPr>
          <p:cNvSpPr/>
          <p:nvPr/>
        </p:nvSpPr>
        <p:spPr>
          <a:xfrm>
            <a:off x="7563394" y="2746764"/>
            <a:ext cx="920967" cy="450669"/>
          </a:xfrm>
          <a:custGeom>
            <a:avLst/>
            <a:gdLst>
              <a:gd name="csX0" fmla="*/ 0 w 920967"/>
              <a:gd name="csY0" fmla="*/ 450669 h 450669"/>
              <a:gd name="csX1" fmla="*/ 19595 w 920967"/>
              <a:gd name="csY1" fmla="*/ 391886 h 450669"/>
              <a:gd name="csX2" fmla="*/ 32657 w 920967"/>
              <a:gd name="csY2" fmla="*/ 372292 h 450669"/>
              <a:gd name="csX3" fmla="*/ 52252 w 920967"/>
              <a:gd name="csY3" fmla="*/ 333103 h 450669"/>
              <a:gd name="csX4" fmla="*/ 71846 w 920967"/>
              <a:gd name="csY4" fmla="*/ 267789 h 450669"/>
              <a:gd name="csX5" fmla="*/ 84909 w 920967"/>
              <a:gd name="csY5" fmla="*/ 241663 h 450669"/>
              <a:gd name="csX6" fmla="*/ 91440 w 920967"/>
              <a:gd name="csY6" fmla="*/ 215537 h 450669"/>
              <a:gd name="csX7" fmla="*/ 97972 w 920967"/>
              <a:gd name="csY7" fmla="*/ 195943 h 450669"/>
              <a:gd name="csX8" fmla="*/ 111035 w 920967"/>
              <a:gd name="csY8" fmla="*/ 215537 h 450669"/>
              <a:gd name="csX9" fmla="*/ 104503 w 920967"/>
              <a:gd name="csY9" fmla="*/ 293914 h 450669"/>
              <a:gd name="csX10" fmla="*/ 280852 w 920967"/>
              <a:gd name="csY10" fmla="*/ 287383 h 450669"/>
              <a:gd name="csX11" fmla="*/ 346166 w 920967"/>
              <a:gd name="csY11" fmla="*/ 261257 h 450669"/>
              <a:gd name="csX12" fmla="*/ 365760 w 920967"/>
              <a:gd name="csY12" fmla="*/ 248194 h 450669"/>
              <a:gd name="csX13" fmla="*/ 404949 w 920967"/>
              <a:gd name="csY13" fmla="*/ 222069 h 450669"/>
              <a:gd name="csX14" fmla="*/ 424543 w 920967"/>
              <a:gd name="csY14" fmla="*/ 209006 h 450669"/>
              <a:gd name="csX15" fmla="*/ 444137 w 920967"/>
              <a:gd name="csY15" fmla="*/ 202474 h 450669"/>
              <a:gd name="csX16" fmla="*/ 483326 w 920967"/>
              <a:gd name="csY16" fmla="*/ 176349 h 450669"/>
              <a:gd name="csX17" fmla="*/ 522515 w 920967"/>
              <a:gd name="csY17" fmla="*/ 143692 h 450669"/>
              <a:gd name="csX18" fmla="*/ 542109 w 920967"/>
              <a:gd name="csY18" fmla="*/ 130629 h 450669"/>
              <a:gd name="csX19" fmla="*/ 561703 w 920967"/>
              <a:gd name="csY19" fmla="*/ 111034 h 450669"/>
              <a:gd name="csX20" fmla="*/ 581297 w 920967"/>
              <a:gd name="csY20" fmla="*/ 97972 h 450669"/>
              <a:gd name="csX21" fmla="*/ 620486 w 920967"/>
              <a:gd name="csY21" fmla="*/ 65314 h 450669"/>
              <a:gd name="csX22" fmla="*/ 653143 w 920967"/>
              <a:gd name="csY22" fmla="*/ 39189 h 450669"/>
              <a:gd name="csX23" fmla="*/ 666206 w 920967"/>
              <a:gd name="csY23" fmla="*/ 19594 h 450669"/>
              <a:gd name="csX24" fmla="*/ 640080 w 920967"/>
              <a:gd name="csY24" fmla="*/ 13063 h 450669"/>
              <a:gd name="csX25" fmla="*/ 894806 w 920967"/>
              <a:gd name="csY25" fmla="*/ 13063 h 450669"/>
              <a:gd name="csX26" fmla="*/ 920932 w 920967"/>
              <a:gd name="csY26" fmla="*/ 0 h 45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920967" h="450669">
                <a:moveTo>
                  <a:pt x="0" y="450669"/>
                </a:moveTo>
                <a:cubicBezTo>
                  <a:pt x="6532" y="431075"/>
                  <a:pt x="11651" y="410952"/>
                  <a:pt x="19595" y="391886"/>
                </a:cubicBezTo>
                <a:cubicBezTo>
                  <a:pt x="22614" y="384640"/>
                  <a:pt x="29147" y="379313"/>
                  <a:pt x="32657" y="372292"/>
                </a:cubicBezTo>
                <a:cubicBezTo>
                  <a:pt x="59693" y="318218"/>
                  <a:pt x="14823" y="389246"/>
                  <a:pt x="52252" y="333103"/>
                </a:cubicBezTo>
                <a:cubicBezTo>
                  <a:pt x="56940" y="314349"/>
                  <a:pt x="63893" y="283694"/>
                  <a:pt x="71846" y="267789"/>
                </a:cubicBezTo>
                <a:lnTo>
                  <a:pt x="84909" y="241663"/>
                </a:lnTo>
                <a:cubicBezTo>
                  <a:pt x="87086" y="232954"/>
                  <a:pt x="88974" y="224168"/>
                  <a:pt x="91440" y="215537"/>
                </a:cubicBezTo>
                <a:cubicBezTo>
                  <a:pt x="93331" y="208917"/>
                  <a:pt x="91087" y="195943"/>
                  <a:pt x="97972" y="195943"/>
                </a:cubicBezTo>
                <a:cubicBezTo>
                  <a:pt x="105822" y="195943"/>
                  <a:pt x="106681" y="209006"/>
                  <a:pt x="111035" y="215537"/>
                </a:cubicBezTo>
                <a:cubicBezTo>
                  <a:pt x="93784" y="267289"/>
                  <a:pt x="95708" y="241144"/>
                  <a:pt x="104503" y="293914"/>
                </a:cubicBezTo>
                <a:cubicBezTo>
                  <a:pt x="163286" y="291737"/>
                  <a:pt x="222270" y="292709"/>
                  <a:pt x="280852" y="287383"/>
                </a:cubicBezTo>
                <a:cubicBezTo>
                  <a:pt x="296764" y="285936"/>
                  <a:pt x="330715" y="270086"/>
                  <a:pt x="346166" y="261257"/>
                </a:cubicBezTo>
                <a:cubicBezTo>
                  <a:pt x="352981" y="257362"/>
                  <a:pt x="359730" y="253219"/>
                  <a:pt x="365760" y="248194"/>
                </a:cubicBezTo>
                <a:cubicBezTo>
                  <a:pt x="398376" y="221015"/>
                  <a:pt x="370516" y="233546"/>
                  <a:pt x="404949" y="222069"/>
                </a:cubicBezTo>
                <a:cubicBezTo>
                  <a:pt x="411480" y="217715"/>
                  <a:pt x="417522" y="212517"/>
                  <a:pt x="424543" y="209006"/>
                </a:cubicBezTo>
                <a:cubicBezTo>
                  <a:pt x="430701" y="205927"/>
                  <a:pt x="438409" y="206293"/>
                  <a:pt x="444137" y="202474"/>
                </a:cubicBezTo>
                <a:cubicBezTo>
                  <a:pt x="493059" y="169860"/>
                  <a:pt x="436739" y="191877"/>
                  <a:pt x="483326" y="176349"/>
                </a:cubicBezTo>
                <a:cubicBezTo>
                  <a:pt x="531974" y="143916"/>
                  <a:pt x="472225" y="185600"/>
                  <a:pt x="522515" y="143692"/>
                </a:cubicBezTo>
                <a:cubicBezTo>
                  <a:pt x="528545" y="138667"/>
                  <a:pt x="536079" y="135654"/>
                  <a:pt x="542109" y="130629"/>
                </a:cubicBezTo>
                <a:cubicBezTo>
                  <a:pt x="549205" y="124716"/>
                  <a:pt x="554607" y="116947"/>
                  <a:pt x="561703" y="111034"/>
                </a:cubicBezTo>
                <a:cubicBezTo>
                  <a:pt x="567733" y="106009"/>
                  <a:pt x="575267" y="102997"/>
                  <a:pt x="581297" y="97972"/>
                </a:cubicBezTo>
                <a:cubicBezTo>
                  <a:pt x="631595" y="56058"/>
                  <a:pt x="571832" y="97751"/>
                  <a:pt x="620486" y="65314"/>
                </a:cubicBezTo>
                <a:cubicBezTo>
                  <a:pt x="657925" y="9157"/>
                  <a:pt x="608072" y="75246"/>
                  <a:pt x="653143" y="39189"/>
                </a:cubicBezTo>
                <a:cubicBezTo>
                  <a:pt x="659273" y="34285"/>
                  <a:pt x="661852" y="26126"/>
                  <a:pt x="666206" y="19594"/>
                </a:cubicBezTo>
                <a:lnTo>
                  <a:pt x="640080" y="13063"/>
                </a:lnTo>
                <a:cubicBezTo>
                  <a:pt x="732827" y="43976"/>
                  <a:pt x="666823" y="24461"/>
                  <a:pt x="894806" y="13063"/>
                </a:cubicBezTo>
                <a:cubicBezTo>
                  <a:pt x="923044" y="11651"/>
                  <a:pt x="920932" y="14139"/>
                  <a:pt x="920932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手繪多邊形 12">
            <a:extLst>
              <a:ext uri="{FF2B5EF4-FFF2-40B4-BE49-F238E27FC236}">
                <a16:creationId xmlns:a16="http://schemas.microsoft.com/office/drawing/2014/main" id="{096EA10E-C241-0877-E6CB-CA23FA8D9B21}"/>
              </a:ext>
            </a:extLst>
          </p:cNvPr>
          <p:cNvSpPr/>
          <p:nvPr/>
        </p:nvSpPr>
        <p:spPr>
          <a:xfrm>
            <a:off x="6172200" y="2556490"/>
            <a:ext cx="2939749" cy="1500208"/>
          </a:xfrm>
          <a:custGeom>
            <a:avLst/>
            <a:gdLst>
              <a:gd name="csX0" fmla="*/ 2774390 w 2838684"/>
              <a:gd name="csY0" fmla="*/ 0 h 1085850"/>
              <a:gd name="csX1" fmla="*/ 2724384 w 2838684"/>
              <a:gd name="csY1" fmla="*/ 42863 h 1085850"/>
              <a:gd name="csX2" fmla="*/ 2652947 w 2838684"/>
              <a:gd name="csY2" fmla="*/ 107156 h 1085850"/>
              <a:gd name="csX3" fmla="*/ 2638659 w 2838684"/>
              <a:gd name="csY3" fmla="*/ 128588 h 1085850"/>
              <a:gd name="csX4" fmla="*/ 2602940 w 2838684"/>
              <a:gd name="csY4" fmla="*/ 157163 h 1085850"/>
              <a:gd name="csX5" fmla="*/ 2581509 w 2838684"/>
              <a:gd name="csY5" fmla="*/ 185738 h 1085850"/>
              <a:gd name="csX6" fmla="*/ 2531503 w 2838684"/>
              <a:gd name="csY6" fmla="*/ 221456 h 1085850"/>
              <a:gd name="csX7" fmla="*/ 2502928 w 2838684"/>
              <a:gd name="csY7" fmla="*/ 242888 h 1085850"/>
              <a:gd name="csX8" fmla="*/ 2481497 w 2838684"/>
              <a:gd name="csY8" fmla="*/ 250031 h 1085850"/>
              <a:gd name="csX9" fmla="*/ 2452922 w 2838684"/>
              <a:gd name="csY9" fmla="*/ 264319 h 1085850"/>
              <a:gd name="csX10" fmla="*/ 2424347 w 2838684"/>
              <a:gd name="csY10" fmla="*/ 285750 h 1085850"/>
              <a:gd name="csX11" fmla="*/ 2388628 w 2838684"/>
              <a:gd name="csY11" fmla="*/ 300038 h 1085850"/>
              <a:gd name="csX12" fmla="*/ 2352909 w 2838684"/>
              <a:gd name="csY12" fmla="*/ 321469 h 1085850"/>
              <a:gd name="csX13" fmla="*/ 2331478 w 2838684"/>
              <a:gd name="csY13" fmla="*/ 335756 h 1085850"/>
              <a:gd name="csX14" fmla="*/ 2274328 w 2838684"/>
              <a:gd name="csY14" fmla="*/ 378619 h 1085850"/>
              <a:gd name="csX15" fmla="*/ 2245753 w 2838684"/>
              <a:gd name="csY15" fmla="*/ 392906 h 1085850"/>
              <a:gd name="csX16" fmla="*/ 2181459 w 2838684"/>
              <a:gd name="csY16" fmla="*/ 442913 h 1085850"/>
              <a:gd name="csX17" fmla="*/ 2081447 w 2838684"/>
              <a:gd name="csY17" fmla="*/ 507206 h 1085850"/>
              <a:gd name="csX18" fmla="*/ 2017153 w 2838684"/>
              <a:gd name="csY18" fmla="*/ 550069 h 1085850"/>
              <a:gd name="csX19" fmla="*/ 1995722 w 2838684"/>
              <a:gd name="csY19" fmla="*/ 564356 h 1085850"/>
              <a:gd name="csX20" fmla="*/ 1974290 w 2838684"/>
              <a:gd name="csY20" fmla="*/ 571500 h 1085850"/>
              <a:gd name="csX21" fmla="*/ 1917140 w 2838684"/>
              <a:gd name="csY21" fmla="*/ 607219 h 1085850"/>
              <a:gd name="csX22" fmla="*/ 1895709 w 2838684"/>
              <a:gd name="csY22" fmla="*/ 621506 h 1085850"/>
              <a:gd name="csX23" fmla="*/ 1859990 w 2838684"/>
              <a:gd name="csY23" fmla="*/ 635794 h 1085850"/>
              <a:gd name="csX24" fmla="*/ 1838559 w 2838684"/>
              <a:gd name="csY24" fmla="*/ 642938 h 1085850"/>
              <a:gd name="csX25" fmla="*/ 1817128 w 2838684"/>
              <a:gd name="csY25" fmla="*/ 657225 h 1085850"/>
              <a:gd name="csX26" fmla="*/ 1788553 w 2838684"/>
              <a:gd name="csY26" fmla="*/ 664369 h 1085850"/>
              <a:gd name="csX27" fmla="*/ 1745690 w 2838684"/>
              <a:gd name="csY27" fmla="*/ 678656 h 1085850"/>
              <a:gd name="csX28" fmla="*/ 1724259 w 2838684"/>
              <a:gd name="csY28" fmla="*/ 685800 h 1085850"/>
              <a:gd name="csX29" fmla="*/ 1681397 w 2838684"/>
              <a:gd name="csY29" fmla="*/ 692944 h 1085850"/>
              <a:gd name="csX30" fmla="*/ 1652822 w 2838684"/>
              <a:gd name="csY30" fmla="*/ 700088 h 1085850"/>
              <a:gd name="csX31" fmla="*/ 1602815 w 2838684"/>
              <a:gd name="csY31" fmla="*/ 714375 h 1085850"/>
              <a:gd name="csX32" fmla="*/ 1431365 w 2838684"/>
              <a:gd name="csY32" fmla="*/ 728663 h 1085850"/>
              <a:gd name="csX33" fmla="*/ 859865 w 2838684"/>
              <a:gd name="csY33" fmla="*/ 721519 h 1085850"/>
              <a:gd name="csX34" fmla="*/ 716990 w 2838684"/>
              <a:gd name="csY34" fmla="*/ 700088 h 1085850"/>
              <a:gd name="csX35" fmla="*/ 638409 w 2838684"/>
              <a:gd name="csY35" fmla="*/ 685800 h 1085850"/>
              <a:gd name="csX36" fmla="*/ 516965 w 2838684"/>
              <a:gd name="csY36" fmla="*/ 664369 h 1085850"/>
              <a:gd name="csX37" fmla="*/ 452672 w 2838684"/>
              <a:gd name="csY37" fmla="*/ 650081 h 1085850"/>
              <a:gd name="csX38" fmla="*/ 409809 w 2838684"/>
              <a:gd name="csY38" fmla="*/ 635794 h 1085850"/>
              <a:gd name="csX39" fmla="*/ 331228 w 2838684"/>
              <a:gd name="csY39" fmla="*/ 607219 h 1085850"/>
              <a:gd name="csX40" fmla="*/ 274078 w 2838684"/>
              <a:gd name="csY40" fmla="*/ 578644 h 1085850"/>
              <a:gd name="csX41" fmla="*/ 245503 w 2838684"/>
              <a:gd name="csY41" fmla="*/ 557213 h 1085850"/>
              <a:gd name="csX42" fmla="*/ 195497 w 2838684"/>
              <a:gd name="csY42" fmla="*/ 507206 h 1085850"/>
              <a:gd name="csX43" fmla="*/ 166922 w 2838684"/>
              <a:gd name="csY43" fmla="*/ 485775 h 1085850"/>
              <a:gd name="csX44" fmla="*/ 145490 w 2838684"/>
              <a:gd name="csY44" fmla="*/ 464344 h 1085850"/>
              <a:gd name="csX45" fmla="*/ 102628 w 2838684"/>
              <a:gd name="csY45" fmla="*/ 435769 h 1085850"/>
              <a:gd name="csX46" fmla="*/ 81197 w 2838684"/>
              <a:gd name="csY46" fmla="*/ 421481 h 1085850"/>
              <a:gd name="csX47" fmla="*/ 59765 w 2838684"/>
              <a:gd name="csY47" fmla="*/ 407194 h 1085850"/>
              <a:gd name="csX48" fmla="*/ 45478 w 2838684"/>
              <a:gd name="csY48" fmla="*/ 385763 h 1085850"/>
              <a:gd name="csX49" fmla="*/ 9759 w 2838684"/>
              <a:gd name="csY49" fmla="*/ 342900 h 1085850"/>
              <a:gd name="csX50" fmla="*/ 9759 w 2838684"/>
              <a:gd name="csY50" fmla="*/ 178594 h 1085850"/>
              <a:gd name="csX51" fmla="*/ 24047 w 2838684"/>
              <a:gd name="csY51" fmla="*/ 200025 h 1085850"/>
              <a:gd name="csX52" fmla="*/ 45478 w 2838684"/>
              <a:gd name="csY52" fmla="*/ 221456 h 1085850"/>
              <a:gd name="csX53" fmla="*/ 95484 w 2838684"/>
              <a:gd name="csY53" fmla="*/ 242888 h 1085850"/>
              <a:gd name="csX54" fmla="*/ 152634 w 2838684"/>
              <a:gd name="csY54" fmla="*/ 257175 h 1085850"/>
              <a:gd name="csX55" fmla="*/ 181209 w 2838684"/>
              <a:gd name="csY55" fmla="*/ 264319 h 1085850"/>
              <a:gd name="csX56" fmla="*/ 216928 w 2838684"/>
              <a:gd name="csY56" fmla="*/ 278606 h 1085850"/>
              <a:gd name="csX57" fmla="*/ 252647 w 2838684"/>
              <a:gd name="csY57" fmla="*/ 285750 h 1085850"/>
              <a:gd name="csX58" fmla="*/ 316940 w 2838684"/>
              <a:gd name="csY58" fmla="*/ 300038 h 1085850"/>
              <a:gd name="csX59" fmla="*/ 338372 w 2838684"/>
              <a:gd name="csY59" fmla="*/ 314325 h 1085850"/>
              <a:gd name="csX60" fmla="*/ 388378 w 2838684"/>
              <a:gd name="csY60" fmla="*/ 328613 h 1085850"/>
              <a:gd name="csX61" fmla="*/ 409809 w 2838684"/>
              <a:gd name="csY61" fmla="*/ 342900 h 1085850"/>
              <a:gd name="csX62" fmla="*/ 459815 w 2838684"/>
              <a:gd name="csY62" fmla="*/ 364331 h 1085850"/>
              <a:gd name="csX63" fmla="*/ 516965 w 2838684"/>
              <a:gd name="csY63" fmla="*/ 407194 h 1085850"/>
              <a:gd name="csX64" fmla="*/ 566972 w 2838684"/>
              <a:gd name="csY64" fmla="*/ 428625 h 1085850"/>
              <a:gd name="csX65" fmla="*/ 616978 w 2838684"/>
              <a:gd name="csY65" fmla="*/ 457200 h 1085850"/>
              <a:gd name="csX66" fmla="*/ 709847 w 2838684"/>
              <a:gd name="csY66" fmla="*/ 514350 h 1085850"/>
              <a:gd name="csX67" fmla="*/ 774140 w 2838684"/>
              <a:gd name="csY67" fmla="*/ 557213 h 1085850"/>
              <a:gd name="csX68" fmla="*/ 795572 w 2838684"/>
              <a:gd name="csY68" fmla="*/ 564356 h 1085850"/>
              <a:gd name="csX69" fmla="*/ 831290 w 2838684"/>
              <a:gd name="csY69" fmla="*/ 585788 h 1085850"/>
              <a:gd name="csX70" fmla="*/ 859865 w 2838684"/>
              <a:gd name="csY70" fmla="*/ 600075 h 1085850"/>
              <a:gd name="csX71" fmla="*/ 881297 w 2838684"/>
              <a:gd name="csY71" fmla="*/ 614363 h 1085850"/>
              <a:gd name="csX72" fmla="*/ 902728 w 2838684"/>
              <a:gd name="csY72" fmla="*/ 621506 h 1085850"/>
              <a:gd name="csX73" fmla="*/ 959878 w 2838684"/>
              <a:gd name="csY73" fmla="*/ 650081 h 1085850"/>
              <a:gd name="csX74" fmla="*/ 1045603 w 2838684"/>
              <a:gd name="csY74" fmla="*/ 692944 h 1085850"/>
              <a:gd name="csX75" fmla="*/ 1074178 w 2838684"/>
              <a:gd name="csY75" fmla="*/ 707231 h 1085850"/>
              <a:gd name="csX76" fmla="*/ 1102753 w 2838684"/>
              <a:gd name="csY76" fmla="*/ 721519 h 1085850"/>
              <a:gd name="csX77" fmla="*/ 1174190 w 2838684"/>
              <a:gd name="csY77" fmla="*/ 750094 h 1085850"/>
              <a:gd name="csX78" fmla="*/ 1209909 w 2838684"/>
              <a:gd name="csY78" fmla="*/ 771525 h 1085850"/>
              <a:gd name="csX79" fmla="*/ 1295634 w 2838684"/>
              <a:gd name="csY79" fmla="*/ 800100 h 1085850"/>
              <a:gd name="csX80" fmla="*/ 1374215 w 2838684"/>
              <a:gd name="csY80" fmla="*/ 835819 h 1085850"/>
              <a:gd name="csX81" fmla="*/ 1445653 w 2838684"/>
              <a:gd name="csY81" fmla="*/ 864394 h 1085850"/>
              <a:gd name="csX82" fmla="*/ 1495659 w 2838684"/>
              <a:gd name="csY82" fmla="*/ 878681 h 1085850"/>
              <a:gd name="csX83" fmla="*/ 1574240 w 2838684"/>
              <a:gd name="csY83" fmla="*/ 907256 h 1085850"/>
              <a:gd name="csX84" fmla="*/ 1595672 w 2838684"/>
              <a:gd name="csY84" fmla="*/ 914400 h 1085850"/>
              <a:gd name="csX85" fmla="*/ 1652822 w 2838684"/>
              <a:gd name="csY85" fmla="*/ 928688 h 1085850"/>
              <a:gd name="csX86" fmla="*/ 1688540 w 2838684"/>
              <a:gd name="csY86" fmla="*/ 942975 h 1085850"/>
              <a:gd name="csX87" fmla="*/ 1724259 w 2838684"/>
              <a:gd name="csY87" fmla="*/ 950119 h 1085850"/>
              <a:gd name="csX88" fmla="*/ 1788553 w 2838684"/>
              <a:gd name="csY88" fmla="*/ 964406 h 1085850"/>
              <a:gd name="csX89" fmla="*/ 1831415 w 2838684"/>
              <a:gd name="csY89" fmla="*/ 978694 h 1085850"/>
              <a:gd name="csX90" fmla="*/ 1888565 w 2838684"/>
              <a:gd name="csY90" fmla="*/ 992981 h 1085850"/>
              <a:gd name="csX91" fmla="*/ 1917140 w 2838684"/>
              <a:gd name="csY91" fmla="*/ 1007269 h 1085850"/>
              <a:gd name="csX92" fmla="*/ 2017153 w 2838684"/>
              <a:gd name="csY92" fmla="*/ 1028700 h 1085850"/>
              <a:gd name="csX93" fmla="*/ 2052872 w 2838684"/>
              <a:gd name="csY93" fmla="*/ 1042988 h 1085850"/>
              <a:gd name="csX94" fmla="*/ 2145740 w 2838684"/>
              <a:gd name="csY94" fmla="*/ 1057275 h 1085850"/>
              <a:gd name="csX95" fmla="*/ 2245753 w 2838684"/>
              <a:gd name="csY95" fmla="*/ 1071563 h 1085850"/>
              <a:gd name="csX96" fmla="*/ 2274328 w 2838684"/>
              <a:gd name="csY96" fmla="*/ 1078706 h 1085850"/>
              <a:gd name="csX97" fmla="*/ 2367197 w 2838684"/>
              <a:gd name="csY97" fmla="*/ 1085850 h 1085850"/>
              <a:gd name="csX98" fmla="*/ 2588653 w 2838684"/>
              <a:gd name="csY98" fmla="*/ 1078706 h 1085850"/>
              <a:gd name="csX99" fmla="*/ 2610084 w 2838684"/>
              <a:gd name="csY99" fmla="*/ 1071563 h 1085850"/>
              <a:gd name="csX100" fmla="*/ 2667234 w 2838684"/>
              <a:gd name="csY100" fmla="*/ 1057275 h 1085850"/>
              <a:gd name="csX101" fmla="*/ 2688665 w 2838684"/>
              <a:gd name="csY101" fmla="*/ 1050131 h 1085850"/>
              <a:gd name="csX102" fmla="*/ 2752959 w 2838684"/>
              <a:gd name="csY102" fmla="*/ 1035844 h 1085850"/>
              <a:gd name="csX103" fmla="*/ 2774390 w 2838684"/>
              <a:gd name="csY103" fmla="*/ 1028700 h 1085850"/>
              <a:gd name="csX104" fmla="*/ 2817253 w 2838684"/>
              <a:gd name="csY104" fmla="*/ 992981 h 1085850"/>
              <a:gd name="csX105" fmla="*/ 2824397 w 2838684"/>
              <a:gd name="csY105" fmla="*/ 971550 h 1085850"/>
              <a:gd name="csX106" fmla="*/ 2838684 w 2838684"/>
              <a:gd name="csY106" fmla="*/ 914400 h 1085850"/>
              <a:gd name="csX107" fmla="*/ 2831540 w 2838684"/>
              <a:gd name="csY107" fmla="*/ 735806 h 1085850"/>
              <a:gd name="csX108" fmla="*/ 2824397 w 2838684"/>
              <a:gd name="csY108" fmla="*/ 707231 h 1085850"/>
              <a:gd name="csX109" fmla="*/ 2802965 w 2838684"/>
              <a:gd name="csY109" fmla="*/ 614363 h 1085850"/>
              <a:gd name="csX110" fmla="*/ 2788678 w 2838684"/>
              <a:gd name="csY110" fmla="*/ 550069 h 1085850"/>
              <a:gd name="csX111" fmla="*/ 2774390 w 2838684"/>
              <a:gd name="csY111" fmla="*/ 492919 h 1085850"/>
              <a:gd name="csX112" fmla="*/ 2752959 w 2838684"/>
              <a:gd name="csY112" fmla="*/ 307181 h 1085850"/>
              <a:gd name="csX113" fmla="*/ 2745815 w 2838684"/>
              <a:gd name="csY113" fmla="*/ 207169 h 1085850"/>
              <a:gd name="csX114" fmla="*/ 2752959 w 2838684"/>
              <a:gd name="csY114" fmla="*/ 128588 h 1085850"/>
              <a:gd name="csX115" fmla="*/ 2760103 w 2838684"/>
              <a:gd name="csY115" fmla="*/ 100013 h 1085850"/>
              <a:gd name="csX116" fmla="*/ 2774390 w 2838684"/>
              <a:gd name="csY116" fmla="*/ 57150 h 1085850"/>
              <a:gd name="csX117" fmla="*/ 2774390 w 2838684"/>
              <a:gd name="csY117" fmla="*/ 0 h 10858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</a:cxnLst>
            <a:rect l="l" t="t" r="r" b="b"/>
            <a:pathLst>
              <a:path w="2838684" h="1085850">
                <a:moveTo>
                  <a:pt x="2774390" y="0"/>
                </a:moveTo>
                <a:cubicBezTo>
                  <a:pt x="2725185" y="32805"/>
                  <a:pt x="2785021" y="-9111"/>
                  <a:pt x="2724384" y="42863"/>
                </a:cubicBezTo>
                <a:cubicBezTo>
                  <a:pt x="2687062" y="74853"/>
                  <a:pt x="2698802" y="38374"/>
                  <a:pt x="2652947" y="107156"/>
                </a:cubicBezTo>
                <a:cubicBezTo>
                  <a:pt x="2648184" y="114300"/>
                  <a:pt x="2644730" y="122517"/>
                  <a:pt x="2638659" y="128588"/>
                </a:cubicBezTo>
                <a:cubicBezTo>
                  <a:pt x="2627877" y="139370"/>
                  <a:pt x="2613722" y="146381"/>
                  <a:pt x="2602940" y="157163"/>
                </a:cubicBezTo>
                <a:cubicBezTo>
                  <a:pt x="2594521" y="165582"/>
                  <a:pt x="2589928" y="177319"/>
                  <a:pt x="2581509" y="185738"/>
                </a:cubicBezTo>
                <a:cubicBezTo>
                  <a:pt x="2569834" y="197413"/>
                  <a:pt x="2545701" y="211314"/>
                  <a:pt x="2531503" y="221456"/>
                </a:cubicBezTo>
                <a:cubicBezTo>
                  <a:pt x="2521814" y="228377"/>
                  <a:pt x="2513266" y="236981"/>
                  <a:pt x="2502928" y="242888"/>
                </a:cubicBezTo>
                <a:cubicBezTo>
                  <a:pt x="2496390" y="246624"/>
                  <a:pt x="2488418" y="247065"/>
                  <a:pt x="2481497" y="250031"/>
                </a:cubicBezTo>
                <a:cubicBezTo>
                  <a:pt x="2471709" y="254226"/>
                  <a:pt x="2461953" y="258675"/>
                  <a:pt x="2452922" y="264319"/>
                </a:cubicBezTo>
                <a:cubicBezTo>
                  <a:pt x="2442826" y="270629"/>
                  <a:pt x="2434755" y="279968"/>
                  <a:pt x="2424347" y="285750"/>
                </a:cubicBezTo>
                <a:cubicBezTo>
                  <a:pt x="2413137" y="291978"/>
                  <a:pt x="2400098" y="294303"/>
                  <a:pt x="2388628" y="300038"/>
                </a:cubicBezTo>
                <a:cubicBezTo>
                  <a:pt x="2376209" y="306248"/>
                  <a:pt x="2364684" y="314110"/>
                  <a:pt x="2352909" y="321469"/>
                </a:cubicBezTo>
                <a:cubicBezTo>
                  <a:pt x="2345628" y="326019"/>
                  <a:pt x="2338421" y="330706"/>
                  <a:pt x="2331478" y="335756"/>
                </a:cubicBezTo>
                <a:cubicBezTo>
                  <a:pt x="2312220" y="349762"/>
                  <a:pt x="2295627" y="367970"/>
                  <a:pt x="2274328" y="378619"/>
                </a:cubicBezTo>
                <a:cubicBezTo>
                  <a:pt x="2264803" y="383381"/>
                  <a:pt x="2254509" y="386844"/>
                  <a:pt x="2245753" y="392906"/>
                </a:cubicBezTo>
                <a:cubicBezTo>
                  <a:pt x="2223430" y="408360"/>
                  <a:pt x="2204483" y="428523"/>
                  <a:pt x="2181459" y="442913"/>
                </a:cubicBezTo>
                <a:cubicBezTo>
                  <a:pt x="2109743" y="487735"/>
                  <a:pt x="2143004" y="466167"/>
                  <a:pt x="2081447" y="507206"/>
                </a:cubicBezTo>
                <a:lnTo>
                  <a:pt x="2017153" y="550069"/>
                </a:lnTo>
                <a:cubicBezTo>
                  <a:pt x="2010009" y="554831"/>
                  <a:pt x="2003867" y="561641"/>
                  <a:pt x="1995722" y="564356"/>
                </a:cubicBezTo>
                <a:lnTo>
                  <a:pt x="1974290" y="571500"/>
                </a:lnTo>
                <a:cubicBezTo>
                  <a:pt x="1925341" y="604134"/>
                  <a:pt x="1986041" y="564157"/>
                  <a:pt x="1917140" y="607219"/>
                </a:cubicBezTo>
                <a:cubicBezTo>
                  <a:pt x="1909859" y="611769"/>
                  <a:pt x="1903388" y="617666"/>
                  <a:pt x="1895709" y="621506"/>
                </a:cubicBezTo>
                <a:cubicBezTo>
                  <a:pt x="1884239" y="627241"/>
                  <a:pt x="1871997" y="631291"/>
                  <a:pt x="1859990" y="635794"/>
                </a:cubicBezTo>
                <a:cubicBezTo>
                  <a:pt x="1852939" y="638438"/>
                  <a:pt x="1845294" y="639570"/>
                  <a:pt x="1838559" y="642938"/>
                </a:cubicBezTo>
                <a:cubicBezTo>
                  <a:pt x="1830880" y="646778"/>
                  <a:pt x="1825019" y="653843"/>
                  <a:pt x="1817128" y="657225"/>
                </a:cubicBezTo>
                <a:cubicBezTo>
                  <a:pt x="1808104" y="661093"/>
                  <a:pt x="1797957" y="661548"/>
                  <a:pt x="1788553" y="664369"/>
                </a:cubicBezTo>
                <a:cubicBezTo>
                  <a:pt x="1774128" y="668697"/>
                  <a:pt x="1759978" y="673894"/>
                  <a:pt x="1745690" y="678656"/>
                </a:cubicBezTo>
                <a:cubicBezTo>
                  <a:pt x="1738546" y="681037"/>
                  <a:pt x="1731687" y="684562"/>
                  <a:pt x="1724259" y="685800"/>
                </a:cubicBezTo>
                <a:cubicBezTo>
                  <a:pt x="1709972" y="688181"/>
                  <a:pt x="1695600" y="690103"/>
                  <a:pt x="1681397" y="692944"/>
                </a:cubicBezTo>
                <a:cubicBezTo>
                  <a:pt x="1671770" y="694870"/>
                  <a:pt x="1662262" y="697391"/>
                  <a:pt x="1652822" y="700088"/>
                </a:cubicBezTo>
                <a:cubicBezTo>
                  <a:pt x="1626054" y="707736"/>
                  <a:pt x="1633508" y="708794"/>
                  <a:pt x="1602815" y="714375"/>
                </a:cubicBezTo>
                <a:cubicBezTo>
                  <a:pt x="1541222" y="725574"/>
                  <a:pt x="1500844" y="724576"/>
                  <a:pt x="1431365" y="728663"/>
                </a:cubicBezTo>
                <a:cubicBezTo>
                  <a:pt x="1240865" y="726282"/>
                  <a:pt x="1050228" y="729134"/>
                  <a:pt x="859865" y="721519"/>
                </a:cubicBezTo>
                <a:cubicBezTo>
                  <a:pt x="811746" y="719594"/>
                  <a:pt x="764588" y="707411"/>
                  <a:pt x="716990" y="700088"/>
                </a:cubicBezTo>
                <a:cubicBezTo>
                  <a:pt x="631285" y="686903"/>
                  <a:pt x="714206" y="699176"/>
                  <a:pt x="638409" y="685800"/>
                </a:cubicBezTo>
                <a:cubicBezTo>
                  <a:pt x="573168" y="674287"/>
                  <a:pt x="567485" y="675195"/>
                  <a:pt x="516965" y="664369"/>
                </a:cubicBezTo>
                <a:cubicBezTo>
                  <a:pt x="495499" y="659769"/>
                  <a:pt x="473885" y="655738"/>
                  <a:pt x="452672" y="650081"/>
                </a:cubicBezTo>
                <a:cubicBezTo>
                  <a:pt x="438120" y="646200"/>
                  <a:pt x="424097" y="640556"/>
                  <a:pt x="409809" y="635794"/>
                </a:cubicBezTo>
                <a:cubicBezTo>
                  <a:pt x="383361" y="626978"/>
                  <a:pt x="356615" y="618936"/>
                  <a:pt x="331228" y="607219"/>
                </a:cubicBezTo>
                <a:cubicBezTo>
                  <a:pt x="311890" y="598294"/>
                  <a:pt x="291117" y="591423"/>
                  <a:pt x="274078" y="578644"/>
                </a:cubicBezTo>
                <a:cubicBezTo>
                  <a:pt x="264553" y="571500"/>
                  <a:pt x="254313" y="565222"/>
                  <a:pt x="245503" y="557213"/>
                </a:cubicBezTo>
                <a:cubicBezTo>
                  <a:pt x="228060" y="541356"/>
                  <a:pt x="214356" y="521350"/>
                  <a:pt x="195497" y="507206"/>
                </a:cubicBezTo>
                <a:cubicBezTo>
                  <a:pt x="185972" y="500062"/>
                  <a:pt x="175962" y="493523"/>
                  <a:pt x="166922" y="485775"/>
                </a:cubicBezTo>
                <a:cubicBezTo>
                  <a:pt x="159251" y="479200"/>
                  <a:pt x="153465" y="470547"/>
                  <a:pt x="145490" y="464344"/>
                </a:cubicBezTo>
                <a:cubicBezTo>
                  <a:pt x="131936" y="453802"/>
                  <a:pt x="116915" y="445294"/>
                  <a:pt x="102628" y="435769"/>
                </a:cubicBezTo>
                <a:lnTo>
                  <a:pt x="81197" y="421481"/>
                </a:lnTo>
                <a:lnTo>
                  <a:pt x="59765" y="407194"/>
                </a:lnTo>
                <a:cubicBezTo>
                  <a:pt x="55003" y="400050"/>
                  <a:pt x="50974" y="392359"/>
                  <a:pt x="45478" y="385763"/>
                </a:cubicBezTo>
                <a:cubicBezTo>
                  <a:pt x="-364" y="330750"/>
                  <a:pt x="45238" y="396115"/>
                  <a:pt x="9759" y="342900"/>
                </a:cubicBezTo>
                <a:cubicBezTo>
                  <a:pt x="937" y="281147"/>
                  <a:pt x="-6871" y="250654"/>
                  <a:pt x="9759" y="178594"/>
                </a:cubicBezTo>
                <a:cubicBezTo>
                  <a:pt x="11690" y="170228"/>
                  <a:pt x="18550" y="193429"/>
                  <a:pt x="24047" y="200025"/>
                </a:cubicBezTo>
                <a:cubicBezTo>
                  <a:pt x="30515" y="207786"/>
                  <a:pt x="37257" y="215584"/>
                  <a:pt x="45478" y="221456"/>
                </a:cubicBezTo>
                <a:cubicBezTo>
                  <a:pt x="57531" y="230065"/>
                  <a:pt x="80395" y="238773"/>
                  <a:pt x="95484" y="242888"/>
                </a:cubicBezTo>
                <a:cubicBezTo>
                  <a:pt x="114428" y="248055"/>
                  <a:pt x="133584" y="252413"/>
                  <a:pt x="152634" y="257175"/>
                </a:cubicBezTo>
                <a:cubicBezTo>
                  <a:pt x="162159" y="259556"/>
                  <a:pt x="172093" y="260673"/>
                  <a:pt x="181209" y="264319"/>
                </a:cubicBezTo>
                <a:cubicBezTo>
                  <a:pt x="193115" y="269081"/>
                  <a:pt x="204645" y="274921"/>
                  <a:pt x="216928" y="278606"/>
                </a:cubicBezTo>
                <a:cubicBezTo>
                  <a:pt x="228558" y="282095"/>
                  <a:pt x="240794" y="283116"/>
                  <a:pt x="252647" y="285750"/>
                </a:cubicBezTo>
                <a:cubicBezTo>
                  <a:pt x="343457" y="305931"/>
                  <a:pt x="209197" y="278488"/>
                  <a:pt x="316940" y="300038"/>
                </a:cubicBezTo>
                <a:cubicBezTo>
                  <a:pt x="324084" y="304800"/>
                  <a:pt x="330480" y="310943"/>
                  <a:pt x="338372" y="314325"/>
                </a:cubicBezTo>
                <a:cubicBezTo>
                  <a:pt x="370415" y="328057"/>
                  <a:pt x="360576" y="314712"/>
                  <a:pt x="388378" y="328613"/>
                </a:cubicBezTo>
                <a:cubicBezTo>
                  <a:pt x="396057" y="332453"/>
                  <a:pt x="402130" y="339060"/>
                  <a:pt x="409809" y="342900"/>
                </a:cubicBezTo>
                <a:cubicBezTo>
                  <a:pt x="447903" y="361947"/>
                  <a:pt x="415228" y="334606"/>
                  <a:pt x="459815" y="364331"/>
                </a:cubicBezTo>
                <a:cubicBezTo>
                  <a:pt x="479628" y="377540"/>
                  <a:pt x="494374" y="399664"/>
                  <a:pt x="516965" y="407194"/>
                </a:cubicBezTo>
                <a:cubicBezTo>
                  <a:pt x="537798" y="414138"/>
                  <a:pt x="546796" y="416015"/>
                  <a:pt x="566972" y="428625"/>
                </a:cubicBezTo>
                <a:cubicBezTo>
                  <a:pt x="616401" y="459518"/>
                  <a:pt x="574872" y="443164"/>
                  <a:pt x="616978" y="457200"/>
                </a:cubicBezTo>
                <a:cubicBezTo>
                  <a:pt x="727342" y="539974"/>
                  <a:pt x="628886" y="473870"/>
                  <a:pt x="709847" y="514350"/>
                </a:cubicBezTo>
                <a:cubicBezTo>
                  <a:pt x="807182" y="563017"/>
                  <a:pt x="690375" y="509348"/>
                  <a:pt x="774140" y="557213"/>
                </a:cubicBezTo>
                <a:cubicBezTo>
                  <a:pt x="780678" y="560949"/>
                  <a:pt x="788837" y="560988"/>
                  <a:pt x="795572" y="564356"/>
                </a:cubicBezTo>
                <a:cubicBezTo>
                  <a:pt x="807991" y="570566"/>
                  <a:pt x="819152" y="579045"/>
                  <a:pt x="831290" y="585788"/>
                </a:cubicBezTo>
                <a:cubicBezTo>
                  <a:pt x="840599" y="590960"/>
                  <a:pt x="850619" y="594792"/>
                  <a:pt x="859865" y="600075"/>
                </a:cubicBezTo>
                <a:cubicBezTo>
                  <a:pt x="867320" y="604335"/>
                  <a:pt x="873617" y="610523"/>
                  <a:pt x="881297" y="614363"/>
                </a:cubicBezTo>
                <a:cubicBezTo>
                  <a:pt x="888032" y="617730"/>
                  <a:pt x="895873" y="618390"/>
                  <a:pt x="902728" y="621506"/>
                </a:cubicBezTo>
                <a:cubicBezTo>
                  <a:pt x="922118" y="630319"/>
                  <a:pt x="940828" y="640556"/>
                  <a:pt x="959878" y="650081"/>
                </a:cubicBezTo>
                <a:lnTo>
                  <a:pt x="1045603" y="692944"/>
                </a:lnTo>
                <a:lnTo>
                  <a:pt x="1074178" y="707231"/>
                </a:lnTo>
                <a:cubicBezTo>
                  <a:pt x="1083703" y="711994"/>
                  <a:pt x="1092865" y="717564"/>
                  <a:pt x="1102753" y="721519"/>
                </a:cubicBezTo>
                <a:cubicBezTo>
                  <a:pt x="1126565" y="731044"/>
                  <a:pt x="1152198" y="736899"/>
                  <a:pt x="1174190" y="750094"/>
                </a:cubicBezTo>
                <a:cubicBezTo>
                  <a:pt x="1186096" y="757238"/>
                  <a:pt x="1197070" y="766238"/>
                  <a:pt x="1209909" y="771525"/>
                </a:cubicBezTo>
                <a:cubicBezTo>
                  <a:pt x="1237761" y="782993"/>
                  <a:pt x="1269806" y="784603"/>
                  <a:pt x="1295634" y="800100"/>
                </a:cubicBezTo>
                <a:cubicBezTo>
                  <a:pt x="1353832" y="835018"/>
                  <a:pt x="1307806" y="810915"/>
                  <a:pt x="1374215" y="835819"/>
                </a:cubicBezTo>
                <a:cubicBezTo>
                  <a:pt x="1398229" y="844824"/>
                  <a:pt x="1420772" y="858173"/>
                  <a:pt x="1445653" y="864394"/>
                </a:cubicBezTo>
                <a:cubicBezTo>
                  <a:pt x="1468161" y="870021"/>
                  <a:pt x="1475170" y="870998"/>
                  <a:pt x="1495659" y="878681"/>
                </a:cubicBezTo>
                <a:cubicBezTo>
                  <a:pt x="1575203" y="908510"/>
                  <a:pt x="1484166" y="877232"/>
                  <a:pt x="1574240" y="907256"/>
                </a:cubicBezTo>
                <a:cubicBezTo>
                  <a:pt x="1581384" y="909637"/>
                  <a:pt x="1588366" y="912574"/>
                  <a:pt x="1595672" y="914400"/>
                </a:cubicBezTo>
                <a:cubicBezTo>
                  <a:pt x="1614722" y="919163"/>
                  <a:pt x="1634590" y="921395"/>
                  <a:pt x="1652822" y="928688"/>
                </a:cubicBezTo>
                <a:cubicBezTo>
                  <a:pt x="1664728" y="933450"/>
                  <a:pt x="1676258" y="939290"/>
                  <a:pt x="1688540" y="942975"/>
                </a:cubicBezTo>
                <a:cubicBezTo>
                  <a:pt x="1700170" y="946464"/>
                  <a:pt x="1712479" y="947174"/>
                  <a:pt x="1724259" y="950119"/>
                </a:cubicBezTo>
                <a:cubicBezTo>
                  <a:pt x="1794595" y="967704"/>
                  <a:pt x="1670623" y="944753"/>
                  <a:pt x="1788553" y="964406"/>
                </a:cubicBezTo>
                <a:cubicBezTo>
                  <a:pt x="1802840" y="969169"/>
                  <a:pt x="1816804" y="975041"/>
                  <a:pt x="1831415" y="978694"/>
                </a:cubicBezTo>
                <a:lnTo>
                  <a:pt x="1888565" y="992981"/>
                </a:lnTo>
                <a:cubicBezTo>
                  <a:pt x="1898090" y="997744"/>
                  <a:pt x="1907037" y="1003901"/>
                  <a:pt x="1917140" y="1007269"/>
                </a:cubicBezTo>
                <a:cubicBezTo>
                  <a:pt x="1952737" y="1019135"/>
                  <a:pt x="1981186" y="1022705"/>
                  <a:pt x="2017153" y="1028700"/>
                </a:cubicBezTo>
                <a:cubicBezTo>
                  <a:pt x="2029059" y="1033463"/>
                  <a:pt x="2040589" y="1039303"/>
                  <a:pt x="2052872" y="1042988"/>
                </a:cubicBezTo>
                <a:cubicBezTo>
                  <a:pt x="2076242" y="1049999"/>
                  <a:pt x="2125833" y="1054787"/>
                  <a:pt x="2145740" y="1057275"/>
                </a:cubicBezTo>
                <a:cubicBezTo>
                  <a:pt x="2197351" y="1074479"/>
                  <a:pt x="2141417" y="1057652"/>
                  <a:pt x="2245753" y="1071563"/>
                </a:cubicBezTo>
                <a:cubicBezTo>
                  <a:pt x="2255485" y="1072861"/>
                  <a:pt x="2264577" y="1077559"/>
                  <a:pt x="2274328" y="1078706"/>
                </a:cubicBezTo>
                <a:cubicBezTo>
                  <a:pt x="2305163" y="1082334"/>
                  <a:pt x="2336241" y="1083469"/>
                  <a:pt x="2367197" y="1085850"/>
                </a:cubicBezTo>
                <a:cubicBezTo>
                  <a:pt x="2441016" y="1083469"/>
                  <a:pt x="2514923" y="1083043"/>
                  <a:pt x="2588653" y="1078706"/>
                </a:cubicBezTo>
                <a:cubicBezTo>
                  <a:pt x="2596170" y="1078264"/>
                  <a:pt x="2602819" y="1073544"/>
                  <a:pt x="2610084" y="1071563"/>
                </a:cubicBezTo>
                <a:cubicBezTo>
                  <a:pt x="2629028" y="1066396"/>
                  <a:pt x="2648605" y="1063485"/>
                  <a:pt x="2667234" y="1057275"/>
                </a:cubicBezTo>
                <a:cubicBezTo>
                  <a:pt x="2674378" y="1054894"/>
                  <a:pt x="2681360" y="1051957"/>
                  <a:pt x="2688665" y="1050131"/>
                </a:cubicBezTo>
                <a:cubicBezTo>
                  <a:pt x="2747596" y="1035399"/>
                  <a:pt x="2701620" y="1050513"/>
                  <a:pt x="2752959" y="1035844"/>
                </a:cubicBezTo>
                <a:cubicBezTo>
                  <a:pt x="2760199" y="1033775"/>
                  <a:pt x="2767655" y="1032068"/>
                  <a:pt x="2774390" y="1028700"/>
                </a:cubicBezTo>
                <a:cubicBezTo>
                  <a:pt x="2794285" y="1018753"/>
                  <a:pt x="2801451" y="1008784"/>
                  <a:pt x="2817253" y="992981"/>
                </a:cubicBezTo>
                <a:cubicBezTo>
                  <a:pt x="2819634" y="985837"/>
                  <a:pt x="2822416" y="978815"/>
                  <a:pt x="2824397" y="971550"/>
                </a:cubicBezTo>
                <a:cubicBezTo>
                  <a:pt x="2829564" y="952606"/>
                  <a:pt x="2838684" y="914400"/>
                  <a:pt x="2838684" y="914400"/>
                </a:cubicBezTo>
                <a:cubicBezTo>
                  <a:pt x="2836303" y="854869"/>
                  <a:pt x="2835639" y="795244"/>
                  <a:pt x="2831540" y="735806"/>
                </a:cubicBezTo>
                <a:cubicBezTo>
                  <a:pt x="2830865" y="726011"/>
                  <a:pt x="2826527" y="716815"/>
                  <a:pt x="2824397" y="707231"/>
                </a:cubicBezTo>
                <a:cubicBezTo>
                  <a:pt x="2802412" y="608298"/>
                  <a:pt x="2837971" y="754387"/>
                  <a:pt x="2802965" y="614363"/>
                </a:cubicBezTo>
                <a:cubicBezTo>
                  <a:pt x="2778213" y="515355"/>
                  <a:pt x="2815883" y="667953"/>
                  <a:pt x="2788678" y="550069"/>
                </a:cubicBezTo>
                <a:cubicBezTo>
                  <a:pt x="2784262" y="530936"/>
                  <a:pt x="2774390" y="492919"/>
                  <a:pt x="2774390" y="492919"/>
                </a:cubicBezTo>
                <a:cubicBezTo>
                  <a:pt x="2767986" y="441684"/>
                  <a:pt x="2755691" y="345431"/>
                  <a:pt x="2752959" y="307181"/>
                </a:cubicBezTo>
                <a:lnTo>
                  <a:pt x="2745815" y="207169"/>
                </a:lnTo>
                <a:cubicBezTo>
                  <a:pt x="2748196" y="180975"/>
                  <a:pt x="2749483" y="154659"/>
                  <a:pt x="2752959" y="128588"/>
                </a:cubicBezTo>
                <a:cubicBezTo>
                  <a:pt x="2754257" y="118856"/>
                  <a:pt x="2757282" y="109417"/>
                  <a:pt x="2760103" y="100013"/>
                </a:cubicBezTo>
                <a:cubicBezTo>
                  <a:pt x="2764431" y="85588"/>
                  <a:pt x="2774390" y="72210"/>
                  <a:pt x="2774390" y="57150"/>
                </a:cubicBezTo>
                <a:lnTo>
                  <a:pt x="277439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pSp>
        <p:nvGrpSpPr>
          <p:cNvPr id="59" name="群組 58">
            <a:extLst>
              <a:ext uri="{FF2B5EF4-FFF2-40B4-BE49-F238E27FC236}">
                <a16:creationId xmlns:a16="http://schemas.microsoft.com/office/drawing/2014/main" id="{99014A10-7F36-14C2-D992-5A87B243D25B}"/>
              </a:ext>
            </a:extLst>
          </p:cNvPr>
          <p:cNvGrpSpPr/>
          <p:nvPr/>
        </p:nvGrpSpPr>
        <p:grpSpPr>
          <a:xfrm>
            <a:off x="815365" y="525811"/>
            <a:ext cx="935640" cy="2197080"/>
            <a:chOff x="815365" y="525811"/>
            <a:chExt cx="935640" cy="219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9" name="筆跡 48">
                  <a:extLst>
                    <a:ext uri="{FF2B5EF4-FFF2-40B4-BE49-F238E27FC236}">
                      <a16:creationId xmlns:a16="http://schemas.microsoft.com/office/drawing/2014/main" id="{70E8018B-40E0-1145-6164-33CD10C72A39}"/>
                    </a:ext>
                  </a:extLst>
                </p14:cNvPr>
                <p14:cNvContentPartPr/>
                <p14:nvPr/>
              </p14:nvContentPartPr>
              <p14:xfrm>
                <a:off x="1237645" y="525811"/>
                <a:ext cx="383400" cy="84600"/>
              </p14:xfrm>
            </p:contentPart>
          </mc:Choice>
          <mc:Fallback>
            <p:pic>
              <p:nvPicPr>
                <p:cNvPr id="49" name="筆跡 48">
                  <a:extLst>
                    <a:ext uri="{FF2B5EF4-FFF2-40B4-BE49-F238E27FC236}">
                      <a16:creationId xmlns:a16="http://schemas.microsoft.com/office/drawing/2014/main" id="{70E8018B-40E0-1145-6164-33CD10C72A3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75005" y="463171"/>
                  <a:ext cx="5090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0" name="筆跡 49">
                  <a:extLst>
                    <a:ext uri="{FF2B5EF4-FFF2-40B4-BE49-F238E27FC236}">
                      <a16:creationId xmlns:a16="http://schemas.microsoft.com/office/drawing/2014/main" id="{7D5BB0B0-5928-5FED-03FD-2C068F2EC2F4}"/>
                    </a:ext>
                  </a:extLst>
                </p14:cNvPr>
                <p14:cNvContentPartPr/>
                <p14:nvPr/>
              </p14:nvContentPartPr>
              <p14:xfrm>
                <a:off x="815365" y="765571"/>
                <a:ext cx="210600" cy="1957320"/>
              </p14:xfrm>
            </p:contentPart>
          </mc:Choice>
          <mc:Fallback>
            <p:pic>
              <p:nvPicPr>
                <p:cNvPr id="50" name="筆跡 49">
                  <a:extLst>
                    <a:ext uri="{FF2B5EF4-FFF2-40B4-BE49-F238E27FC236}">
                      <a16:creationId xmlns:a16="http://schemas.microsoft.com/office/drawing/2014/main" id="{7D5BB0B0-5928-5FED-03FD-2C068F2EC2F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52365" y="702931"/>
                  <a:ext cx="336240" cy="20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3" name="筆跡 52">
                  <a:extLst>
                    <a:ext uri="{FF2B5EF4-FFF2-40B4-BE49-F238E27FC236}">
                      <a16:creationId xmlns:a16="http://schemas.microsoft.com/office/drawing/2014/main" id="{F2452E15-55C7-3F22-1271-F3D8A586B7DB}"/>
                    </a:ext>
                  </a:extLst>
                </p14:cNvPr>
                <p14:cNvContentPartPr/>
                <p14:nvPr/>
              </p14:nvContentPartPr>
              <p14:xfrm>
                <a:off x="1296325" y="1136371"/>
                <a:ext cx="71280" cy="248400"/>
              </p14:xfrm>
            </p:contentPart>
          </mc:Choice>
          <mc:Fallback>
            <p:pic>
              <p:nvPicPr>
                <p:cNvPr id="53" name="筆跡 52">
                  <a:extLst>
                    <a:ext uri="{FF2B5EF4-FFF2-40B4-BE49-F238E27FC236}">
                      <a16:creationId xmlns:a16="http://schemas.microsoft.com/office/drawing/2014/main" id="{F2452E15-55C7-3F22-1271-F3D8A586B7D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33685" y="1073371"/>
                  <a:ext cx="19692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4" name="筆跡 53">
                  <a:extLst>
                    <a:ext uri="{FF2B5EF4-FFF2-40B4-BE49-F238E27FC236}">
                      <a16:creationId xmlns:a16="http://schemas.microsoft.com/office/drawing/2014/main" id="{E76B0DC1-286F-A2D1-FEC1-D4990306E433}"/>
                    </a:ext>
                  </a:extLst>
                </p14:cNvPr>
                <p14:cNvContentPartPr/>
                <p14:nvPr/>
              </p14:nvContentPartPr>
              <p14:xfrm>
                <a:off x="1385605" y="895891"/>
                <a:ext cx="365400" cy="469440"/>
              </p14:xfrm>
            </p:contentPart>
          </mc:Choice>
          <mc:Fallback>
            <p:pic>
              <p:nvPicPr>
                <p:cNvPr id="54" name="筆跡 53">
                  <a:extLst>
                    <a:ext uri="{FF2B5EF4-FFF2-40B4-BE49-F238E27FC236}">
                      <a16:creationId xmlns:a16="http://schemas.microsoft.com/office/drawing/2014/main" id="{E76B0DC1-286F-A2D1-FEC1-D4990306E43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322965" y="833251"/>
                  <a:ext cx="491040" cy="59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55" name="筆跡 54">
                  <a:extLst>
                    <a:ext uri="{FF2B5EF4-FFF2-40B4-BE49-F238E27FC236}">
                      <a16:creationId xmlns:a16="http://schemas.microsoft.com/office/drawing/2014/main" id="{66236B5A-C0E1-B5B9-7610-6D39B7754CBE}"/>
                    </a:ext>
                  </a:extLst>
                </p14:cNvPr>
                <p14:cNvContentPartPr/>
                <p14:nvPr/>
              </p14:nvContentPartPr>
              <p14:xfrm>
                <a:off x="1517005" y="1220971"/>
                <a:ext cx="360" cy="360"/>
              </p14:xfrm>
            </p:contentPart>
          </mc:Choice>
          <mc:Fallback>
            <p:pic>
              <p:nvPicPr>
                <p:cNvPr id="55" name="筆跡 54">
                  <a:extLst>
                    <a:ext uri="{FF2B5EF4-FFF2-40B4-BE49-F238E27FC236}">
                      <a16:creationId xmlns:a16="http://schemas.microsoft.com/office/drawing/2014/main" id="{66236B5A-C0E1-B5B9-7610-6D39B7754CB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454365" y="115797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56" name="筆跡 55">
                  <a:extLst>
                    <a:ext uri="{FF2B5EF4-FFF2-40B4-BE49-F238E27FC236}">
                      <a16:creationId xmlns:a16="http://schemas.microsoft.com/office/drawing/2014/main" id="{FE9B42AD-F921-4E88-6318-48B33A8F5985}"/>
                    </a:ext>
                  </a:extLst>
                </p14:cNvPr>
                <p14:cNvContentPartPr/>
                <p14:nvPr/>
              </p14:nvContentPartPr>
              <p14:xfrm>
                <a:off x="1510165" y="1407091"/>
                <a:ext cx="102240" cy="14040"/>
              </p14:xfrm>
            </p:contentPart>
          </mc:Choice>
          <mc:Fallback>
            <p:pic>
              <p:nvPicPr>
                <p:cNvPr id="56" name="筆跡 55">
                  <a:extLst>
                    <a:ext uri="{FF2B5EF4-FFF2-40B4-BE49-F238E27FC236}">
                      <a16:creationId xmlns:a16="http://schemas.microsoft.com/office/drawing/2014/main" id="{FE9B42AD-F921-4E88-6318-48B33A8F598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447525" y="1344451"/>
                  <a:ext cx="227880" cy="13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群組 66">
            <a:extLst>
              <a:ext uri="{FF2B5EF4-FFF2-40B4-BE49-F238E27FC236}">
                <a16:creationId xmlns:a16="http://schemas.microsoft.com/office/drawing/2014/main" id="{B537B49C-7ABA-E516-18B8-FEB614C1F152}"/>
              </a:ext>
            </a:extLst>
          </p:cNvPr>
          <p:cNvGrpSpPr/>
          <p:nvPr/>
        </p:nvGrpSpPr>
        <p:grpSpPr>
          <a:xfrm>
            <a:off x="1425565" y="1823251"/>
            <a:ext cx="696600" cy="404280"/>
            <a:chOff x="1425565" y="1823251"/>
            <a:chExt cx="696600" cy="40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63" name="筆跡 62">
                  <a:extLst>
                    <a:ext uri="{FF2B5EF4-FFF2-40B4-BE49-F238E27FC236}">
                      <a16:creationId xmlns:a16="http://schemas.microsoft.com/office/drawing/2014/main" id="{E93FF74D-3712-313F-688F-08C694FD4451}"/>
                    </a:ext>
                  </a:extLst>
                </p14:cNvPr>
                <p14:cNvContentPartPr/>
                <p14:nvPr/>
              </p14:nvContentPartPr>
              <p14:xfrm>
                <a:off x="1425565" y="1889491"/>
                <a:ext cx="41760" cy="129600"/>
              </p14:xfrm>
            </p:contentPart>
          </mc:Choice>
          <mc:Fallback>
            <p:pic>
              <p:nvPicPr>
                <p:cNvPr id="63" name="筆跡 62">
                  <a:extLst>
                    <a:ext uri="{FF2B5EF4-FFF2-40B4-BE49-F238E27FC236}">
                      <a16:creationId xmlns:a16="http://schemas.microsoft.com/office/drawing/2014/main" id="{E93FF74D-3712-313F-688F-08C694FD445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362925" y="1826491"/>
                  <a:ext cx="1674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64" name="筆跡 63">
                  <a:extLst>
                    <a:ext uri="{FF2B5EF4-FFF2-40B4-BE49-F238E27FC236}">
                      <a16:creationId xmlns:a16="http://schemas.microsoft.com/office/drawing/2014/main" id="{383D57EA-115C-4F69-A519-391833168765}"/>
                    </a:ext>
                  </a:extLst>
                </p14:cNvPr>
                <p14:cNvContentPartPr/>
                <p14:nvPr/>
              </p14:nvContentPartPr>
              <p14:xfrm>
                <a:off x="1643005" y="1823251"/>
                <a:ext cx="57600" cy="404280"/>
              </p14:xfrm>
            </p:contentPart>
          </mc:Choice>
          <mc:Fallback>
            <p:pic>
              <p:nvPicPr>
                <p:cNvPr id="64" name="筆跡 63">
                  <a:extLst>
                    <a:ext uri="{FF2B5EF4-FFF2-40B4-BE49-F238E27FC236}">
                      <a16:creationId xmlns:a16="http://schemas.microsoft.com/office/drawing/2014/main" id="{383D57EA-115C-4F69-A519-39183316876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580365" y="1760611"/>
                  <a:ext cx="18324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65" name="筆跡 64">
                  <a:extLst>
                    <a:ext uri="{FF2B5EF4-FFF2-40B4-BE49-F238E27FC236}">
                      <a16:creationId xmlns:a16="http://schemas.microsoft.com/office/drawing/2014/main" id="{B62B6A4D-4A44-DC84-045B-2B94029AD931}"/>
                    </a:ext>
                  </a:extLst>
                </p14:cNvPr>
                <p14:cNvContentPartPr/>
                <p14:nvPr/>
              </p14:nvContentPartPr>
              <p14:xfrm>
                <a:off x="1972405" y="1905691"/>
                <a:ext cx="149760" cy="115920"/>
              </p14:xfrm>
            </p:contentPart>
          </mc:Choice>
          <mc:Fallback>
            <p:pic>
              <p:nvPicPr>
                <p:cNvPr id="65" name="筆跡 64">
                  <a:extLst>
                    <a:ext uri="{FF2B5EF4-FFF2-40B4-BE49-F238E27FC236}">
                      <a16:creationId xmlns:a16="http://schemas.microsoft.com/office/drawing/2014/main" id="{B62B6A4D-4A44-DC84-045B-2B94029AD93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09765" y="1842691"/>
                  <a:ext cx="275400" cy="24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92" name="筆跡 91">
                <a:extLst>
                  <a:ext uri="{FF2B5EF4-FFF2-40B4-BE49-F238E27FC236}">
                    <a16:creationId xmlns:a16="http://schemas.microsoft.com/office/drawing/2014/main" id="{8FA33A06-893A-C55F-728D-3EDD0E6ACCAD}"/>
                  </a:ext>
                </a:extLst>
              </p14:cNvPr>
              <p14:cNvContentPartPr/>
              <p14:nvPr/>
            </p14:nvContentPartPr>
            <p14:xfrm>
              <a:off x="2802565" y="1937011"/>
              <a:ext cx="46440" cy="1208160"/>
            </p14:xfrm>
          </p:contentPart>
        </mc:Choice>
        <mc:Fallback>
          <p:pic>
            <p:nvPicPr>
              <p:cNvPr id="92" name="筆跡 91">
                <a:extLst>
                  <a:ext uri="{FF2B5EF4-FFF2-40B4-BE49-F238E27FC236}">
                    <a16:creationId xmlns:a16="http://schemas.microsoft.com/office/drawing/2014/main" id="{8FA33A06-893A-C55F-728D-3EDD0E6ACCA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739925" y="1874011"/>
                <a:ext cx="172080" cy="133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群組 113">
            <a:extLst>
              <a:ext uri="{FF2B5EF4-FFF2-40B4-BE49-F238E27FC236}">
                <a16:creationId xmlns:a16="http://schemas.microsoft.com/office/drawing/2014/main" id="{45F7C3A4-3AF4-C54A-879F-7730E24C06E0}"/>
              </a:ext>
            </a:extLst>
          </p:cNvPr>
          <p:cNvGrpSpPr/>
          <p:nvPr/>
        </p:nvGrpSpPr>
        <p:grpSpPr>
          <a:xfrm>
            <a:off x="2831005" y="1902811"/>
            <a:ext cx="1021320" cy="1672200"/>
            <a:chOff x="2831005" y="1902811"/>
            <a:chExt cx="1021320" cy="167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93" name="筆跡 92">
                  <a:extLst>
                    <a:ext uri="{FF2B5EF4-FFF2-40B4-BE49-F238E27FC236}">
                      <a16:creationId xmlns:a16="http://schemas.microsoft.com/office/drawing/2014/main" id="{1030196E-D0FE-5D42-3018-42FC81E1FFF6}"/>
                    </a:ext>
                  </a:extLst>
                </p14:cNvPr>
                <p14:cNvContentPartPr/>
                <p14:nvPr/>
              </p14:nvContentPartPr>
              <p14:xfrm>
                <a:off x="3067885" y="1902811"/>
                <a:ext cx="784440" cy="1672200"/>
              </p14:xfrm>
            </p:contentPart>
          </mc:Choice>
          <mc:Fallback>
            <p:pic>
              <p:nvPicPr>
                <p:cNvPr id="93" name="筆跡 92">
                  <a:extLst>
                    <a:ext uri="{FF2B5EF4-FFF2-40B4-BE49-F238E27FC236}">
                      <a16:creationId xmlns:a16="http://schemas.microsoft.com/office/drawing/2014/main" id="{1030196E-D0FE-5D42-3018-42FC81E1FFF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005245" y="1839811"/>
                  <a:ext cx="910080" cy="179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94" name="筆跡 93">
                  <a:extLst>
                    <a:ext uri="{FF2B5EF4-FFF2-40B4-BE49-F238E27FC236}">
                      <a16:creationId xmlns:a16="http://schemas.microsoft.com/office/drawing/2014/main" id="{52002EFB-D55B-6B4E-A06D-DC31975837AE}"/>
                    </a:ext>
                  </a:extLst>
                </p14:cNvPr>
                <p14:cNvContentPartPr/>
                <p14:nvPr/>
              </p14:nvContentPartPr>
              <p14:xfrm>
                <a:off x="2831005" y="3497611"/>
                <a:ext cx="598680" cy="20880"/>
              </p14:xfrm>
            </p:contentPart>
          </mc:Choice>
          <mc:Fallback>
            <p:pic>
              <p:nvPicPr>
                <p:cNvPr id="94" name="筆跡 93">
                  <a:extLst>
                    <a:ext uri="{FF2B5EF4-FFF2-40B4-BE49-F238E27FC236}">
                      <a16:creationId xmlns:a16="http://schemas.microsoft.com/office/drawing/2014/main" id="{52002EFB-D55B-6B4E-A06D-DC31975837A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768365" y="3434971"/>
                  <a:ext cx="7243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97" name="筆跡 96">
                  <a:extLst>
                    <a:ext uri="{FF2B5EF4-FFF2-40B4-BE49-F238E27FC236}">
                      <a16:creationId xmlns:a16="http://schemas.microsoft.com/office/drawing/2014/main" id="{64247491-FCE5-A480-6803-3521A48A4A21}"/>
                    </a:ext>
                  </a:extLst>
                </p14:cNvPr>
                <p14:cNvContentPartPr/>
                <p14:nvPr/>
              </p14:nvContentPartPr>
              <p14:xfrm>
                <a:off x="3099925" y="2205571"/>
                <a:ext cx="7200" cy="88560"/>
              </p14:xfrm>
            </p:contentPart>
          </mc:Choice>
          <mc:Fallback>
            <p:pic>
              <p:nvPicPr>
                <p:cNvPr id="97" name="筆跡 96">
                  <a:extLst>
                    <a:ext uri="{FF2B5EF4-FFF2-40B4-BE49-F238E27FC236}">
                      <a16:creationId xmlns:a16="http://schemas.microsoft.com/office/drawing/2014/main" id="{64247491-FCE5-A480-6803-3521A48A4A2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036925" y="2142931"/>
                  <a:ext cx="1328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98" name="筆跡 97">
                  <a:extLst>
                    <a:ext uri="{FF2B5EF4-FFF2-40B4-BE49-F238E27FC236}">
                      <a16:creationId xmlns:a16="http://schemas.microsoft.com/office/drawing/2014/main" id="{1B70FBFE-36BF-DC5A-2C73-90CCE3646A7E}"/>
                    </a:ext>
                  </a:extLst>
                </p14:cNvPr>
                <p14:cNvContentPartPr/>
                <p14:nvPr/>
              </p14:nvContentPartPr>
              <p14:xfrm>
                <a:off x="3154285" y="2177131"/>
                <a:ext cx="435240" cy="238320"/>
              </p14:xfrm>
            </p:contentPart>
          </mc:Choice>
          <mc:Fallback>
            <p:pic>
              <p:nvPicPr>
                <p:cNvPr id="98" name="筆跡 97">
                  <a:extLst>
                    <a:ext uri="{FF2B5EF4-FFF2-40B4-BE49-F238E27FC236}">
                      <a16:creationId xmlns:a16="http://schemas.microsoft.com/office/drawing/2014/main" id="{1B70FBFE-36BF-DC5A-2C73-90CCE3646A7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091285" y="2114131"/>
                  <a:ext cx="56088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99" name="筆跡 98">
                  <a:extLst>
                    <a:ext uri="{FF2B5EF4-FFF2-40B4-BE49-F238E27FC236}">
                      <a16:creationId xmlns:a16="http://schemas.microsoft.com/office/drawing/2014/main" id="{7DB72459-8AB2-739E-2954-D260B9F83417}"/>
                    </a:ext>
                  </a:extLst>
                </p14:cNvPr>
                <p14:cNvContentPartPr/>
                <p14:nvPr/>
              </p14:nvContentPartPr>
              <p14:xfrm>
                <a:off x="3303685" y="2496451"/>
                <a:ext cx="75240" cy="75240"/>
              </p14:xfrm>
            </p:contentPart>
          </mc:Choice>
          <mc:Fallback>
            <p:pic>
              <p:nvPicPr>
                <p:cNvPr id="99" name="筆跡 98">
                  <a:extLst>
                    <a:ext uri="{FF2B5EF4-FFF2-40B4-BE49-F238E27FC236}">
                      <a16:creationId xmlns:a16="http://schemas.microsoft.com/office/drawing/2014/main" id="{7DB72459-8AB2-739E-2954-D260B9F8341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240685" y="2433811"/>
                  <a:ext cx="2008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02" name="筆跡 101">
                  <a:extLst>
                    <a:ext uri="{FF2B5EF4-FFF2-40B4-BE49-F238E27FC236}">
                      <a16:creationId xmlns:a16="http://schemas.microsoft.com/office/drawing/2014/main" id="{8244DFB7-BDFB-6A5C-DE5B-F6E7E00F0E00}"/>
                    </a:ext>
                  </a:extLst>
                </p14:cNvPr>
                <p14:cNvContentPartPr/>
                <p14:nvPr/>
              </p14:nvContentPartPr>
              <p14:xfrm>
                <a:off x="3068965" y="2659171"/>
                <a:ext cx="557640" cy="95400"/>
              </p14:xfrm>
            </p:contentPart>
          </mc:Choice>
          <mc:Fallback>
            <p:pic>
              <p:nvPicPr>
                <p:cNvPr id="102" name="筆跡 101">
                  <a:extLst>
                    <a:ext uri="{FF2B5EF4-FFF2-40B4-BE49-F238E27FC236}">
                      <a16:creationId xmlns:a16="http://schemas.microsoft.com/office/drawing/2014/main" id="{8244DFB7-BDFB-6A5C-DE5B-F6E7E00F0E0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005965" y="2596531"/>
                  <a:ext cx="6832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05" name="筆跡 104">
                  <a:extLst>
                    <a:ext uri="{FF2B5EF4-FFF2-40B4-BE49-F238E27FC236}">
                      <a16:creationId xmlns:a16="http://schemas.microsoft.com/office/drawing/2014/main" id="{AAC42181-7629-0934-3450-D8758E6573B5}"/>
                    </a:ext>
                  </a:extLst>
                </p14:cNvPr>
                <p14:cNvContentPartPr/>
                <p14:nvPr/>
              </p14:nvContentPartPr>
              <p14:xfrm>
                <a:off x="3104245" y="2966251"/>
                <a:ext cx="37800" cy="159480"/>
              </p14:xfrm>
            </p:contentPart>
          </mc:Choice>
          <mc:Fallback>
            <p:pic>
              <p:nvPicPr>
                <p:cNvPr id="105" name="筆跡 104">
                  <a:extLst>
                    <a:ext uri="{FF2B5EF4-FFF2-40B4-BE49-F238E27FC236}">
                      <a16:creationId xmlns:a16="http://schemas.microsoft.com/office/drawing/2014/main" id="{AAC42181-7629-0934-3450-D8758E6573B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041245" y="2903251"/>
                  <a:ext cx="16344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06" name="筆跡 105">
                  <a:extLst>
                    <a:ext uri="{FF2B5EF4-FFF2-40B4-BE49-F238E27FC236}">
                      <a16:creationId xmlns:a16="http://schemas.microsoft.com/office/drawing/2014/main" id="{64E450AA-EA28-75CF-A951-CEF7B52A6DFC}"/>
                    </a:ext>
                  </a:extLst>
                </p14:cNvPr>
                <p14:cNvContentPartPr/>
                <p14:nvPr/>
              </p14:nvContentPartPr>
              <p14:xfrm>
                <a:off x="3172285" y="2898571"/>
                <a:ext cx="442080" cy="374040"/>
              </p14:xfrm>
            </p:contentPart>
          </mc:Choice>
          <mc:Fallback>
            <p:pic>
              <p:nvPicPr>
                <p:cNvPr id="106" name="筆跡 105">
                  <a:extLst>
                    <a:ext uri="{FF2B5EF4-FFF2-40B4-BE49-F238E27FC236}">
                      <a16:creationId xmlns:a16="http://schemas.microsoft.com/office/drawing/2014/main" id="{64E450AA-EA28-75CF-A951-CEF7B52A6DF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109285" y="2835931"/>
                  <a:ext cx="567720" cy="49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109" name="筆跡 108">
                  <a:extLst>
                    <a:ext uri="{FF2B5EF4-FFF2-40B4-BE49-F238E27FC236}">
                      <a16:creationId xmlns:a16="http://schemas.microsoft.com/office/drawing/2014/main" id="{D770D51A-5A76-8B94-005F-DC20087DB829}"/>
                    </a:ext>
                  </a:extLst>
                </p14:cNvPr>
                <p14:cNvContentPartPr/>
                <p14:nvPr/>
              </p14:nvContentPartPr>
              <p14:xfrm>
                <a:off x="3071845" y="3296371"/>
                <a:ext cx="336240" cy="88560"/>
              </p14:xfrm>
            </p:contentPart>
          </mc:Choice>
          <mc:Fallback>
            <p:pic>
              <p:nvPicPr>
                <p:cNvPr id="109" name="筆跡 108">
                  <a:extLst>
                    <a:ext uri="{FF2B5EF4-FFF2-40B4-BE49-F238E27FC236}">
                      <a16:creationId xmlns:a16="http://schemas.microsoft.com/office/drawing/2014/main" id="{D770D51A-5A76-8B94-005F-DC20087DB82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008845" y="3233371"/>
                  <a:ext cx="4618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112" name="筆跡 111">
                  <a:extLst>
                    <a:ext uri="{FF2B5EF4-FFF2-40B4-BE49-F238E27FC236}">
                      <a16:creationId xmlns:a16="http://schemas.microsoft.com/office/drawing/2014/main" id="{4F5B5844-E88B-508F-45A3-BD105615D0BC}"/>
                    </a:ext>
                  </a:extLst>
                </p14:cNvPr>
                <p14:cNvContentPartPr/>
                <p14:nvPr/>
              </p14:nvContentPartPr>
              <p14:xfrm>
                <a:off x="3324565" y="3164611"/>
                <a:ext cx="360" cy="360"/>
              </p14:xfrm>
            </p:contentPart>
          </mc:Choice>
          <mc:Fallback>
            <p:pic>
              <p:nvPicPr>
                <p:cNvPr id="112" name="筆跡 111">
                  <a:extLst>
                    <a:ext uri="{FF2B5EF4-FFF2-40B4-BE49-F238E27FC236}">
                      <a16:creationId xmlns:a16="http://schemas.microsoft.com/office/drawing/2014/main" id="{4F5B5844-E88B-508F-45A3-BD105615D0B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261925" y="310197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群組 127">
            <a:extLst>
              <a:ext uri="{FF2B5EF4-FFF2-40B4-BE49-F238E27FC236}">
                <a16:creationId xmlns:a16="http://schemas.microsoft.com/office/drawing/2014/main" id="{64C51BAD-4536-3B86-D4F2-D95005DD7F2E}"/>
              </a:ext>
            </a:extLst>
          </p:cNvPr>
          <p:cNvGrpSpPr/>
          <p:nvPr/>
        </p:nvGrpSpPr>
        <p:grpSpPr>
          <a:xfrm>
            <a:off x="4530205" y="3640531"/>
            <a:ext cx="477000" cy="573480"/>
            <a:chOff x="4530205" y="3640531"/>
            <a:chExt cx="477000" cy="57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15" name="筆跡 114">
                  <a:extLst>
                    <a:ext uri="{FF2B5EF4-FFF2-40B4-BE49-F238E27FC236}">
                      <a16:creationId xmlns:a16="http://schemas.microsoft.com/office/drawing/2014/main" id="{6C1D24BC-FBE2-F5A4-44AA-FD7CA78C16B7}"/>
                    </a:ext>
                  </a:extLst>
                </p14:cNvPr>
                <p14:cNvContentPartPr/>
                <p14:nvPr/>
              </p14:nvContentPartPr>
              <p14:xfrm>
                <a:off x="4530205" y="3767971"/>
                <a:ext cx="24480" cy="342360"/>
              </p14:xfrm>
            </p:contentPart>
          </mc:Choice>
          <mc:Fallback>
            <p:pic>
              <p:nvPicPr>
                <p:cNvPr id="115" name="筆跡 114">
                  <a:extLst>
                    <a:ext uri="{FF2B5EF4-FFF2-40B4-BE49-F238E27FC236}">
                      <a16:creationId xmlns:a16="http://schemas.microsoft.com/office/drawing/2014/main" id="{6C1D24BC-FBE2-F5A4-44AA-FD7CA78C16B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467565" y="3705331"/>
                  <a:ext cx="15012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16" name="筆跡 115">
                  <a:extLst>
                    <a:ext uri="{FF2B5EF4-FFF2-40B4-BE49-F238E27FC236}">
                      <a16:creationId xmlns:a16="http://schemas.microsoft.com/office/drawing/2014/main" id="{FDA00E84-6717-F74B-B70D-F321D5F64362}"/>
                    </a:ext>
                  </a:extLst>
                </p14:cNvPr>
                <p14:cNvContentPartPr/>
                <p14:nvPr/>
              </p14:nvContentPartPr>
              <p14:xfrm>
                <a:off x="4570885" y="3640531"/>
                <a:ext cx="436320" cy="446400"/>
              </p14:xfrm>
            </p:contentPart>
          </mc:Choice>
          <mc:Fallback>
            <p:pic>
              <p:nvPicPr>
                <p:cNvPr id="116" name="筆跡 115">
                  <a:extLst>
                    <a:ext uri="{FF2B5EF4-FFF2-40B4-BE49-F238E27FC236}">
                      <a16:creationId xmlns:a16="http://schemas.microsoft.com/office/drawing/2014/main" id="{FDA00E84-6717-F74B-B70D-F321D5F6436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508245" y="3577891"/>
                  <a:ext cx="561960" cy="57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17" name="筆跡 116">
                  <a:extLst>
                    <a:ext uri="{FF2B5EF4-FFF2-40B4-BE49-F238E27FC236}">
                      <a16:creationId xmlns:a16="http://schemas.microsoft.com/office/drawing/2014/main" id="{A5E6E086-3AC0-8E5F-8568-F72F23B48FFF}"/>
                    </a:ext>
                  </a:extLst>
                </p14:cNvPr>
                <p14:cNvContentPartPr/>
                <p14:nvPr/>
              </p14:nvContentPartPr>
              <p14:xfrm>
                <a:off x="4637125" y="4007731"/>
                <a:ext cx="102240" cy="41760"/>
              </p14:xfrm>
            </p:contentPart>
          </mc:Choice>
          <mc:Fallback>
            <p:pic>
              <p:nvPicPr>
                <p:cNvPr id="117" name="筆跡 116">
                  <a:extLst>
                    <a:ext uri="{FF2B5EF4-FFF2-40B4-BE49-F238E27FC236}">
                      <a16:creationId xmlns:a16="http://schemas.microsoft.com/office/drawing/2014/main" id="{A5E6E086-3AC0-8E5F-8568-F72F23B48FF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74485" y="3945091"/>
                  <a:ext cx="2278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18" name="筆跡 117">
                  <a:extLst>
                    <a:ext uri="{FF2B5EF4-FFF2-40B4-BE49-F238E27FC236}">
                      <a16:creationId xmlns:a16="http://schemas.microsoft.com/office/drawing/2014/main" id="{9EA283B1-A783-9F5D-7140-B38AC4313758}"/>
                    </a:ext>
                  </a:extLst>
                </p14:cNvPr>
                <p14:cNvContentPartPr/>
                <p14:nvPr/>
              </p14:nvContentPartPr>
              <p14:xfrm>
                <a:off x="4647205" y="4203571"/>
                <a:ext cx="138960" cy="10440"/>
              </p14:xfrm>
            </p:contentPart>
          </mc:Choice>
          <mc:Fallback>
            <p:pic>
              <p:nvPicPr>
                <p:cNvPr id="118" name="筆跡 117">
                  <a:extLst>
                    <a:ext uri="{FF2B5EF4-FFF2-40B4-BE49-F238E27FC236}">
                      <a16:creationId xmlns:a16="http://schemas.microsoft.com/office/drawing/2014/main" id="{9EA283B1-A783-9F5D-7140-B38AC431375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584205" y="4140931"/>
                  <a:ext cx="264600" cy="13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群組 125">
            <a:extLst>
              <a:ext uri="{FF2B5EF4-FFF2-40B4-BE49-F238E27FC236}">
                <a16:creationId xmlns:a16="http://schemas.microsoft.com/office/drawing/2014/main" id="{0ACA6027-94A1-A525-DECE-B0A416832C94}"/>
              </a:ext>
            </a:extLst>
          </p:cNvPr>
          <p:cNvGrpSpPr/>
          <p:nvPr/>
        </p:nvGrpSpPr>
        <p:grpSpPr>
          <a:xfrm>
            <a:off x="3861325" y="4538731"/>
            <a:ext cx="1629360" cy="771480"/>
            <a:chOff x="3861325" y="4538731"/>
            <a:chExt cx="1629360" cy="77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19" name="筆跡 118">
                  <a:extLst>
                    <a:ext uri="{FF2B5EF4-FFF2-40B4-BE49-F238E27FC236}">
                      <a16:creationId xmlns:a16="http://schemas.microsoft.com/office/drawing/2014/main" id="{80D6709B-AEF0-A9CC-FD00-388F0521C93F}"/>
                    </a:ext>
                  </a:extLst>
                </p14:cNvPr>
                <p14:cNvContentPartPr/>
                <p14:nvPr/>
              </p14:nvContentPartPr>
              <p14:xfrm>
                <a:off x="3861325" y="4538731"/>
                <a:ext cx="1629360" cy="68040"/>
              </p14:xfrm>
            </p:contentPart>
          </mc:Choice>
          <mc:Fallback>
            <p:pic>
              <p:nvPicPr>
                <p:cNvPr id="119" name="筆跡 118">
                  <a:extLst>
                    <a:ext uri="{FF2B5EF4-FFF2-40B4-BE49-F238E27FC236}">
                      <a16:creationId xmlns:a16="http://schemas.microsoft.com/office/drawing/2014/main" id="{80D6709B-AEF0-A9CC-FD00-388F0521C93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798325" y="4475731"/>
                  <a:ext cx="17550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20" name="筆跡 119">
                  <a:extLst>
                    <a:ext uri="{FF2B5EF4-FFF2-40B4-BE49-F238E27FC236}">
                      <a16:creationId xmlns:a16="http://schemas.microsoft.com/office/drawing/2014/main" id="{1F52E907-9BFC-22E3-696F-796A113270EF}"/>
                    </a:ext>
                  </a:extLst>
                </p14:cNvPr>
                <p14:cNvContentPartPr/>
                <p14:nvPr/>
              </p14:nvContentPartPr>
              <p14:xfrm>
                <a:off x="4847005" y="4703251"/>
                <a:ext cx="7200" cy="180000"/>
              </p14:xfrm>
            </p:contentPart>
          </mc:Choice>
          <mc:Fallback>
            <p:pic>
              <p:nvPicPr>
                <p:cNvPr id="120" name="筆跡 119">
                  <a:extLst>
                    <a:ext uri="{FF2B5EF4-FFF2-40B4-BE49-F238E27FC236}">
                      <a16:creationId xmlns:a16="http://schemas.microsoft.com/office/drawing/2014/main" id="{1F52E907-9BFC-22E3-696F-796A113270E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784365" y="4640611"/>
                  <a:ext cx="13284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21" name="筆跡 120">
                  <a:extLst>
                    <a:ext uri="{FF2B5EF4-FFF2-40B4-BE49-F238E27FC236}">
                      <a16:creationId xmlns:a16="http://schemas.microsoft.com/office/drawing/2014/main" id="{C4F7A48B-5BE9-9937-4AAE-147FDF1FA1D4}"/>
                    </a:ext>
                  </a:extLst>
                </p14:cNvPr>
                <p14:cNvContentPartPr/>
                <p14:nvPr/>
              </p14:nvContentPartPr>
              <p14:xfrm>
                <a:off x="4833325" y="4876051"/>
                <a:ext cx="7200" cy="136440"/>
              </p14:xfrm>
            </p:contentPart>
          </mc:Choice>
          <mc:Fallback>
            <p:pic>
              <p:nvPicPr>
                <p:cNvPr id="121" name="筆跡 120">
                  <a:extLst>
                    <a:ext uri="{FF2B5EF4-FFF2-40B4-BE49-F238E27FC236}">
                      <a16:creationId xmlns:a16="http://schemas.microsoft.com/office/drawing/2014/main" id="{C4F7A48B-5BE9-9937-4AAE-147FDF1FA1D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770325" y="4813051"/>
                  <a:ext cx="1328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22" name="筆跡 121">
                  <a:extLst>
                    <a:ext uri="{FF2B5EF4-FFF2-40B4-BE49-F238E27FC236}">
                      <a16:creationId xmlns:a16="http://schemas.microsoft.com/office/drawing/2014/main" id="{87D3F33A-1465-95D4-E23B-A1725FFC6B6C}"/>
                    </a:ext>
                  </a:extLst>
                </p14:cNvPr>
                <p14:cNvContentPartPr/>
                <p14:nvPr/>
              </p14:nvContentPartPr>
              <p14:xfrm>
                <a:off x="4860325" y="4895131"/>
                <a:ext cx="234360" cy="41760"/>
              </p14:xfrm>
            </p:contentPart>
          </mc:Choice>
          <mc:Fallback>
            <p:pic>
              <p:nvPicPr>
                <p:cNvPr id="122" name="筆跡 121">
                  <a:extLst>
                    <a:ext uri="{FF2B5EF4-FFF2-40B4-BE49-F238E27FC236}">
                      <a16:creationId xmlns:a16="http://schemas.microsoft.com/office/drawing/2014/main" id="{87D3F33A-1465-95D4-E23B-A1725FFC6B6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797685" y="4832131"/>
                  <a:ext cx="3600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23" name="筆跡 122">
                  <a:extLst>
                    <a:ext uri="{FF2B5EF4-FFF2-40B4-BE49-F238E27FC236}">
                      <a16:creationId xmlns:a16="http://schemas.microsoft.com/office/drawing/2014/main" id="{AE75F7C8-C830-EC16-A7BE-7CE693E5B3B0}"/>
                    </a:ext>
                  </a:extLst>
                </p14:cNvPr>
                <p14:cNvContentPartPr/>
                <p14:nvPr/>
              </p14:nvContentPartPr>
              <p14:xfrm>
                <a:off x="4268485" y="4836811"/>
                <a:ext cx="124560" cy="304560"/>
              </p14:xfrm>
            </p:contentPart>
          </mc:Choice>
          <mc:Fallback>
            <p:pic>
              <p:nvPicPr>
                <p:cNvPr id="123" name="筆跡 122">
                  <a:extLst>
                    <a:ext uri="{FF2B5EF4-FFF2-40B4-BE49-F238E27FC236}">
                      <a16:creationId xmlns:a16="http://schemas.microsoft.com/office/drawing/2014/main" id="{AE75F7C8-C830-EC16-A7BE-7CE693E5B3B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205485" y="4774171"/>
                  <a:ext cx="25020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24" name="筆跡 123">
                  <a:extLst>
                    <a:ext uri="{FF2B5EF4-FFF2-40B4-BE49-F238E27FC236}">
                      <a16:creationId xmlns:a16="http://schemas.microsoft.com/office/drawing/2014/main" id="{2B56BCA6-DCBD-50D9-A5B6-03A3D01F96AE}"/>
                    </a:ext>
                  </a:extLst>
                </p14:cNvPr>
                <p14:cNvContentPartPr/>
                <p14:nvPr/>
              </p14:nvContentPartPr>
              <p14:xfrm>
                <a:off x="4363525" y="5055331"/>
                <a:ext cx="920880" cy="254880"/>
              </p14:xfrm>
            </p:contentPart>
          </mc:Choice>
          <mc:Fallback>
            <p:pic>
              <p:nvPicPr>
                <p:cNvPr id="124" name="筆跡 123">
                  <a:extLst>
                    <a:ext uri="{FF2B5EF4-FFF2-40B4-BE49-F238E27FC236}">
                      <a16:creationId xmlns:a16="http://schemas.microsoft.com/office/drawing/2014/main" id="{2B56BCA6-DCBD-50D9-A5B6-03A3D01F96A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300525" y="4992691"/>
                  <a:ext cx="1046520" cy="38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31" name="筆跡 130">
                <a:extLst>
                  <a:ext uri="{FF2B5EF4-FFF2-40B4-BE49-F238E27FC236}">
                    <a16:creationId xmlns:a16="http://schemas.microsoft.com/office/drawing/2014/main" id="{A0A96761-CB46-8C7B-D438-E64389B9A351}"/>
                  </a:ext>
                </a:extLst>
              </p14:cNvPr>
              <p14:cNvContentPartPr/>
              <p14:nvPr/>
            </p14:nvContentPartPr>
            <p14:xfrm>
              <a:off x="6452965" y="3904771"/>
              <a:ext cx="487080" cy="952560"/>
            </p14:xfrm>
          </p:contentPart>
        </mc:Choice>
        <mc:Fallback>
          <p:pic>
            <p:nvPicPr>
              <p:cNvPr id="131" name="筆跡 130">
                <a:extLst>
                  <a:ext uri="{FF2B5EF4-FFF2-40B4-BE49-F238E27FC236}">
                    <a16:creationId xmlns:a16="http://schemas.microsoft.com/office/drawing/2014/main" id="{A0A96761-CB46-8C7B-D438-E64389B9A35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389965" y="3841771"/>
                <a:ext cx="612720" cy="10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32" name="筆跡 131">
                <a:extLst>
                  <a:ext uri="{FF2B5EF4-FFF2-40B4-BE49-F238E27FC236}">
                    <a16:creationId xmlns:a16="http://schemas.microsoft.com/office/drawing/2014/main" id="{7B922007-2D5A-44BB-D680-1C5C3C9E5DDA}"/>
                  </a:ext>
                </a:extLst>
              </p14:cNvPr>
              <p14:cNvContentPartPr/>
              <p14:nvPr/>
            </p14:nvContentPartPr>
            <p14:xfrm>
              <a:off x="6802165" y="5201131"/>
              <a:ext cx="70560" cy="284040"/>
            </p14:xfrm>
          </p:contentPart>
        </mc:Choice>
        <mc:Fallback>
          <p:pic>
            <p:nvPicPr>
              <p:cNvPr id="132" name="筆跡 131">
                <a:extLst>
                  <a:ext uri="{FF2B5EF4-FFF2-40B4-BE49-F238E27FC236}">
                    <a16:creationId xmlns:a16="http://schemas.microsoft.com/office/drawing/2014/main" id="{7B922007-2D5A-44BB-D680-1C5C3C9E5DD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739525" y="5138131"/>
                <a:ext cx="196200" cy="40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29435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BBBA2-D064-C47A-B8C1-A98A3626A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群組 6">
            <a:extLst>
              <a:ext uri="{FF2B5EF4-FFF2-40B4-BE49-F238E27FC236}">
                <a16:creationId xmlns:a16="http://schemas.microsoft.com/office/drawing/2014/main" id="{A810EFA0-3A81-E7A5-F9BF-A367BD75B424}"/>
              </a:ext>
            </a:extLst>
          </p:cNvPr>
          <p:cNvGrpSpPr/>
          <p:nvPr/>
        </p:nvGrpSpPr>
        <p:grpSpPr>
          <a:xfrm>
            <a:off x="5564372" y="1531088"/>
            <a:ext cx="3494568" cy="4033284"/>
            <a:chOff x="5564372" y="1531088"/>
            <a:chExt cx="3494568" cy="4033284"/>
          </a:xfrm>
          <a:solidFill>
            <a:schemeClr val="bg1">
              <a:lumMod val="95000"/>
            </a:schemeClr>
          </a:solidFill>
        </p:grpSpPr>
        <p:sp>
          <p:nvSpPr>
            <p:cNvPr id="5" name="手繪多邊形 4">
              <a:extLst>
                <a:ext uri="{FF2B5EF4-FFF2-40B4-BE49-F238E27FC236}">
                  <a16:creationId xmlns:a16="http://schemas.microsoft.com/office/drawing/2014/main" id="{4EFFF316-684D-DA28-7936-E8CA1E317AFC}"/>
                </a:ext>
              </a:extLst>
            </p:cNvPr>
            <p:cNvSpPr/>
            <p:nvPr/>
          </p:nvSpPr>
          <p:spPr>
            <a:xfrm>
              <a:off x="5564372" y="1531088"/>
              <a:ext cx="3494568" cy="2977117"/>
            </a:xfrm>
            <a:custGeom>
              <a:avLst/>
              <a:gdLst>
                <a:gd name="csX0" fmla="*/ 70884 w 3494568"/>
                <a:gd name="csY0" fmla="*/ 836428 h 2977117"/>
                <a:gd name="csX1" fmla="*/ 120502 w 3494568"/>
                <a:gd name="csY1" fmla="*/ 843517 h 2977117"/>
                <a:gd name="csX2" fmla="*/ 198475 w 3494568"/>
                <a:gd name="csY2" fmla="*/ 822252 h 2977117"/>
                <a:gd name="csX3" fmla="*/ 233916 w 3494568"/>
                <a:gd name="csY3" fmla="*/ 815163 h 2977117"/>
                <a:gd name="csX4" fmla="*/ 262270 w 3494568"/>
                <a:gd name="csY4" fmla="*/ 808075 h 2977117"/>
                <a:gd name="csX5" fmla="*/ 304800 w 3494568"/>
                <a:gd name="csY5" fmla="*/ 786810 h 2977117"/>
                <a:gd name="csX6" fmla="*/ 361507 w 3494568"/>
                <a:gd name="csY6" fmla="*/ 765545 h 2977117"/>
                <a:gd name="csX7" fmla="*/ 411126 w 3494568"/>
                <a:gd name="csY7" fmla="*/ 744279 h 2977117"/>
                <a:gd name="csX8" fmla="*/ 439479 w 3494568"/>
                <a:gd name="csY8" fmla="*/ 730103 h 2977117"/>
                <a:gd name="csX9" fmla="*/ 467833 w 3494568"/>
                <a:gd name="csY9" fmla="*/ 723014 h 2977117"/>
                <a:gd name="csX10" fmla="*/ 489098 w 3494568"/>
                <a:gd name="csY10" fmla="*/ 715926 h 2977117"/>
                <a:gd name="csX11" fmla="*/ 524540 w 3494568"/>
                <a:gd name="csY11" fmla="*/ 701749 h 2977117"/>
                <a:gd name="csX12" fmla="*/ 581247 w 3494568"/>
                <a:gd name="csY12" fmla="*/ 687572 h 2977117"/>
                <a:gd name="csX13" fmla="*/ 602512 w 3494568"/>
                <a:gd name="csY13" fmla="*/ 673396 h 2977117"/>
                <a:gd name="csX14" fmla="*/ 645042 w 3494568"/>
                <a:gd name="csY14" fmla="*/ 659219 h 2977117"/>
                <a:gd name="csX15" fmla="*/ 708837 w 3494568"/>
                <a:gd name="csY15" fmla="*/ 616689 h 2977117"/>
                <a:gd name="csX16" fmla="*/ 730102 w 3494568"/>
                <a:gd name="csY16" fmla="*/ 602512 h 2977117"/>
                <a:gd name="csX17" fmla="*/ 751368 w 3494568"/>
                <a:gd name="csY17" fmla="*/ 595424 h 2977117"/>
                <a:gd name="csX18" fmla="*/ 815163 w 3494568"/>
                <a:gd name="csY18" fmla="*/ 531628 h 2977117"/>
                <a:gd name="csX19" fmla="*/ 843516 w 3494568"/>
                <a:gd name="csY19" fmla="*/ 503275 h 2977117"/>
                <a:gd name="csX20" fmla="*/ 878958 w 3494568"/>
                <a:gd name="csY20" fmla="*/ 453656 h 2977117"/>
                <a:gd name="csX21" fmla="*/ 900223 w 3494568"/>
                <a:gd name="csY21" fmla="*/ 432391 h 2977117"/>
                <a:gd name="csX22" fmla="*/ 921488 w 3494568"/>
                <a:gd name="csY22" fmla="*/ 404038 h 2977117"/>
                <a:gd name="csX23" fmla="*/ 942754 w 3494568"/>
                <a:gd name="csY23" fmla="*/ 382772 h 2977117"/>
                <a:gd name="csX24" fmla="*/ 978195 w 3494568"/>
                <a:gd name="csY24" fmla="*/ 340242 h 2977117"/>
                <a:gd name="csX25" fmla="*/ 1006549 w 3494568"/>
                <a:gd name="csY25" fmla="*/ 318977 h 2977117"/>
                <a:gd name="csX26" fmla="*/ 1027814 w 3494568"/>
                <a:gd name="csY26" fmla="*/ 297712 h 2977117"/>
                <a:gd name="csX27" fmla="*/ 1056168 w 3494568"/>
                <a:gd name="csY27" fmla="*/ 283535 h 2977117"/>
                <a:gd name="csX28" fmla="*/ 1077433 w 3494568"/>
                <a:gd name="csY28" fmla="*/ 262270 h 2977117"/>
                <a:gd name="csX29" fmla="*/ 1112875 w 3494568"/>
                <a:gd name="csY29" fmla="*/ 241005 h 2977117"/>
                <a:gd name="csX30" fmla="*/ 1162493 w 3494568"/>
                <a:gd name="csY30" fmla="*/ 212652 h 2977117"/>
                <a:gd name="csX31" fmla="*/ 1233377 w 3494568"/>
                <a:gd name="csY31" fmla="*/ 177210 h 2977117"/>
                <a:gd name="csX32" fmla="*/ 1332614 w 3494568"/>
                <a:gd name="csY32" fmla="*/ 134679 h 2977117"/>
                <a:gd name="csX33" fmla="*/ 1368056 w 3494568"/>
                <a:gd name="csY33" fmla="*/ 120503 h 2977117"/>
                <a:gd name="csX34" fmla="*/ 1424763 w 3494568"/>
                <a:gd name="csY34" fmla="*/ 106326 h 2977117"/>
                <a:gd name="csX35" fmla="*/ 1467293 w 3494568"/>
                <a:gd name="csY35" fmla="*/ 85061 h 2977117"/>
                <a:gd name="csX36" fmla="*/ 1495647 w 3494568"/>
                <a:gd name="csY36" fmla="*/ 70884 h 2977117"/>
                <a:gd name="csX37" fmla="*/ 1524000 w 3494568"/>
                <a:gd name="csY37" fmla="*/ 63796 h 2977117"/>
                <a:gd name="csX38" fmla="*/ 1594884 w 3494568"/>
                <a:gd name="csY38" fmla="*/ 42531 h 2977117"/>
                <a:gd name="csX39" fmla="*/ 1658679 w 3494568"/>
                <a:gd name="csY39" fmla="*/ 35442 h 2977117"/>
                <a:gd name="csX40" fmla="*/ 1694121 w 3494568"/>
                <a:gd name="csY40" fmla="*/ 28354 h 2977117"/>
                <a:gd name="csX41" fmla="*/ 1842977 w 3494568"/>
                <a:gd name="csY41" fmla="*/ 14177 h 2977117"/>
                <a:gd name="csX42" fmla="*/ 1906772 w 3494568"/>
                <a:gd name="csY42" fmla="*/ 7089 h 2977117"/>
                <a:gd name="csX43" fmla="*/ 2424223 w 3494568"/>
                <a:gd name="csY43" fmla="*/ 14177 h 2977117"/>
                <a:gd name="csX44" fmla="*/ 2466754 w 3494568"/>
                <a:gd name="csY44" fmla="*/ 28354 h 2977117"/>
                <a:gd name="csX45" fmla="*/ 2530549 w 3494568"/>
                <a:gd name="csY45" fmla="*/ 49619 h 2977117"/>
                <a:gd name="csX46" fmla="*/ 2594344 w 3494568"/>
                <a:gd name="csY46" fmla="*/ 70884 h 2977117"/>
                <a:gd name="csX47" fmla="*/ 2615609 w 3494568"/>
                <a:gd name="csY47" fmla="*/ 77972 h 2977117"/>
                <a:gd name="csX48" fmla="*/ 2714847 w 3494568"/>
                <a:gd name="csY48" fmla="*/ 92149 h 2977117"/>
                <a:gd name="csX49" fmla="*/ 3019647 w 3494568"/>
                <a:gd name="csY49" fmla="*/ 85061 h 2977117"/>
                <a:gd name="csX50" fmla="*/ 3090530 w 3494568"/>
                <a:gd name="csY50" fmla="*/ 63796 h 2977117"/>
                <a:gd name="csX51" fmla="*/ 3111795 w 3494568"/>
                <a:gd name="csY51" fmla="*/ 56707 h 2977117"/>
                <a:gd name="csX52" fmla="*/ 3133061 w 3494568"/>
                <a:gd name="csY52" fmla="*/ 42531 h 2977117"/>
                <a:gd name="csX53" fmla="*/ 3211033 w 3494568"/>
                <a:gd name="csY53" fmla="*/ 21265 h 2977117"/>
                <a:gd name="csX54" fmla="*/ 3232298 w 3494568"/>
                <a:gd name="csY54" fmla="*/ 14177 h 2977117"/>
                <a:gd name="csX55" fmla="*/ 3281916 w 3494568"/>
                <a:gd name="csY55" fmla="*/ 7089 h 2977117"/>
                <a:gd name="csX56" fmla="*/ 3324447 w 3494568"/>
                <a:gd name="csY56" fmla="*/ 0 h 2977117"/>
                <a:gd name="csX57" fmla="*/ 3388242 w 3494568"/>
                <a:gd name="csY57" fmla="*/ 7089 h 2977117"/>
                <a:gd name="csX58" fmla="*/ 3430772 w 3494568"/>
                <a:gd name="csY58" fmla="*/ 42531 h 2977117"/>
                <a:gd name="csX59" fmla="*/ 3452037 w 3494568"/>
                <a:gd name="csY59" fmla="*/ 85061 h 2977117"/>
                <a:gd name="csX60" fmla="*/ 3459126 w 3494568"/>
                <a:gd name="csY60" fmla="*/ 106326 h 2977117"/>
                <a:gd name="csX61" fmla="*/ 3473302 w 3494568"/>
                <a:gd name="csY61" fmla="*/ 127591 h 2977117"/>
                <a:gd name="csX62" fmla="*/ 3487479 w 3494568"/>
                <a:gd name="csY62" fmla="*/ 170121 h 2977117"/>
                <a:gd name="csX63" fmla="*/ 3494568 w 3494568"/>
                <a:gd name="csY63" fmla="*/ 191386 h 2977117"/>
                <a:gd name="csX64" fmla="*/ 3487479 w 3494568"/>
                <a:gd name="csY64" fmla="*/ 241005 h 2977117"/>
                <a:gd name="csX65" fmla="*/ 3423684 w 3494568"/>
                <a:gd name="csY65" fmla="*/ 276447 h 2977117"/>
                <a:gd name="csX66" fmla="*/ 3359888 w 3494568"/>
                <a:gd name="csY66" fmla="*/ 333154 h 2977117"/>
                <a:gd name="csX67" fmla="*/ 3338623 w 3494568"/>
                <a:gd name="csY67" fmla="*/ 375684 h 2977117"/>
                <a:gd name="csX68" fmla="*/ 3324447 w 3494568"/>
                <a:gd name="csY68" fmla="*/ 396949 h 2977117"/>
                <a:gd name="csX69" fmla="*/ 3310270 w 3494568"/>
                <a:gd name="csY69" fmla="*/ 439479 h 2977117"/>
                <a:gd name="csX70" fmla="*/ 3296093 w 3494568"/>
                <a:gd name="csY70" fmla="*/ 489098 h 2977117"/>
                <a:gd name="csX71" fmla="*/ 3289005 w 3494568"/>
                <a:gd name="csY71" fmla="*/ 510363 h 2977117"/>
                <a:gd name="csX72" fmla="*/ 3274828 w 3494568"/>
                <a:gd name="csY72" fmla="*/ 574159 h 2977117"/>
                <a:gd name="csX73" fmla="*/ 3289005 w 3494568"/>
                <a:gd name="csY73" fmla="*/ 630865 h 2977117"/>
                <a:gd name="csX74" fmla="*/ 3310270 w 3494568"/>
                <a:gd name="csY74" fmla="*/ 652131 h 2977117"/>
                <a:gd name="csX75" fmla="*/ 3338623 w 3494568"/>
                <a:gd name="csY75" fmla="*/ 715926 h 2977117"/>
                <a:gd name="csX76" fmla="*/ 3345712 w 3494568"/>
                <a:gd name="csY76" fmla="*/ 744279 h 2977117"/>
                <a:gd name="csX77" fmla="*/ 3359888 w 3494568"/>
                <a:gd name="csY77" fmla="*/ 779721 h 2977117"/>
                <a:gd name="csX78" fmla="*/ 3366977 w 3494568"/>
                <a:gd name="csY78" fmla="*/ 808075 h 2977117"/>
                <a:gd name="csX79" fmla="*/ 3381154 w 3494568"/>
                <a:gd name="csY79" fmla="*/ 836428 h 2977117"/>
                <a:gd name="csX80" fmla="*/ 3395330 w 3494568"/>
                <a:gd name="csY80" fmla="*/ 878959 h 2977117"/>
                <a:gd name="csX81" fmla="*/ 3402419 w 3494568"/>
                <a:gd name="csY81" fmla="*/ 900224 h 2977117"/>
                <a:gd name="csX82" fmla="*/ 3423684 w 3494568"/>
                <a:gd name="csY82" fmla="*/ 978196 h 2977117"/>
                <a:gd name="csX83" fmla="*/ 3437861 w 3494568"/>
                <a:gd name="csY83" fmla="*/ 1056168 h 2977117"/>
                <a:gd name="csX84" fmla="*/ 3452037 w 3494568"/>
                <a:gd name="csY84" fmla="*/ 1112875 h 2977117"/>
                <a:gd name="csX85" fmla="*/ 3452037 w 3494568"/>
                <a:gd name="csY85" fmla="*/ 1516912 h 2977117"/>
                <a:gd name="csX86" fmla="*/ 3444949 w 3494568"/>
                <a:gd name="csY86" fmla="*/ 1552354 h 2977117"/>
                <a:gd name="csX87" fmla="*/ 3437861 w 3494568"/>
                <a:gd name="csY87" fmla="*/ 1609061 h 2977117"/>
                <a:gd name="csX88" fmla="*/ 3416595 w 3494568"/>
                <a:gd name="csY88" fmla="*/ 1722475 h 2977117"/>
                <a:gd name="csX89" fmla="*/ 3395330 w 3494568"/>
                <a:gd name="csY89" fmla="*/ 1850065 h 2977117"/>
                <a:gd name="csX90" fmla="*/ 3381154 w 3494568"/>
                <a:gd name="csY90" fmla="*/ 1906772 h 2977117"/>
                <a:gd name="csX91" fmla="*/ 3366977 w 3494568"/>
                <a:gd name="csY91" fmla="*/ 2055628 h 2977117"/>
                <a:gd name="csX92" fmla="*/ 3359888 w 3494568"/>
                <a:gd name="csY92" fmla="*/ 2126512 h 2977117"/>
                <a:gd name="csX93" fmla="*/ 3374065 w 3494568"/>
                <a:gd name="csY93" fmla="*/ 2083982 h 2977117"/>
                <a:gd name="csX94" fmla="*/ 3381154 w 3494568"/>
                <a:gd name="csY94" fmla="*/ 2062717 h 2977117"/>
                <a:gd name="csX95" fmla="*/ 3409507 w 3494568"/>
                <a:gd name="csY95" fmla="*/ 2126512 h 2977117"/>
                <a:gd name="csX96" fmla="*/ 3430772 w 3494568"/>
                <a:gd name="csY96" fmla="*/ 2176131 h 2977117"/>
                <a:gd name="csX97" fmla="*/ 3444949 w 3494568"/>
                <a:gd name="csY97" fmla="*/ 2225749 h 2977117"/>
                <a:gd name="csX98" fmla="*/ 3437861 w 3494568"/>
                <a:gd name="csY98" fmla="*/ 2587256 h 2977117"/>
                <a:gd name="csX99" fmla="*/ 3381154 w 3494568"/>
                <a:gd name="csY99" fmla="*/ 2629786 h 2977117"/>
                <a:gd name="csX100" fmla="*/ 3359888 w 3494568"/>
                <a:gd name="csY100" fmla="*/ 2651052 h 2977117"/>
                <a:gd name="csX101" fmla="*/ 3310270 w 3494568"/>
                <a:gd name="csY101" fmla="*/ 2679405 h 2977117"/>
                <a:gd name="csX102" fmla="*/ 3289005 w 3494568"/>
                <a:gd name="csY102" fmla="*/ 2686493 h 2977117"/>
                <a:gd name="csX103" fmla="*/ 3232298 w 3494568"/>
                <a:gd name="csY103" fmla="*/ 2714847 h 2977117"/>
                <a:gd name="csX104" fmla="*/ 3211033 w 3494568"/>
                <a:gd name="csY104" fmla="*/ 2721935 h 2977117"/>
                <a:gd name="csX105" fmla="*/ 3154326 w 3494568"/>
                <a:gd name="csY105" fmla="*/ 2736112 h 2977117"/>
                <a:gd name="csX106" fmla="*/ 3076354 w 3494568"/>
                <a:gd name="csY106" fmla="*/ 2757377 h 2977117"/>
                <a:gd name="csX107" fmla="*/ 3048000 w 3494568"/>
                <a:gd name="csY107" fmla="*/ 2764465 h 2977117"/>
                <a:gd name="csX108" fmla="*/ 2977116 w 3494568"/>
                <a:gd name="csY108" fmla="*/ 2778642 h 2977117"/>
                <a:gd name="csX109" fmla="*/ 2913321 w 3494568"/>
                <a:gd name="csY109" fmla="*/ 2792819 h 2977117"/>
                <a:gd name="csX110" fmla="*/ 2884968 w 3494568"/>
                <a:gd name="csY110" fmla="*/ 2799907 h 2977117"/>
                <a:gd name="csX111" fmla="*/ 2863702 w 3494568"/>
                <a:gd name="csY111" fmla="*/ 2806996 h 2977117"/>
                <a:gd name="csX112" fmla="*/ 2806995 w 3494568"/>
                <a:gd name="csY112" fmla="*/ 2814084 h 2977117"/>
                <a:gd name="csX113" fmla="*/ 2736112 w 3494568"/>
                <a:gd name="csY113" fmla="*/ 2828261 h 2977117"/>
                <a:gd name="csX114" fmla="*/ 2700670 w 3494568"/>
                <a:gd name="csY114" fmla="*/ 2835349 h 2977117"/>
                <a:gd name="csX115" fmla="*/ 2622698 w 3494568"/>
                <a:gd name="csY115" fmla="*/ 2849526 h 2977117"/>
                <a:gd name="csX116" fmla="*/ 2523461 w 3494568"/>
                <a:gd name="csY116" fmla="*/ 2870791 h 2977117"/>
                <a:gd name="csX117" fmla="*/ 2473842 w 3494568"/>
                <a:gd name="csY117" fmla="*/ 2884968 h 2977117"/>
                <a:gd name="csX118" fmla="*/ 2431312 w 3494568"/>
                <a:gd name="csY118" fmla="*/ 2899145 h 2977117"/>
                <a:gd name="csX119" fmla="*/ 2388781 w 3494568"/>
                <a:gd name="csY119" fmla="*/ 2906233 h 2977117"/>
                <a:gd name="csX120" fmla="*/ 2317898 w 3494568"/>
                <a:gd name="csY120" fmla="*/ 2927498 h 2977117"/>
                <a:gd name="csX121" fmla="*/ 2275368 w 3494568"/>
                <a:gd name="csY121" fmla="*/ 2941675 h 2977117"/>
                <a:gd name="csX122" fmla="*/ 2239926 w 3494568"/>
                <a:gd name="csY122" fmla="*/ 2948763 h 2977117"/>
                <a:gd name="csX123" fmla="*/ 2154865 w 3494568"/>
                <a:gd name="csY123" fmla="*/ 2962940 h 2977117"/>
                <a:gd name="csX124" fmla="*/ 2062716 w 3494568"/>
                <a:gd name="csY124" fmla="*/ 2977117 h 2977117"/>
                <a:gd name="csX125" fmla="*/ 1346791 w 3494568"/>
                <a:gd name="csY125" fmla="*/ 2962940 h 2977117"/>
                <a:gd name="csX126" fmla="*/ 1190847 w 3494568"/>
                <a:gd name="csY126" fmla="*/ 2927498 h 2977117"/>
                <a:gd name="csX127" fmla="*/ 956930 w 3494568"/>
                <a:gd name="csY127" fmla="*/ 2856614 h 2977117"/>
                <a:gd name="csX128" fmla="*/ 786809 w 3494568"/>
                <a:gd name="csY128" fmla="*/ 2778642 h 2977117"/>
                <a:gd name="csX129" fmla="*/ 701749 w 3494568"/>
                <a:gd name="csY129" fmla="*/ 2729024 h 2977117"/>
                <a:gd name="csX130" fmla="*/ 680484 w 3494568"/>
                <a:gd name="csY130" fmla="*/ 2714847 h 2977117"/>
                <a:gd name="csX131" fmla="*/ 659219 w 3494568"/>
                <a:gd name="csY131" fmla="*/ 2693582 h 2977117"/>
                <a:gd name="csX132" fmla="*/ 652130 w 3494568"/>
                <a:gd name="csY132" fmla="*/ 2658140 h 2977117"/>
                <a:gd name="csX133" fmla="*/ 637954 w 3494568"/>
                <a:gd name="csY133" fmla="*/ 2615610 h 2977117"/>
                <a:gd name="csX134" fmla="*/ 616688 w 3494568"/>
                <a:gd name="csY134" fmla="*/ 2537638 h 2977117"/>
                <a:gd name="csX135" fmla="*/ 588335 w 3494568"/>
                <a:gd name="csY135" fmla="*/ 2459665 h 2977117"/>
                <a:gd name="csX136" fmla="*/ 581247 w 3494568"/>
                <a:gd name="csY136" fmla="*/ 2438400 h 2977117"/>
                <a:gd name="csX137" fmla="*/ 574158 w 3494568"/>
                <a:gd name="csY137" fmla="*/ 2417135 h 2977117"/>
                <a:gd name="csX138" fmla="*/ 552893 w 3494568"/>
                <a:gd name="csY138" fmla="*/ 2324986 h 2977117"/>
                <a:gd name="csX139" fmla="*/ 538716 w 3494568"/>
                <a:gd name="csY139" fmla="*/ 2232838 h 2977117"/>
                <a:gd name="csX140" fmla="*/ 531628 w 3494568"/>
                <a:gd name="csY140" fmla="*/ 2211572 h 2977117"/>
                <a:gd name="csX141" fmla="*/ 524540 w 3494568"/>
                <a:gd name="csY141" fmla="*/ 2183219 h 2977117"/>
                <a:gd name="csX142" fmla="*/ 510363 w 3494568"/>
                <a:gd name="csY142" fmla="*/ 2119424 h 2977117"/>
                <a:gd name="csX143" fmla="*/ 503275 w 3494568"/>
                <a:gd name="csY143" fmla="*/ 2055628 h 2977117"/>
                <a:gd name="csX144" fmla="*/ 474921 w 3494568"/>
                <a:gd name="csY144" fmla="*/ 1956391 h 2977117"/>
                <a:gd name="csX145" fmla="*/ 467833 w 3494568"/>
                <a:gd name="csY145" fmla="*/ 1920949 h 2977117"/>
                <a:gd name="csX146" fmla="*/ 453656 w 3494568"/>
                <a:gd name="csY146" fmla="*/ 1871331 h 2977117"/>
                <a:gd name="csX147" fmla="*/ 446568 w 3494568"/>
                <a:gd name="csY147" fmla="*/ 1828800 h 2977117"/>
                <a:gd name="csX148" fmla="*/ 439479 w 3494568"/>
                <a:gd name="csY148" fmla="*/ 1807535 h 2977117"/>
                <a:gd name="csX149" fmla="*/ 425302 w 3494568"/>
                <a:gd name="csY149" fmla="*/ 1679945 h 2977117"/>
                <a:gd name="csX150" fmla="*/ 439479 w 3494568"/>
                <a:gd name="csY150" fmla="*/ 1559442 h 2977117"/>
                <a:gd name="csX151" fmla="*/ 446568 w 3494568"/>
                <a:gd name="csY151" fmla="*/ 1538177 h 2977117"/>
                <a:gd name="csX152" fmla="*/ 460744 w 3494568"/>
                <a:gd name="csY152" fmla="*/ 1516912 h 2977117"/>
                <a:gd name="csX153" fmla="*/ 460744 w 3494568"/>
                <a:gd name="csY153" fmla="*/ 1410586 h 2977117"/>
                <a:gd name="csX154" fmla="*/ 446568 w 3494568"/>
                <a:gd name="csY154" fmla="*/ 1389321 h 2977117"/>
                <a:gd name="csX155" fmla="*/ 404037 w 3494568"/>
                <a:gd name="csY155" fmla="*/ 1353879 h 2977117"/>
                <a:gd name="csX156" fmla="*/ 382772 w 3494568"/>
                <a:gd name="csY156" fmla="*/ 1332614 h 2977117"/>
                <a:gd name="csX157" fmla="*/ 361507 w 3494568"/>
                <a:gd name="csY157" fmla="*/ 1318438 h 2977117"/>
                <a:gd name="csX158" fmla="*/ 290623 w 3494568"/>
                <a:gd name="csY158" fmla="*/ 1268819 h 2977117"/>
                <a:gd name="csX159" fmla="*/ 269358 w 3494568"/>
                <a:gd name="csY159" fmla="*/ 1254642 h 2977117"/>
                <a:gd name="csX160" fmla="*/ 241005 w 3494568"/>
                <a:gd name="csY160" fmla="*/ 1240465 h 2977117"/>
                <a:gd name="csX161" fmla="*/ 198475 w 3494568"/>
                <a:gd name="csY161" fmla="*/ 1205024 h 2977117"/>
                <a:gd name="csX162" fmla="*/ 155944 w 3494568"/>
                <a:gd name="csY162" fmla="*/ 1183759 h 2977117"/>
                <a:gd name="csX163" fmla="*/ 113414 w 3494568"/>
                <a:gd name="csY163" fmla="*/ 1155405 h 2977117"/>
                <a:gd name="csX164" fmla="*/ 92149 w 3494568"/>
                <a:gd name="csY164" fmla="*/ 1141228 h 2977117"/>
                <a:gd name="csX165" fmla="*/ 77972 w 3494568"/>
                <a:gd name="csY165" fmla="*/ 1119963 h 2977117"/>
                <a:gd name="csX166" fmla="*/ 56707 w 3494568"/>
                <a:gd name="csY166" fmla="*/ 1105786 h 2977117"/>
                <a:gd name="csX167" fmla="*/ 49619 w 3494568"/>
                <a:gd name="csY167" fmla="*/ 1084521 h 2977117"/>
                <a:gd name="csX168" fmla="*/ 35442 w 3494568"/>
                <a:gd name="csY168" fmla="*/ 1063256 h 2977117"/>
                <a:gd name="csX169" fmla="*/ 21265 w 3494568"/>
                <a:gd name="csY169" fmla="*/ 1027814 h 2977117"/>
                <a:gd name="csX170" fmla="*/ 7088 w 3494568"/>
                <a:gd name="csY170" fmla="*/ 985284 h 2977117"/>
                <a:gd name="csX171" fmla="*/ 0 w 3494568"/>
                <a:gd name="csY171" fmla="*/ 935665 h 2977117"/>
                <a:gd name="csX172" fmla="*/ 7088 w 3494568"/>
                <a:gd name="csY172" fmla="*/ 878959 h 2977117"/>
                <a:gd name="csX173" fmla="*/ 28354 w 3494568"/>
                <a:gd name="csY173" fmla="*/ 864782 h 2977117"/>
                <a:gd name="csX174" fmla="*/ 99237 w 3494568"/>
                <a:gd name="csY174" fmla="*/ 857693 h 2977117"/>
                <a:gd name="csX175" fmla="*/ 155944 w 3494568"/>
                <a:gd name="csY175" fmla="*/ 829340 h 2977117"/>
                <a:gd name="csX176" fmla="*/ 198475 w 3494568"/>
                <a:gd name="csY176" fmla="*/ 808075 h 2977117"/>
                <a:gd name="csX177" fmla="*/ 262270 w 3494568"/>
                <a:gd name="csY177" fmla="*/ 786810 h 2977117"/>
                <a:gd name="csX178" fmla="*/ 318977 w 3494568"/>
                <a:gd name="csY178" fmla="*/ 772633 h 2977117"/>
                <a:gd name="csX179" fmla="*/ 340242 w 3494568"/>
                <a:gd name="csY179" fmla="*/ 765545 h 2977117"/>
                <a:gd name="csX180" fmla="*/ 418214 w 3494568"/>
                <a:gd name="csY180" fmla="*/ 744279 h 2977117"/>
                <a:gd name="csX181" fmla="*/ 482009 w 3494568"/>
                <a:gd name="csY181" fmla="*/ 723014 h 2977117"/>
                <a:gd name="csX182" fmla="*/ 503275 w 3494568"/>
                <a:gd name="csY182" fmla="*/ 715926 h 2977117"/>
                <a:gd name="csX183" fmla="*/ 545805 w 3494568"/>
                <a:gd name="csY183" fmla="*/ 694661 h 2977117"/>
                <a:gd name="csX184" fmla="*/ 588335 w 3494568"/>
                <a:gd name="csY184" fmla="*/ 673396 h 2977117"/>
                <a:gd name="csX185" fmla="*/ 630865 w 3494568"/>
                <a:gd name="csY185" fmla="*/ 637954 h 2977117"/>
                <a:gd name="csX186" fmla="*/ 652130 w 3494568"/>
                <a:gd name="csY186" fmla="*/ 623777 h 2977117"/>
                <a:gd name="csX187" fmla="*/ 694661 w 3494568"/>
                <a:gd name="csY187" fmla="*/ 588335 h 2977117"/>
                <a:gd name="csX188" fmla="*/ 708837 w 3494568"/>
                <a:gd name="csY188" fmla="*/ 567070 h 2977117"/>
                <a:gd name="csX189" fmla="*/ 751368 w 3494568"/>
                <a:gd name="csY189" fmla="*/ 538717 h 2977117"/>
                <a:gd name="csX190" fmla="*/ 765544 w 3494568"/>
                <a:gd name="csY190" fmla="*/ 517452 h 2977117"/>
                <a:gd name="csX191" fmla="*/ 786809 w 3494568"/>
                <a:gd name="csY191" fmla="*/ 510363 h 2977117"/>
                <a:gd name="csX192" fmla="*/ 829340 w 3494568"/>
                <a:gd name="csY192" fmla="*/ 482010 h 2977117"/>
                <a:gd name="csX193" fmla="*/ 871870 w 3494568"/>
                <a:gd name="csY193" fmla="*/ 453656 h 2977117"/>
                <a:gd name="csX194" fmla="*/ 893135 w 3494568"/>
                <a:gd name="csY194" fmla="*/ 439479 h 2977117"/>
                <a:gd name="csX195" fmla="*/ 935665 w 3494568"/>
                <a:gd name="csY195" fmla="*/ 404038 h 2977117"/>
                <a:gd name="csX196" fmla="*/ 956930 w 3494568"/>
                <a:gd name="csY196" fmla="*/ 396949 h 2977117"/>
                <a:gd name="csX197" fmla="*/ 971107 w 3494568"/>
                <a:gd name="csY197" fmla="*/ 375684 h 29771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</a:cxnLst>
              <a:rect l="l" t="t" r="r" b="b"/>
              <a:pathLst>
                <a:path w="3494568" h="2977117">
                  <a:moveTo>
                    <a:pt x="70884" y="836428"/>
                  </a:moveTo>
                  <a:cubicBezTo>
                    <a:pt x="87423" y="838791"/>
                    <a:pt x="103795" y="843517"/>
                    <a:pt x="120502" y="843517"/>
                  </a:cubicBezTo>
                  <a:cubicBezTo>
                    <a:pt x="189054" y="843517"/>
                    <a:pt x="149819" y="838471"/>
                    <a:pt x="198475" y="822252"/>
                  </a:cubicBezTo>
                  <a:cubicBezTo>
                    <a:pt x="209904" y="818442"/>
                    <a:pt x="222155" y="817777"/>
                    <a:pt x="233916" y="815163"/>
                  </a:cubicBezTo>
                  <a:cubicBezTo>
                    <a:pt x="243426" y="813050"/>
                    <a:pt x="252819" y="810438"/>
                    <a:pt x="262270" y="808075"/>
                  </a:cubicBezTo>
                  <a:cubicBezTo>
                    <a:pt x="303136" y="780830"/>
                    <a:pt x="263714" y="804418"/>
                    <a:pt x="304800" y="786810"/>
                  </a:cubicBezTo>
                  <a:cubicBezTo>
                    <a:pt x="356695" y="764569"/>
                    <a:pt x="309232" y="778613"/>
                    <a:pt x="361507" y="765545"/>
                  </a:cubicBezTo>
                  <a:cubicBezTo>
                    <a:pt x="404598" y="736817"/>
                    <a:pt x="358817" y="763895"/>
                    <a:pt x="411126" y="744279"/>
                  </a:cubicBezTo>
                  <a:cubicBezTo>
                    <a:pt x="421020" y="740569"/>
                    <a:pt x="429585" y="733813"/>
                    <a:pt x="439479" y="730103"/>
                  </a:cubicBezTo>
                  <a:cubicBezTo>
                    <a:pt x="448601" y="726682"/>
                    <a:pt x="458466" y="725690"/>
                    <a:pt x="467833" y="723014"/>
                  </a:cubicBezTo>
                  <a:cubicBezTo>
                    <a:pt x="475017" y="720961"/>
                    <a:pt x="482102" y="718549"/>
                    <a:pt x="489098" y="715926"/>
                  </a:cubicBezTo>
                  <a:cubicBezTo>
                    <a:pt x="501012" y="711458"/>
                    <a:pt x="512379" y="705491"/>
                    <a:pt x="524540" y="701749"/>
                  </a:cubicBezTo>
                  <a:cubicBezTo>
                    <a:pt x="543162" y="696019"/>
                    <a:pt x="581247" y="687572"/>
                    <a:pt x="581247" y="687572"/>
                  </a:cubicBezTo>
                  <a:cubicBezTo>
                    <a:pt x="588335" y="682847"/>
                    <a:pt x="594727" y="676856"/>
                    <a:pt x="602512" y="673396"/>
                  </a:cubicBezTo>
                  <a:cubicBezTo>
                    <a:pt x="616168" y="667327"/>
                    <a:pt x="645042" y="659219"/>
                    <a:pt x="645042" y="659219"/>
                  </a:cubicBezTo>
                  <a:lnTo>
                    <a:pt x="708837" y="616689"/>
                  </a:lnTo>
                  <a:cubicBezTo>
                    <a:pt x="715925" y="611963"/>
                    <a:pt x="722020" y="605206"/>
                    <a:pt x="730102" y="602512"/>
                  </a:cubicBezTo>
                  <a:lnTo>
                    <a:pt x="751368" y="595424"/>
                  </a:lnTo>
                  <a:lnTo>
                    <a:pt x="815163" y="531628"/>
                  </a:lnTo>
                  <a:cubicBezTo>
                    <a:pt x="824614" y="522177"/>
                    <a:pt x="836102" y="514396"/>
                    <a:pt x="843516" y="503275"/>
                  </a:cubicBezTo>
                  <a:cubicBezTo>
                    <a:pt x="854734" y="486448"/>
                    <a:pt x="865773" y="469039"/>
                    <a:pt x="878958" y="453656"/>
                  </a:cubicBezTo>
                  <a:cubicBezTo>
                    <a:pt x="885482" y="446045"/>
                    <a:pt x="893699" y="440002"/>
                    <a:pt x="900223" y="432391"/>
                  </a:cubicBezTo>
                  <a:cubicBezTo>
                    <a:pt x="907911" y="423421"/>
                    <a:pt x="913800" y="413008"/>
                    <a:pt x="921488" y="404038"/>
                  </a:cubicBezTo>
                  <a:cubicBezTo>
                    <a:pt x="928012" y="396427"/>
                    <a:pt x="936336" y="390473"/>
                    <a:pt x="942754" y="382772"/>
                  </a:cubicBezTo>
                  <a:cubicBezTo>
                    <a:pt x="970099" y="349958"/>
                    <a:pt x="941953" y="371306"/>
                    <a:pt x="978195" y="340242"/>
                  </a:cubicBezTo>
                  <a:cubicBezTo>
                    <a:pt x="987165" y="332554"/>
                    <a:pt x="997579" y="326665"/>
                    <a:pt x="1006549" y="318977"/>
                  </a:cubicBezTo>
                  <a:cubicBezTo>
                    <a:pt x="1014160" y="312453"/>
                    <a:pt x="1019657" y="303539"/>
                    <a:pt x="1027814" y="297712"/>
                  </a:cubicBezTo>
                  <a:cubicBezTo>
                    <a:pt x="1036413" y="291570"/>
                    <a:pt x="1047569" y="289677"/>
                    <a:pt x="1056168" y="283535"/>
                  </a:cubicBezTo>
                  <a:cubicBezTo>
                    <a:pt x="1064325" y="277708"/>
                    <a:pt x="1069413" y="268285"/>
                    <a:pt x="1077433" y="262270"/>
                  </a:cubicBezTo>
                  <a:cubicBezTo>
                    <a:pt x="1088455" y="254004"/>
                    <a:pt x="1101412" y="248647"/>
                    <a:pt x="1112875" y="241005"/>
                  </a:cubicBezTo>
                  <a:cubicBezTo>
                    <a:pt x="1155788" y="212396"/>
                    <a:pt x="1124592" y="225285"/>
                    <a:pt x="1162493" y="212652"/>
                  </a:cubicBezTo>
                  <a:cubicBezTo>
                    <a:pt x="1213129" y="178894"/>
                    <a:pt x="1188493" y="188430"/>
                    <a:pt x="1233377" y="177210"/>
                  </a:cubicBezTo>
                  <a:cubicBezTo>
                    <a:pt x="1284488" y="151653"/>
                    <a:pt x="1251927" y="166954"/>
                    <a:pt x="1332614" y="134679"/>
                  </a:cubicBezTo>
                  <a:cubicBezTo>
                    <a:pt x="1344428" y="129953"/>
                    <a:pt x="1355712" y="123589"/>
                    <a:pt x="1368056" y="120503"/>
                  </a:cubicBezTo>
                  <a:lnTo>
                    <a:pt x="1424763" y="106326"/>
                  </a:lnTo>
                  <a:cubicBezTo>
                    <a:pt x="1465629" y="79081"/>
                    <a:pt x="1426207" y="102669"/>
                    <a:pt x="1467293" y="85061"/>
                  </a:cubicBezTo>
                  <a:cubicBezTo>
                    <a:pt x="1477006" y="80899"/>
                    <a:pt x="1485753" y="74594"/>
                    <a:pt x="1495647" y="70884"/>
                  </a:cubicBezTo>
                  <a:cubicBezTo>
                    <a:pt x="1504769" y="67463"/>
                    <a:pt x="1514758" y="66877"/>
                    <a:pt x="1524000" y="63796"/>
                  </a:cubicBezTo>
                  <a:cubicBezTo>
                    <a:pt x="1571771" y="47872"/>
                    <a:pt x="1545883" y="49531"/>
                    <a:pt x="1594884" y="42531"/>
                  </a:cubicBezTo>
                  <a:cubicBezTo>
                    <a:pt x="1616065" y="39505"/>
                    <a:pt x="1637498" y="38468"/>
                    <a:pt x="1658679" y="35442"/>
                  </a:cubicBezTo>
                  <a:cubicBezTo>
                    <a:pt x="1670606" y="33738"/>
                    <a:pt x="1682152" y="29735"/>
                    <a:pt x="1694121" y="28354"/>
                  </a:cubicBezTo>
                  <a:cubicBezTo>
                    <a:pt x="1743636" y="22641"/>
                    <a:pt x="1793439" y="19681"/>
                    <a:pt x="1842977" y="14177"/>
                  </a:cubicBezTo>
                  <a:lnTo>
                    <a:pt x="1906772" y="7089"/>
                  </a:lnTo>
                  <a:cubicBezTo>
                    <a:pt x="2079256" y="9452"/>
                    <a:pt x="2251847" y="7631"/>
                    <a:pt x="2424223" y="14177"/>
                  </a:cubicBezTo>
                  <a:cubicBezTo>
                    <a:pt x="2439156" y="14744"/>
                    <a:pt x="2452577" y="23628"/>
                    <a:pt x="2466754" y="28354"/>
                  </a:cubicBezTo>
                  <a:lnTo>
                    <a:pt x="2530549" y="49619"/>
                  </a:lnTo>
                  <a:lnTo>
                    <a:pt x="2594344" y="70884"/>
                  </a:lnTo>
                  <a:cubicBezTo>
                    <a:pt x="2601432" y="73247"/>
                    <a:pt x="2608282" y="76507"/>
                    <a:pt x="2615609" y="77972"/>
                  </a:cubicBezTo>
                  <a:cubicBezTo>
                    <a:pt x="2672032" y="89257"/>
                    <a:pt x="2639077" y="83731"/>
                    <a:pt x="2714847" y="92149"/>
                  </a:cubicBezTo>
                  <a:lnTo>
                    <a:pt x="3019647" y="85061"/>
                  </a:lnTo>
                  <a:cubicBezTo>
                    <a:pt x="3031922" y="84539"/>
                    <a:pt x="3085659" y="65420"/>
                    <a:pt x="3090530" y="63796"/>
                  </a:cubicBezTo>
                  <a:cubicBezTo>
                    <a:pt x="3097618" y="61433"/>
                    <a:pt x="3105578" y="60851"/>
                    <a:pt x="3111795" y="56707"/>
                  </a:cubicBezTo>
                  <a:cubicBezTo>
                    <a:pt x="3118884" y="51982"/>
                    <a:pt x="3125276" y="45991"/>
                    <a:pt x="3133061" y="42531"/>
                  </a:cubicBezTo>
                  <a:cubicBezTo>
                    <a:pt x="3172164" y="25152"/>
                    <a:pt x="3172915" y="30795"/>
                    <a:pt x="3211033" y="21265"/>
                  </a:cubicBezTo>
                  <a:cubicBezTo>
                    <a:pt x="3218282" y="19453"/>
                    <a:pt x="3224971" y="15642"/>
                    <a:pt x="3232298" y="14177"/>
                  </a:cubicBezTo>
                  <a:cubicBezTo>
                    <a:pt x="3248681" y="10901"/>
                    <a:pt x="3265403" y="9629"/>
                    <a:pt x="3281916" y="7089"/>
                  </a:cubicBezTo>
                  <a:cubicBezTo>
                    <a:pt x="3296121" y="4904"/>
                    <a:pt x="3310270" y="2363"/>
                    <a:pt x="3324447" y="0"/>
                  </a:cubicBezTo>
                  <a:cubicBezTo>
                    <a:pt x="3345712" y="2363"/>
                    <a:pt x="3367485" y="1900"/>
                    <a:pt x="3388242" y="7089"/>
                  </a:cubicBezTo>
                  <a:cubicBezTo>
                    <a:pt x="3401403" y="10379"/>
                    <a:pt x="3422836" y="34594"/>
                    <a:pt x="3430772" y="42531"/>
                  </a:cubicBezTo>
                  <a:cubicBezTo>
                    <a:pt x="3448591" y="95982"/>
                    <a:pt x="3424555" y="30097"/>
                    <a:pt x="3452037" y="85061"/>
                  </a:cubicBezTo>
                  <a:cubicBezTo>
                    <a:pt x="3455379" y="91744"/>
                    <a:pt x="3455784" y="99643"/>
                    <a:pt x="3459126" y="106326"/>
                  </a:cubicBezTo>
                  <a:cubicBezTo>
                    <a:pt x="3462936" y="113946"/>
                    <a:pt x="3469842" y="119806"/>
                    <a:pt x="3473302" y="127591"/>
                  </a:cubicBezTo>
                  <a:cubicBezTo>
                    <a:pt x="3479371" y="141247"/>
                    <a:pt x="3482753" y="155944"/>
                    <a:pt x="3487479" y="170121"/>
                  </a:cubicBezTo>
                  <a:lnTo>
                    <a:pt x="3494568" y="191386"/>
                  </a:lnTo>
                  <a:cubicBezTo>
                    <a:pt x="3492205" y="207926"/>
                    <a:pt x="3496449" y="226909"/>
                    <a:pt x="3487479" y="241005"/>
                  </a:cubicBezTo>
                  <a:cubicBezTo>
                    <a:pt x="3474354" y="261630"/>
                    <a:pt x="3445492" y="269178"/>
                    <a:pt x="3423684" y="276447"/>
                  </a:cubicBezTo>
                  <a:cubicBezTo>
                    <a:pt x="3375130" y="325001"/>
                    <a:pt x="3397836" y="307856"/>
                    <a:pt x="3359888" y="333154"/>
                  </a:cubicBezTo>
                  <a:cubicBezTo>
                    <a:pt x="3319262" y="394096"/>
                    <a:pt x="3367970" y="316990"/>
                    <a:pt x="3338623" y="375684"/>
                  </a:cubicBezTo>
                  <a:cubicBezTo>
                    <a:pt x="3334813" y="383304"/>
                    <a:pt x="3327907" y="389164"/>
                    <a:pt x="3324447" y="396949"/>
                  </a:cubicBezTo>
                  <a:cubicBezTo>
                    <a:pt x="3318378" y="410605"/>
                    <a:pt x="3314996" y="425302"/>
                    <a:pt x="3310270" y="439479"/>
                  </a:cubicBezTo>
                  <a:cubicBezTo>
                    <a:pt x="3293276" y="490460"/>
                    <a:pt x="3313890" y="426804"/>
                    <a:pt x="3296093" y="489098"/>
                  </a:cubicBezTo>
                  <a:cubicBezTo>
                    <a:pt x="3294040" y="496282"/>
                    <a:pt x="3291058" y="503179"/>
                    <a:pt x="3289005" y="510363"/>
                  </a:cubicBezTo>
                  <a:cubicBezTo>
                    <a:pt x="3282328" y="533731"/>
                    <a:pt x="3279703" y="549785"/>
                    <a:pt x="3274828" y="574159"/>
                  </a:cubicBezTo>
                  <a:cubicBezTo>
                    <a:pt x="3275851" y="579276"/>
                    <a:pt x="3282776" y="621521"/>
                    <a:pt x="3289005" y="630865"/>
                  </a:cubicBezTo>
                  <a:cubicBezTo>
                    <a:pt x="3294566" y="639206"/>
                    <a:pt x="3304443" y="643974"/>
                    <a:pt x="3310270" y="652131"/>
                  </a:cubicBezTo>
                  <a:cubicBezTo>
                    <a:pt x="3317992" y="662942"/>
                    <a:pt x="3335148" y="705501"/>
                    <a:pt x="3338623" y="715926"/>
                  </a:cubicBezTo>
                  <a:cubicBezTo>
                    <a:pt x="3341704" y="725168"/>
                    <a:pt x="3342631" y="735037"/>
                    <a:pt x="3345712" y="744279"/>
                  </a:cubicBezTo>
                  <a:cubicBezTo>
                    <a:pt x="3349736" y="756350"/>
                    <a:pt x="3355864" y="767650"/>
                    <a:pt x="3359888" y="779721"/>
                  </a:cubicBezTo>
                  <a:cubicBezTo>
                    <a:pt x="3362969" y="788963"/>
                    <a:pt x="3363556" y="798953"/>
                    <a:pt x="3366977" y="808075"/>
                  </a:cubicBezTo>
                  <a:cubicBezTo>
                    <a:pt x="3370687" y="817969"/>
                    <a:pt x="3377230" y="826617"/>
                    <a:pt x="3381154" y="836428"/>
                  </a:cubicBezTo>
                  <a:cubicBezTo>
                    <a:pt x="3386704" y="850303"/>
                    <a:pt x="3390604" y="864782"/>
                    <a:pt x="3395330" y="878959"/>
                  </a:cubicBezTo>
                  <a:cubicBezTo>
                    <a:pt x="3397693" y="886047"/>
                    <a:pt x="3400607" y="892975"/>
                    <a:pt x="3402419" y="900224"/>
                  </a:cubicBezTo>
                  <a:cubicBezTo>
                    <a:pt x="3418407" y="964180"/>
                    <a:pt x="3410433" y="938447"/>
                    <a:pt x="3423684" y="978196"/>
                  </a:cubicBezTo>
                  <a:cubicBezTo>
                    <a:pt x="3428029" y="1004266"/>
                    <a:pt x="3431913" y="1030393"/>
                    <a:pt x="3437861" y="1056168"/>
                  </a:cubicBezTo>
                  <a:cubicBezTo>
                    <a:pt x="3442242" y="1075153"/>
                    <a:pt x="3452037" y="1112875"/>
                    <a:pt x="3452037" y="1112875"/>
                  </a:cubicBezTo>
                  <a:cubicBezTo>
                    <a:pt x="3463726" y="1299879"/>
                    <a:pt x="3463747" y="1247579"/>
                    <a:pt x="3452037" y="1516912"/>
                  </a:cubicBezTo>
                  <a:cubicBezTo>
                    <a:pt x="3451514" y="1528949"/>
                    <a:pt x="3446781" y="1540446"/>
                    <a:pt x="3444949" y="1552354"/>
                  </a:cubicBezTo>
                  <a:cubicBezTo>
                    <a:pt x="3442053" y="1571182"/>
                    <a:pt x="3440993" y="1590271"/>
                    <a:pt x="3437861" y="1609061"/>
                  </a:cubicBezTo>
                  <a:cubicBezTo>
                    <a:pt x="3422403" y="1701810"/>
                    <a:pt x="3426729" y="1651541"/>
                    <a:pt x="3416595" y="1722475"/>
                  </a:cubicBezTo>
                  <a:cubicBezTo>
                    <a:pt x="3401476" y="1828306"/>
                    <a:pt x="3419621" y="1728609"/>
                    <a:pt x="3395330" y="1850065"/>
                  </a:cubicBezTo>
                  <a:cubicBezTo>
                    <a:pt x="3386776" y="1892837"/>
                    <a:pt x="3392052" y="1874075"/>
                    <a:pt x="3381154" y="1906772"/>
                  </a:cubicBezTo>
                  <a:cubicBezTo>
                    <a:pt x="3376428" y="1956391"/>
                    <a:pt x="3371778" y="2006017"/>
                    <a:pt x="3366977" y="2055628"/>
                  </a:cubicBezTo>
                  <a:cubicBezTo>
                    <a:pt x="3364690" y="2079263"/>
                    <a:pt x="3352379" y="2149039"/>
                    <a:pt x="3359888" y="2126512"/>
                  </a:cubicBezTo>
                  <a:lnTo>
                    <a:pt x="3374065" y="2083982"/>
                  </a:lnTo>
                  <a:lnTo>
                    <a:pt x="3381154" y="2062717"/>
                  </a:lnTo>
                  <a:cubicBezTo>
                    <a:pt x="3398024" y="2113329"/>
                    <a:pt x="3387041" y="2092813"/>
                    <a:pt x="3409507" y="2126512"/>
                  </a:cubicBezTo>
                  <a:cubicBezTo>
                    <a:pt x="3426126" y="2176373"/>
                    <a:pt x="3404499" y="2114830"/>
                    <a:pt x="3430772" y="2176131"/>
                  </a:cubicBezTo>
                  <a:cubicBezTo>
                    <a:pt x="3436876" y="2190373"/>
                    <a:pt x="3441350" y="2211354"/>
                    <a:pt x="3444949" y="2225749"/>
                  </a:cubicBezTo>
                  <a:cubicBezTo>
                    <a:pt x="3442586" y="2346251"/>
                    <a:pt x="3450932" y="2467441"/>
                    <a:pt x="3437861" y="2587256"/>
                  </a:cubicBezTo>
                  <a:cubicBezTo>
                    <a:pt x="3436827" y="2596737"/>
                    <a:pt x="3391888" y="2620841"/>
                    <a:pt x="3381154" y="2629786"/>
                  </a:cubicBezTo>
                  <a:cubicBezTo>
                    <a:pt x="3373453" y="2636204"/>
                    <a:pt x="3367589" y="2644634"/>
                    <a:pt x="3359888" y="2651052"/>
                  </a:cubicBezTo>
                  <a:cubicBezTo>
                    <a:pt x="3347328" y="2661518"/>
                    <a:pt x="3324539" y="2673290"/>
                    <a:pt x="3310270" y="2679405"/>
                  </a:cubicBezTo>
                  <a:cubicBezTo>
                    <a:pt x="3303402" y="2682348"/>
                    <a:pt x="3295807" y="2683401"/>
                    <a:pt x="3289005" y="2686493"/>
                  </a:cubicBezTo>
                  <a:cubicBezTo>
                    <a:pt x="3269766" y="2695238"/>
                    <a:pt x="3252347" y="2708164"/>
                    <a:pt x="3232298" y="2714847"/>
                  </a:cubicBezTo>
                  <a:cubicBezTo>
                    <a:pt x="3225210" y="2717210"/>
                    <a:pt x="3218241" y="2719969"/>
                    <a:pt x="3211033" y="2721935"/>
                  </a:cubicBezTo>
                  <a:cubicBezTo>
                    <a:pt x="3192235" y="2727062"/>
                    <a:pt x="3172810" y="2729951"/>
                    <a:pt x="3154326" y="2736112"/>
                  </a:cubicBezTo>
                  <a:cubicBezTo>
                    <a:pt x="3114579" y="2749360"/>
                    <a:pt x="3140304" y="2741390"/>
                    <a:pt x="3076354" y="2757377"/>
                  </a:cubicBezTo>
                  <a:cubicBezTo>
                    <a:pt x="3066903" y="2759740"/>
                    <a:pt x="3057553" y="2762554"/>
                    <a:pt x="3048000" y="2764465"/>
                  </a:cubicBezTo>
                  <a:cubicBezTo>
                    <a:pt x="3024372" y="2769191"/>
                    <a:pt x="3000492" y="2772797"/>
                    <a:pt x="2977116" y="2778642"/>
                  </a:cubicBezTo>
                  <a:cubicBezTo>
                    <a:pt x="2908006" y="2795921"/>
                    <a:pt x="2994265" y="2774832"/>
                    <a:pt x="2913321" y="2792819"/>
                  </a:cubicBezTo>
                  <a:cubicBezTo>
                    <a:pt x="2903811" y="2794932"/>
                    <a:pt x="2894335" y="2797231"/>
                    <a:pt x="2884968" y="2799907"/>
                  </a:cubicBezTo>
                  <a:cubicBezTo>
                    <a:pt x="2877783" y="2801960"/>
                    <a:pt x="2871054" y="2805659"/>
                    <a:pt x="2863702" y="2806996"/>
                  </a:cubicBezTo>
                  <a:cubicBezTo>
                    <a:pt x="2844960" y="2810404"/>
                    <a:pt x="2825785" y="2810952"/>
                    <a:pt x="2806995" y="2814084"/>
                  </a:cubicBezTo>
                  <a:cubicBezTo>
                    <a:pt x="2783227" y="2818045"/>
                    <a:pt x="2759740" y="2823535"/>
                    <a:pt x="2736112" y="2828261"/>
                  </a:cubicBezTo>
                  <a:cubicBezTo>
                    <a:pt x="2724298" y="2830624"/>
                    <a:pt x="2712554" y="2833368"/>
                    <a:pt x="2700670" y="2835349"/>
                  </a:cubicBezTo>
                  <a:cubicBezTo>
                    <a:pt x="2686788" y="2837663"/>
                    <a:pt x="2638256" y="2845283"/>
                    <a:pt x="2622698" y="2849526"/>
                  </a:cubicBezTo>
                  <a:cubicBezTo>
                    <a:pt x="2537231" y="2872835"/>
                    <a:pt x="2626693" y="2857888"/>
                    <a:pt x="2523461" y="2870791"/>
                  </a:cubicBezTo>
                  <a:cubicBezTo>
                    <a:pt x="2506921" y="2875517"/>
                    <a:pt x="2490283" y="2879909"/>
                    <a:pt x="2473842" y="2884968"/>
                  </a:cubicBezTo>
                  <a:cubicBezTo>
                    <a:pt x="2459559" y="2889363"/>
                    <a:pt x="2445809" y="2895521"/>
                    <a:pt x="2431312" y="2899145"/>
                  </a:cubicBezTo>
                  <a:cubicBezTo>
                    <a:pt x="2417369" y="2902631"/>
                    <a:pt x="2402958" y="2903870"/>
                    <a:pt x="2388781" y="2906233"/>
                  </a:cubicBezTo>
                  <a:cubicBezTo>
                    <a:pt x="2313236" y="2936452"/>
                    <a:pt x="2393199" y="2906962"/>
                    <a:pt x="2317898" y="2927498"/>
                  </a:cubicBezTo>
                  <a:cubicBezTo>
                    <a:pt x="2303481" y="2931430"/>
                    <a:pt x="2289785" y="2937743"/>
                    <a:pt x="2275368" y="2941675"/>
                  </a:cubicBezTo>
                  <a:cubicBezTo>
                    <a:pt x="2263745" y="2944845"/>
                    <a:pt x="2251791" y="2946669"/>
                    <a:pt x="2239926" y="2948763"/>
                  </a:cubicBezTo>
                  <a:lnTo>
                    <a:pt x="2154865" y="2962940"/>
                  </a:lnTo>
                  <a:cubicBezTo>
                    <a:pt x="2095871" y="2972772"/>
                    <a:pt x="2126544" y="2967998"/>
                    <a:pt x="2062716" y="2977117"/>
                  </a:cubicBezTo>
                  <a:cubicBezTo>
                    <a:pt x="1824074" y="2972391"/>
                    <a:pt x="1585094" y="2976502"/>
                    <a:pt x="1346791" y="2962940"/>
                  </a:cubicBezTo>
                  <a:cubicBezTo>
                    <a:pt x="1293570" y="2959911"/>
                    <a:pt x="1242562" y="2940427"/>
                    <a:pt x="1190847" y="2927498"/>
                  </a:cubicBezTo>
                  <a:cubicBezTo>
                    <a:pt x="1139665" y="2914702"/>
                    <a:pt x="1009996" y="2878385"/>
                    <a:pt x="956930" y="2856614"/>
                  </a:cubicBezTo>
                  <a:cubicBezTo>
                    <a:pt x="899218" y="2832938"/>
                    <a:pt x="840691" y="2810073"/>
                    <a:pt x="786809" y="2778642"/>
                  </a:cubicBezTo>
                  <a:cubicBezTo>
                    <a:pt x="758456" y="2762103"/>
                    <a:pt x="729061" y="2747232"/>
                    <a:pt x="701749" y="2729024"/>
                  </a:cubicBezTo>
                  <a:cubicBezTo>
                    <a:pt x="694661" y="2724298"/>
                    <a:pt x="687029" y="2720301"/>
                    <a:pt x="680484" y="2714847"/>
                  </a:cubicBezTo>
                  <a:cubicBezTo>
                    <a:pt x="672783" y="2708429"/>
                    <a:pt x="666307" y="2700670"/>
                    <a:pt x="659219" y="2693582"/>
                  </a:cubicBezTo>
                  <a:cubicBezTo>
                    <a:pt x="656856" y="2681768"/>
                    <a:pt x="655300" y="2669763"/>
                    <a:pt x="652130" y="2658140"/>
                  </a:cubicBezTo>
                  <a:cubicBezTo>
                    <a:pt x="648198" y="2643723"/>
                    <a:pt x="641578" y="2630107"/>
                    <a:pt x="637954" y="2615610"/>
                  </a:cubicBezTo>
                  <a:cubicBezTo>
                    <a:pt x="630596" y="2586179"/>
                    <a:pt x="626629" y="2564147"/>
                    <a:pt x="616688" y="2537638"/>
                  </a:cubicBezTo>
                  <a:cubicBezTo>
                    <a:pt x="587110" y="2458763"/>
                    <a:pt x="618107" y="2548982"/>
                    <a:pt x="588335" y="2459665"/>
                  </a:cubicBezTo>
                  <a:lnTo>
                    <a:pt x="581247" y="2438400"/>
                  </a:lnTo>
                  <a:cubicBezTo>
                    <a:pt x="578884" y="2431312"/>
                    <a:pt x="575970" y="2424384"/>
                    <a:pt x="574158" y="2417135"/>
                  </a:cubicBezTo>
                  <a:cubicBezTo>
                    <a:pt x="565878" y="2384017"/>
                    <a:pt x="558348" y="2357720"/>
                    <a:pt x="552893" y="2324986"/>
                  </a:cubicBezTo>
                  <a:cubicBezTo>
                    <a:pt x="549121" y="2302353"/>
                    <a:pt x="543951" y="2256395"/>
                    <a:pt x="538716" y="2232838"/>
                  </a:cubicBezTo>
                  <a:cubicBezTo>
                    <a:pt x="537095" y="2225544"/>
                    <a:pt x="533681" y="2218757"/>
                    <a:pt x="531628" y="2211572"/>
                  </a:cubicBezTo>
                  <a:cubicBezTo>
                    <a:pt x="528952" y="2202205"/>
                    <a:pt x="526653" y="2192729"/>
                    <a:pt x="524540" y="2183219"/>
                  </a:cubicBezTo>
                  <a:cubicBezTo>
                    <a:pt x="506542" y="2102229"/>
                    <a:pt x="527649" y="2188570"/>
                    <a:pt x="510363" y="2119424"/>
                  </a:cubicBezTo>
                  <a:cubicBezTo>
                    <a:pt x="508000" y="2098159"/>
                    <a:pt x="506993" y="2076699"/>
                    <a:pt x="503275" y="2055628"/>
                  </a:cubicBezTo>
                  <a:cubicBezTo>
                    <a:pt x="491469" y="1988724"/>
                    <a:pt x="490662" y="2014107"/>
                    <a:pt x="474921" y="1956391"/>
                  </a:cubicBezTo>
                  <a:cubicBezTo>
                    <a:pt x="471751" y="1944768"/>
                    <a:pt x="470447" y="1932710"/>
                    <a:pt x="467833" y="1920949"/>
                  </a:cubicBezTo>
                  <a:cubicBezTo>
                    <a:pt x="461901" y="1894256"/>
                    <a:pt x="461547" y="1895005"/>
                    <a:pt x="453656" y="1871331"/>
                  </a:cubicBezTo>
                  <a:cubicBezTo>
                    <a:pt x="451293" y="1857154"/>
                    <a:pt x="449686" y="1842830"/>
                    <a:pt x="446568" y="1828800"/>
                  </a:cubicBezTo>
                  <a:cubicBezTo>
                    <a:pt x="444947" y="1821506"/>
                    <a:pt x="440816" y="1814886"/>
                    <a:pt x="439479" y="1807535"/>
                  </a:cubicBezTo>
                  <a:cubicBezTo>
                    <a:pt x="435022" y="1783023"/>
                    <a:pt x="427336" y="1700281"/>
                    <a:pt x="425302" y="1679945"/>
                  </a:cubicBezTo>
                  <a:cubicBezTo>
                    <a:pt x="430713" y="1609605"/>
                    <a:pt x="425687" y="1607715"/>
                    <a:pt x="439479" y="1559442"/>
                  </a:cubicBezTo>
                  <a:cubicBezTo>
                    <a:pt x="441532" y="1552258"/>
                    <a:pt x="443226" y="1544860"/>
                    <a:pt x="446568" y="1538177"/>
                  </a:cubicBezTo>
                  <a:cubicBezTo>
                    <a:pt x="450378" y="1530557"/>
                    <a:pt x="456019" y="1524000"/>
                    <a:pt x="460744" y="1516912"/>
                  </a:cubicBezTo>
                  <a:cubicBezTo>
                    <a:pt x="471989" y="1471936"/>
                    <a:pt x="474539" y="1474966"/>
                    <a:pt x="460744" y="1410586"/>
                  </a:cubicBezTo>
                  <a:cubicBezTo>
                    <a:pt x="458959" y="1402256"/>
                    <a:pt x="452022" y="1395865"/>
                    <a:pt x="446568" y="1389321"/>
                  </a:cubicBezTo>
                  <a:cubicBezTo>
                    <a:pt x="418331" y="1355437"/>
                    <a:pt x="434447" y="1379221"/>
                    <a:pt x="404037" y="1353879"/>
                  </a:cubicBezTo>
                  <a:cubicBezTo>
                    <a:pt x="396336" y="1347461"/>
                    <a:pt x="390473" y="1339031"/>
                    <a:pt x="382772" y="1332614"/>
                  </a:cubicBezTo>
                  <a:cubicBezTo>
                    <a:pt x="376227" y="1327160"/>
                    <a:pt x="368439" y="1323390"/>
                    <a:pt x="361507" y="1318438"/>
                  </a:cubicBezTo>
                  <a:cubicBezTo>
                    <a:pt x="288012" y="1265941"/>
                    <a:pt x="388431" y="1334023"/>
                    <a:pt x="290623" y="1268819"/>
                  </a:cubicBezTo>
                  <a:cubicBezTo>
                    <a:pt x="283535" y="1264093"/>
                    <a:pt x="276978" y="1258452"/>
                    <a:pt x="269358" y="1254642"/>
                  </a:cubicBezTo>
                  <a:cubicBezTo>
                    <a:pt x="259907" y="1249916"/>
                    <a:pt x="250179" y="1245707"/>
                    <a:pt x="241005" y="1240465"/>
                  </a:cubicBezTo>
                  <a:cubicBezTo>
                    <a:pt x="207403" y="1221264"/>
                    <a:pt x="230466" y="1231683"/>
                    <a:pt x="198475" y="1205024"/>
                  </a:cubicBezTo>
                  <a:cubicBezTo>
                    <a:pt x="180153" y="1189756"/>
                    <a:pt x="177257" y="1190863"/>
                    <a:pt x="155944" y="1183759"/>
                  </a:cubicBezTo>
                  <a:lnTo>
                    <a:pt x="113414" y="1155405"/>
                  </a:lnTo>
                  <a:lnTo>
                    <a:pt x="92149" y="1141228"/>
                  </a:lnTo>
                  <a:cubicBezTo>
                    <a:pt x="87423" y="1134140"/>
                    <a:pt x="83996" y="1125987"/>
                    <a:pt x="77972" y="1119963"/>
                  </a:cubicBezTo>
                  <a:cubicBezTo>
                    <a:pt x="71948" y="1113939"/>
                    <a:pt x="62029" y="1112438"/>
                    <a:pt x="56707" y="1105786"/>
                  </a:cubicBezTo>
                  <a:cubicBezTo>
                    <a:pt x="52040" y="1099952"/>
                    <a:pt x="52960" y="1091204"/>
                    <a:pt x="49619" y="1084521"/>
                  </a:cubicBezTo>
                  <a:cubicBezTo>
                    <a:pt x="45809" y="1076901"/>
                    <a:pt x="39252" y="1070876"/>
                    <a:pt x="35442" y="1063256"/>
                  </a:cubicBezTo>
                  <a:cubicBezTo>
                    <a:pt x="29752" y="1051875"/>
                    <a:pt x="25613" y="1039772"/>
                    <a:pt x="21265" y="1027814"/>
                  </a:cubicBezTo>
                  <a:cubicBezTo>
                    <a:pt x="16158" y="1013770"/>
                    <a:pt x="7088" y="985284"/>
                    <a:pt x="7088" y="985284"/>
                  </a:cubicBezTo>
                  <a:cubicBezTo>
                    <a:pt x="4725" y="968744"/>
                    <a:pt x="0" y="952373"/>
                    <a:pt x="0" y="935665"/>
                  </a:cubicBezTo>
                  <a:cubicBezTo>
                    <a:pt x="0" y="916616"/>
                    <a:pt x="13" y="896646"/>
                    <a:pt x="7088" y="878959"/>
                  </a:cubicBezTo>
                  <a:cubicBezTo>
                    <a:pt x="10252" y="871049"/>
                    <a:pt x="20053" y="866698"/>
                    <a:pt x="28354" y="864782"/>
                  </a:cubicBezTo>
                  <a:cubicBezTo>
                    <a:pt x="51491" y="859442"/>
                    <a:pt x="75609" y="860056"/>
                    <a:pt x="99237" y="857693"/>
                  </a:cubicBezTo>
                  <a:cubicBezTo>
                    <a:pt x="148509" y="824847"/>
                    <a:pt x="86574" y="864025"/>
                    <a:pt x="155944" y="829340"/>
                  </a:cubicBezTo>
                  <a:cubicBezTo>
                    <a:pt x="210903" y="801860"/>
                    <a:pt x="145028" y="825889"/>
                    <a:pt x="198475" y="808075"/>
                  </a:cubicBezTo>
                  <a:cubicBezTo>
                    <a:pt x="247222" y="775576"/>
                    <a:pt x="224841" y="774333"/>
                    <a:pt x="262270" y="786810"/>
                  </a:cubicBezTo>
                  <a:cubicBezTo>
                    <a:pt x="310870" y="770609"/>
                    <a:pt x="250562" y="789736"/>
                    <a:pt x="318977" y="772633"/>
                  </a:cubicBezTo>
                  <a:cubicBezTo>
                    <a:pt x="326226" y="770821"/>
                    <a:pt x="332993" y="767357"/>
                    <a:pt x="340242" y="765545"/>
                  </a:cubicBezTo>
                  <a:cubicBezTo>
                    <a:pt x="420393" y="745507"/>
                    <a:pt x="326976" y="774692"/>
                    <a:pt x="418214" y="744279"/>
                  </a:cubicBezTo>
                  <a:lnTo>
                    <a:pt x="482009" y="723014"/>
                  </a:lnTo>
                  <a:lnTo>
                    <a:pt x="503275" y="715926"/>
                  </a:lnTo>
                  <a:cubicBezTo>
                    <a:pt x="564218" y="675296"/>
                    <a:pt x="487111" y="724008"/>
                    <a:pt x="545805" y="694661"/>
                  </a:cubicBezTo>
                  <a:cubicBezTo>
                    <a:pt x="600769" y="667179"/>
                    <a:pt x="534885" y="691212"/>
                    <a:pt x="588335" y="673396"/>
                  </a:cubicBezTo>
                  <a:cubicBezTo>
                    <a:pt x="641132" y="638197"/>
                    <a:pt x="576287" y="683436"/>
                    <a:pt x="630865" y="637954"/>
                  </a:cubicBezTo>
                  <a:cubicBezTo>
                    <a:pt x="637410" y="632500"/>
                    <a:pt x="645585" y="629231"/>
                    <a:pt x="652130" y="623777"/>
                  </a:cubicBezTo>
                  <a:cubicBezTo>
                    <a:pt x="706703" y="578299"/>
                    <a:pt x="641866" y="623531"/>
                    <a:pt x="694661" y="588335"/>
                  </a:cubicBezTo>
                  <a:cubicBezTo>
                    <a:pt x="699386" y="581247"/>
                    <a:pt x="702426" y="572680"/>
                    <a:pt x="708837" y="567070"/>
                  </a:cubicBezTo>
                  <a:cubicBezTo>
                    <a:pt x="721660" y="555850"/>
                    <a:pt x="751368" y="538717"/>
                    <a:pt x="751368" y="538717"/>
                  </a:cubicBezTo>
                  <a:cubicBezTo>
                    <a:pt x="756093" y="531629"/>
                    <a:pt x="758892" y="522774"/>
                    <a:pt x="765544" y="517452"/>
                  </a:cubicBezTo>
                  <a:cubicBezTo>
                    <a:pt x="771378" y="512784"/>
                    <a:pt x="780277" y="513992"/>
                    <a:pt x="786809" y="510363"/>
                  </a:cubicBezTo>
                  <a:cubicBezTo>
                    <a:pt x="801703" y="502088"/>
                    <a:pt x="815163" y="491461"/>
                    <a:pt x="829340" y="482010"/>
                  </a:cubicBezTo>
                  <a:lnTo>
                    <a:pt x="871870" y="453656"/>
                  </a:lnTo>
                  <a:cubicBezTo>
                    <a:pt x="878958" y="448930"/>
                    <a:pt x="887111" y="445503"/>
                    <a:pt x="893135" y="439479"/>
                  </a:cubicBezTo>
                  <a:cubicBezTo>
                    <a:pt x="908813" y="423801"/>
                    <a:pt x="915926" y="413908"/>
                    <a:pt x="935665" y="404038"/>
                  </a:cubicBezTo>
                  <a:cubicBezTo>
                    <a:pt x="942348" y="400696"/>
                    <a:pt x="949842" y="399312"/>
                    <a:pt x="956930" y="396949"/>
                  </a:cubicBezTo>
                  <a:lnTo>
                    <a:pt x="971107" y="375684"/>
                  </a:lnTo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6" name="手繪多邊形 5">
              <a:extLst>
                <a:ext uri="{FF2B5EF4-FFF2-40B4-BE49-F238E27FC236}">
                  <a16:creationId xmlns:a16="http://schemas.microsoft.com/office/drawing/2014/main" id="{206B4848-DFBC-BEF6-22AB-AED73F5EAD11}"/>
                </a:ext>
              </a:extLst>
            </p:cNvPr>
            <p:cNvSpPr/>
            <p:nvPr/>
          </p:nvSpPr>
          <p:spPr>
            <a:xfrm>
              <a:off x="5791200" y="3388242"/>
              <a:ext cx="3113713" cy="2176130"/>
            </a:xfrm>
            <a:custGeom>
              <a:avLst/>
              <a:gdLst>
                <a:gd name="csX0" fmla="*/ 2970028 w 3113713"/>
                <a:gd name="csY0" fmla="*/ 829339 h 2176130"/>
                <a:gd name="csX1" fmla="*/ 2991293 w 3113713"/>
                <a:gd name="csY1" fmla="*/ 971107 h 2176130"/>
                <a:gd name="csX2" fmla="*/ 2998381 w 3113713"/>
                <a:gd name="csY2" fmla="*/ 1013637 h 2176130"/>
                <a:gd name="csX3" fmla="*/ 3026735 w 3113713"/>
                <a:gd name="csY3" fmla="*/ 1070344 h 2176130"/>
                <a:gd name="csX4" fmla="*/ 3033823 w 3113713"/>
                <a:gd name="csY4" fmla="*/ 1098698 h 2176130"/>
                <a:gd name="csX5" fmla="*/ 3048000 w 3113713"/>
                <a:gd name="csY5" fmla="*/ 1134139 h 2176130"/>
                <a:gd name="csX6" fmla="*/ 3055088 w 3113713"/>
                <a:gd name="csY6" fmla="*/ 1169581 h 2176130"/>
                <a:gd name="csX7" fmla="*/ 3069265 w 3113713"/>
                <a:gd name="csY7" fmla="*/ 1212111 h 2176130"/>
                <a:gd name="csX8" fmla="*/ 3083442 w 3113713"/>
                <a:gd name="csY8" fmla="*/ 1275907 h 2176130"/>
                <a:gd name="csX9" fmla="*/ 3090530 w 3113713"/>
                <a:gd name="csY9" fmla="*/ 1318437 h 2176130"/>
                <a:gd name="csX10" fmla="*/ 3104707 w 3113713"/>
                <a:gd name="csY10" fmla="*/ 1368056 h 2176130"/>
                <a:gd name="csX11" fmla="*/ 3104707 w 3113713"/>
                <a:gd name="csY11" fmla="*/ 1715386 h 2176130"/>
                <a:gd name="csX12" fmla="*/ 3097619 w 3113713"/>
                <a:gd name="csY12" fmla="*/ 1743739 h 2176130"/>
                <a:gd name="csX13" fmla="*/ 3090530 w 3113713"/>
                <a:gd name="csY13" fmla="*/ 1786270 h 2176130"/>
                <a:gd name="csX14" fmla="*/ 3083442 w 3113713"/>
                <a:gd name="csY14" fmla="*/ 1807535 h 2176130"/>
                <a:gd name="csX15" fmla="*/ 3076353 w 3113713"/>
                <a:gd name="csY15" fmla="*/ 1850065 h 2176130"/>
                <a:gd name="csX16" fmla="*/ 3062177 w 3113713"/>
                <a:gd name="csY16" fmla="*/ 1899684 h 2176130"/>
                <a:gd name="csX17" fmla="*/ 3048000 w 3113713"/>
                <a:gd name="csY17" fmla="*/ 1956391 h 2176130"/>
                <a:gd name="csX18" fmla="*/ 3040912 w 3113713"/>
                <a:gd name="csY18" fmla="*/ 1984744 h 2176130"/>
                <a:gd name="csX19" fmla="*/ 3026735 w 3113713"/>
                <a:gd name="csY19" fmla="*/ 2041451 h 2176130"/>
                <a:gd name="csX20" fmla="*/ 3019647 w 3113713"/>
                <a:gd name="csY20" fmla="*/ 2069805 h 2176130"/>
                <a:gd name="csX21" fmla="*/ 3005470 w 3113713"/>
                <a:gd name="csY21" fmla="*/ 2098158 h 2176130"/>
                <a:gd name="csX22" fmla="*/ 2998381 w 3113713"/>
                <a:gd name="csY22" fmla="*/ 2119423 h 2176130"/>
                <a:gd name="csX23" fmla="*/ 2991293 w 3113713"/>
                <a:gd name="csY23" fmla="*/ 2154865 h 2176130"/>
                <a:gd name="csX24" fmla="*/ 2970028 w 3113713"/>
                <a:gd name="csY24" fmla="*/ 2176130 h 2176130"/>
                <a:gd name="csX25" fmla="*/ 2282456 w 3113713"/>
                <a:gd name="csY25" fmla="*/ 2169042 h 2176130"/>
                <a:gd name="csX26" fmla="*/ 2183219 w 3113713"/>
                <a:gd name="csY26" fmla="*/ 2161953 h 2176130"/>
                <a:gd name="csX27" fmla="*/ 2069805 w 3113713"/>
                <a:gd name="csY27" fmla="*/ 2147777 h 2176130"/>
                <a:gd name="csX28" fmla="*/ 2013098 w 3113713"/>
                <a:gd name="csY28" fmla="*/ 2140688 h 2176130"/>
                <a:gd name="csX29" fmla="*/ 1913860 w 3113713"/>
                <a:gd name="csY29" fmla="*/ 2119423 h 2176130"/>
                <a:gd name="csX30" fmla="*/ 1871330 w 3113713"/>
                <a:gd name="csY30" fmla="*/ 2105246 h 2176130"/>
                <a:gd name="csX31" fmla="*/ 1835888 w 3113713"/>
                <a:gd name="csY31" fmla="*/ 2098158 h 2176130"/>
                <a:gd name="csX32" fmla="*/ 1765005 w 3113713"/>
                <a:gd name="csY32" fmla="*/ 2069805 h 2176130"/>
                <a:gd name="csX33" fmla="*/ 1679944 w 3113713"/>
                <a:gd name="csY33" fmla="*/ 2041451 h 2176130"/>
                <a:gd name="csX34" fmla="*/ 1637414 w 3113713"/>
                <a:gd name="csY34" fmla="*/ 2027274 h 2176130"/>
                <a:gd name="csX35" fmla="*/ 1601972 w 3113713"/>
                <a:gd name="csY35" fmla="*/ 2013098 h 2176130"/>
                <a:gd name="csX36" fmla="*/ 1559442 w 3113713"/>
                <a:gd name="csY36" fmla="*/ 1998921 h 2176130"/>
                <a:gd name="csX37" fmla="*/ 1488558 w 3113713"/>
                <a:gd name="csY37" fmla="*/ 1970567 h 2176130"/>
                <a:gd name="csX38" fmla="*/ 1460205 w 3113713"/>
                <a:gd name="csY38" fmla="*/ 1956391 h 2176130"/>
                <a:gd name="csX39" fmla="*/ 1438940 w 3113713"/>
                <a:gd name="csY39" fmla="*/ 1949302 h 2176130"/>
                <a:gd name="csX40" fmla="*/ 1417674 w 3113713"/>
                <a:gd name="csY40" fmla="*/ 1935125 h 2176130"/>
                <a:gd name="csX41" fmla="*/ 1375144 w 3113713"/>
                <a:gd name="csY41" fmla="*/ 1920949 h 2176130"/>
                <a:gd name="csX42" fmla="*/ 1304260 w 3113713"/>
                <a:gd name="csY42" fmla="*/ 1899684 h 2176130"/>
                <a:gd name="csX43" fmla="*/ 1197935 w 3113713"/>
                <a:gd name="csY43" fmla="*/ 1885507 h 2176130"/>
                <a:gd name="csX44" fmla="*/ 1070344 w 3113713"/>
                <a:gd name="csY44" fmla="*/ 1857153 h 2176130"/>
                <a:gd name="csX45" fmla="*/ 1034902 w 3113713"/>
                <a:gd name="csY45" fmla="*/ 1850065 h 2176130"/>
                <a:gd name="csX46" fmla="*/ 999460 w 3113713"/>
                <a:gd name="csY46" fmla="*/ 1842977 h 2176130"/>
                <a:gd name="csX47" fmla="*/ 907312 w 3113713"/>
                <a:gd name="csY47" fmla="*/ 1821711 h 2176130"/>
                <a:gd name="csX48" fmla="*/ 864781 w 3113713"/>
                <a:gd name="csY48" fmla="*/ 1807535 h 2176130"/>
                <a:gd name="csX49" fmla="*/ 772633 w 3113713"/>
                <a:gd name="csY49" fmla="*/ 1779181 h 2176130"/>
                <a:gd name="csX50" fmla="*/ 737191 w 3113713"/>
                <a:gd name="csY50" fmla="*/ 1765005 h 2176130"/>
                <a:gd name="csX51" fmla="*/ 694660 w 3113713"/>
                <a:gd name="csY51" fmla="*/ 1750828 h 2176130"/>
                <a:gd name="csX52" fmla="*/ 637953 w 3113713"/>
                <a:gd name="csY52" fmla="*/ 1729563 h 2176130"/>
                <a:gd name="csX53" fmla="*/ 609600 w 3113713"/>
                <a:gd name="csY53" fmla="*/ 1715386 h 2176130"/>
                <a:gd name="csX54" fmla="*/ 552893 w 3113713"/>
                <a:gd name="csY54" fmla="*/ 1701209 h 2176130"/>
                <a:gd name="csX55" fmla="*/ 524540 w 3113713"/>
                <a:gd name="csY55" fmla="*/ 1694121 h 2176130"/>
                <a:gd name="csX56" fmla="*/ 482009 w 3113713"/>
                <a:gd name="csY56" fmla="*/ 1679944 h 2176130"/>
                <a:gd name="csX57" fmla="*/ 439479 w 3113713"/>
                <a:gd name="csY57" fmla="*/ 1672856 h 2176130"/>
                <a:gd name="csX58" fmla="*/ 411126 w 3113713"/>
                <a:gd name="csY58" fmla="*/ 1665767 h 2176130"/>
                <a:gd name="csX59" fmla="*/ 297712 w 3113713"/>
                <a:gd name="csY59" fmla="*/ 1644502 h 2176130"/>
                <a:gd name="csX60" fmla="*/ 276447 w 3113713"/>
                <a:gd name="csY60" fmla="*/ 1637414 h 2176130"/>
                <a:gd name="csX61" fmla="*/ 248093 w 3113713"/>
                <a:gd name="csY61" fmla="*/ 1630325 h 2176130"/>
                <a:gd name="csX62" fmla="*/ 226828 w 3113713"/>
                <a:gd name="csY62" fmla="*/ 1623237 h 2176130"/>
                <a:gd name="csX63" fmla="*/ 170121 w 3113713"/>
                <a:gd name="csY63" fmla="*/ 1609060 h 2176130"/>
                <a:gd name="csX64" fmla="*/ 127591 w 3113713"/>
                <a:gd name="csY64" fmla="*/ 1594884 h 2176130"/>
                <a:gd name="csX65" fmla="*/ 106326 w 3113713"/>
                <a:gd name="csY65" fmla="*/ 1580707 h 2176130"/>
                <a:gd name="csX66" fmla="*/ 85060 w 3113713"/>
                <a:gd name="csY66" fmla="*/ 1538177 h 2176130"/>
                <a:gd name="csX67" fmla="*/ 49619 w 3113713"/>
                <a:gd name="csY67" fmla="*/ 1446028 h 2176130"/>
                <a:gd name="csX68" fmla="*/ 42530 w 3113713"/>
                <a:gd name="csY68" fmla="*/ 1410586 h 2176130"/>
                <a:gd name="csX69" fmla="*/ 28353 w 3113713"/>
                <a:gd name="csY69" fmla="*/ 1382232 h 2176130"/>
                <a:gd name="csX70" fmla="*/ 21265 w 3113713"/>
                <a:gd name="csY70" fmla="*/ 1360967 h 2176130"/>
                <a:gd name="csX71" fmla="*/ 7088 w 3113713"/>
                <a:gd name="csY71" fmla="*/ 1226288 h 2176130"/>
                <a:gd name="csX72" fmla="*/ 0 w 3113713"/>
                <a:gd name="csY72" fmla="*/ 1098698 h 2176130"/>
                <a:gd name="csX73" fmla="*/ 7088 w 3113713"/>
                <a:gd name="csY73" fmla="*/ 559981 h 2176130"/>
                <a:gd name="csX74" fmla="*/ 28353 w 3113713"/>
                <a:gd name="csY74" fmla="*/ 489098 h 2176130"/>
                <a:gd name="csX75" fmla="*/ 42530 w 3113713"/>
                <a:gd name="csY75" fmla="*/ 425302 h 2176130"/>
                <a:gd name="csX76" fmla="*/ 49619 w 3113713"/>
                <a:gd name="csY76" fmla="*/ 396949 h 2176130"/>
                <a:gd name="csX77" fmla="*/ 63795 w 3113713"/>
                <a:gd name="csY77" fmla="*/ 368595 h 2176130"/>
                <a:gd name="csX78" fmla="*/ 70884 w 3113713"/>
                <a:gd name="csY78" fmla="*/ 340242 h 2176130"/>
                <a:gd name="csX79" fmla="*/ 85060 w 3113713"/>
                <a:gd name="csY79" fmla="*/ 297711 h 2176130"/>
                <a:gd name="csX80" fmla="*/ 99237 w 3113713"/>
                <a:gd name="csY80" fmla="*/ 248093 h 2176130"/>
                <a:gd name="csX81" fmla="*/ 106326 w 3113713"/>
                <a:gd name="csY81" fmla="*/ 219739 h 2176130"/>
                <a:gd name="csX82" fmla="*/ 120502 w 3113713"/>
                <a:gd name="csY82" fmla="*/ 177209 h 2176130"/>
                <a:gd name="csX83" fmla="*/ 127591 w 3113713"/>
                <a:gd name="csY83" fmla="*/ 148856 h 2176130"/>
                <a:gd name="csX84" fmla="*/ 141767 w 3113713"/>
                <a:gd name="csY84" fmla="*/ 120502 h 2176130"/>
                <a:gd name="csX85" fmla="*/ 163033 w 3113713"/>
                <a:gd name="csY85" fmla="*/ 77972 h 2176130"/>
                <a:gd name="csX86" fmla="*/ 177209 w 3113713"/>
                <a:gd name="csY86" fmla="*/ 49618 h 2176130"/>
                <a:gd name="csX87" fmla="*/ 198474 w 3113713"/>
                <a:gd name="csY87" fmla="*/ 28353 h 2176130"/>
                <a:gd name="csX88" fmla="*/ 233916 w 3113713"/>
                <a:gd name="csY88" fmla="*/ 0 h 2176130"/>
                <a:gd name="csX89" fmla="*/ 510363 w 3113713"/>
                <a:gd name="csY89" fmla="*/ 14177 h 2176130"/>
                <a:gd name="csX90" fmla="*/ 715926 w 3113713"/>
                <a:gd name="csY90" fmla="*/ 35442 h 2176130"/>
                <a:gd name="csX91" fmla="*/ 815163 w 3113713"/>
                <a:gd name="csY91" fmla="*/ 42530 h 2176130"/>
                <a:gd name="csX92" fmla="*/ 992372 w 3113713"/>
                <a:gd name="csY92" fmla="*/ 56707 h 2176130"/>
                <a:gd name="csX93" fmla="*/ 1034902 w 3113713"/>
                <a:gd name="csY93" fmla="*/ 70884 h 2176130"/>
                <a:gd name="csX94" fmla="*/ 1134140 w 3113713"/>
                <a:gd name="csY94" fmla="*/ 85060 h 2176130"/>
                <a:gd name="csX95" fmla="*/ 1176670 w 3113713"/>
                <a:gd name="csY95" fmla="*/ 92149 h 2176130"/>
                <a:gd name="csX96" fmla="*/ 1275907 w 3113713"/>
                <a:gd name="csY96" fmla="*/ 106325 h 2176130"/>
                <a:gd name="csX97" fmla="*/ 1467293 w 3113713"/>
                <a:gd name="csY97" fmla="*/ 148856 h 2176130"/>
                <a:gd name="csX98" fmla="*/ 1531088 w 3113713"/>
                <a:gd name="csY98" fmla="*/ 163032 h 2176130"/>
                <a:gd name="csX99" fmla="*/ 1623237 w 3113713"/>
                <a:gd name="csY99" fmla="*/ 184298 h 2176130"/>
                <a:gd name="csX100" fmla="*/ 1694121 w 3113713"/>
                <a:gd name="csY100" fmla="*/ 205563 h 2176130"/>
                <a:gd name="csX101" fmla="*/ 1765005 w 3113713"/>
                <a:gd name="csY101" fmla="*/ 226828 h 2176130"/>
                <a:gd name="csX102" fmla="*/ 1864242 w 3113713"/>
                <a:gd name="csY102" fmla="*/ 262270 h 2176130"/>
                <a:gd name="csX103" fmla="*/ 1913860 w 3113713"/>
                <a:gd name="csY103" fmla="*/ 283535 h 2176130"/>
                <a:gd name="csX104" fmla="*/ 2013098 w 3113713"/>
                <a:gd name="csY104" fmla="*/ 311888 h 2176130"/>
                <a:gd name="csX105" fmla="*/ 2254102 w 3113713"/>
                <a:gd name="csY105" fmla="*/ 404037 h 2176130"/>
                <a:gd name="csX106" fmla="*/ 2332074 w 3113713"/>
                <a:gd name="csY106" fmla="*/ 432391 h 2176130"/>
                <a:gd name="csX107" fmla="*/ 2402958 w 3113713"/>
                <a:gd name="csY107" fmla="*/ 460744 h 2176130"/>
                <a:gd name="csX108" fmla="*/ 2537637 w 3113713"/>
                <a:gd name="csY108" fmla="*/ 503274 h 2176130"/>
                <a:gd name="csX109" fmla="*/ 2750288 w 3113713"/>
                <a:gd name="csY109" fmla="*/ 588335 h 2176130"/>
                <a:gd name="csX110" fmla="*/ 2828260 w 3113713"/>
                <a:gd name="csY110" fmla="*/ 616688 h 2176130"/>
                <a:gd name="csX111" fmla="*/ 2892056 w 3113713"/>
                <a:gd name="csY111" fmla="*/ 652130 h 2176130"/>
                <a:gd name="csX112" fmla="*/ 2991293 w 3113713"/>
                <a:gd name="csY112" fmla="*/ 708837 h 2176130"/>
                <a:gd name="csX113" fmla="*/ 3012558 w 3113713"/>
                <a:gd name="csY113" fmla="*/ 723014 h 2176130"/>
                <a:gd name="csX114" fmla="*/ 3055088 w 3113713"/>
                <a:gd name="csY114" fmla="*/ 758456 h 2176130"/>
                <a:gd name="csX115" fmla="*/ 3062177 w 3113713"/>
                <a:gd name="csY115" fmla="*/ 836428 h 2176130"/>
                <a:gd name="csX116" fmla="*/ 3055088 w 3113713"/>
                <a:gd name="csY116" fmla="*/ 857693 h 2176130"/>
                <a:gd name="csX117" fmla="*/ 3033823 w 3113713"/>
                <a:gd name="csY117" fmla="*/ 864781 h 2176130"/>
                <a:gd name="csX118" fmla="*/ 3012558 w 3113713"/>
                <a:gd name="csY118" fmla="*/ 878958 h 2176130"/>
                <a:gd name="csX119" fmla="*/ 3026735 w 3113713"/>
                <a:gd name="csY119" fmla="*/ 1034902 h 2176130"/>
                <a:gd name="csX120" fmla="*/ 3033823 w 3113713"/>
                <a:gd name="csY120" fmla="*/ 1070344 h 2176130"/>
                <a:gd name="csX121" fmla="*/ 3048000 w 3113713"/>
                <a:gd name="csY121" fmla="*/ 1105786 h 2176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</a:cxnLst>
              <a:rect l="l" t="t" r="r" b="b"/>
              <a:pathLst>
                <a:path w="3113713" h="2176130">
                  <a:moveTo>
                    <a:pt x="2970028" y="829339"/>
                  </a:moveTo>
                  <a:cubicBezTo>
                    <a:pt x="2983654" y="1020118"/>
                    <a:pt x="2964162" y="862583"/>
                    <a:pt x="2991293" y="971107"/>
                  </a:cubicBezTo>
                  <a:cubicBezTo>
                    <a:pt x="2994779" y="985050"/>
                    <a:pt x="2993547" y="1000102"/>
                    <a:pt x="2998381" y="1013637"/>
                  </a:cubicBezTo>
                  <a:cubicBezTo>
                    <a:pt x="3005489" y="1033539"/>
                    <a:pt x="3026735" y="1070344"/>
                    <a:pt x="3026735" y="1070344"/>
                  </a:cubicBezTo>
                  <a:cubicBezTo>
                    <a:pt x="3029098" y="1079795"/>
                    <a:pt x="3030742" y="1089456"/>
                    <a:pt x="3033823" y="1098698"/>
                  </a:cubicBezTo>
                  <a:cubicBezTo>
                    <a:pt x="3037847" y="1110769"/>
                    <a:pt x="3044344" y="1121952"/>
                    <a:pt x="3048000" y="1134139"/>
                  </a:cubicBezTo>
                  <a:cubicBezTo>
                    <a:pt x="3051462" y="1145679"/>
                    <a:pt x="3051918" y="1157958"/>
                    <a:pt x="3055088" y="1169581"/>
                  </a:cubicBezTo>
                  <a:cubicBezTo>
                    <a:pt x="3059020" y="1183998"/>
                    <a:pt x="3064971" y="1197798"/>
                    <a:pt x="3069265" y="1212111"/>
                  </a:cubicBezTo>
                  <a:cubicBezTo>
                    <a:pt x="3074513" y="1229605"/>
                    <a:pt x="3080331" y="1258798"/>
                    <a:pt x="3083442" y="1275907"/>
                  </a:cubicBezTo>
                  <a:cubicBezTo>
                    <a:pt x="3086013" y="1290047"/>
                    <a:pt x="3087298" y="1304433"/>
                    <a:pt x="3090530" y="1318437"/>
                  </a:cubicBezTo>
                  <a:cubicBezTo>
                    <a:pt x="3094398" y="1335198"/>
                    <a:pt x="3099981" y="1351516"/>
                    <a:pt x="3104707" y="1368056"/>
                  </a:cubicBezTo>
                  <a:cubicBezTo>
                    <a:pt x="3116927" y="1526920"/>
                    <a:pt x="3116502" y="1479480"/>
                    <a:pt x="3104707" y="1715386"/>
                  </a:cubicBezTo>
                  <a:cubicBezTo>
                    <a:pt x="3104221" y="1725116"/>
                    <a:pt x="3099530" y="1734186"/>
                    <a:pt x="3097619" y="1743739"/>
                  </a:cubicBezTo>
                  <a:cubicBezTo>
                    <a:pt x="3094800" y="1757832"/>
                    <a:pt x="3093648" y="1772240"/>
                    <a:pt x="3090530" y="1786270"/>
                  </a:cubicBezTo>
                  <a:cubicBezTo>
                    <a:pt x="3088909" y="1793564"/>
                    <a:pt x="3085063" y="1800241"/>
                    <a:pt x="3083442" y="1807535"/>
                  </a:cubicBezTo>
                  <a:cubicBezTo>
                    <a:pt x="3080324" y="1821565"/>
                    <a:pt x="3079585" y="1836061"/>
                    <a:pt x="3076353" y="1850065"/>
                  </a:cubicBezTo>
                  <a:cubicBezTo>
                    <a:pt x="3072485" y="1866826"/>
                    <a:pt x="3066609" y="1883063"/>
                    <a:pt x="3062177" y="1899684"/>
                  </a:cubicBezTo>
                  <a:cubicBezTo>
                    <a:pt x="3057157" y="1918510"/>
                    <a:pt x="3052726" y="1937489"/>
                    <a:pt x="3048000" y="1956391"/>
                  </a:cubicBezTo>
                  <a:cubicBezTo>
                    <a:pt x="3045637" y="1965842"/>
                    <a:pt x="3042823" y="1975191"/>
                    <a:pt x="3040912" y="1984744"/>
                  </a:cubicBezTo>
                  <a:cubicBezTo>
                    <a:pt x="3026497" y="2056814"/>
                    <a:pt x="3041267" y="1990585"/>
                    <a:pt x="3026735" y="2041451"/>
                  </a:cubicBezTo>
                  <a:cubicBezTo>
                    <a:pt x="3024059" y="2050818"/>
                    <a:pt x="3023068" y="2060683"/>
                    <a:pt x="3019647" y="2069805"/>
                  </a:cubicBezTo>
                  <a:cubicBezTo>
                    <a:pt x="3015937" y="2079699"/>
                    <a:pt x="3009633" y="2088446"/>
                    <a:pt x="3005470" y="2098158"/>
                  </a:cubicBezTo>
                  <a:cubicBezTo>
                    <a:pt x="3002527" y="2105026"/>
                    <a:pt x="3000193" y="2112174"/>
                    <a:pt x="2998381" y="2119423"/>
                  </a:cubicBezTo>
                  <a:cubicBezTo>
                    <a:pt x="2995459" y="2131111"/>
                    <a:pt x="2996681" y="2144089"/>
                    <a:pt x="2991293" y="2154865"/>
                  </a:cubicBezTo>
                  <a:cubicBezTo>
                    <a:pt x="2986810" y="2163831"/>
                    <a:pt x="2977116" y="2169042"/>
                    <a:pt x="2970028" y="2176130"/>
                  </a:cubicBezTo>
                  <a:lnTo>
                    <a:pt x="2282456" y="2169042"/>
                  </a:lnTo>
                  <a:cubicBezTo>
                    <a:pt x="2249298" y="2168445"/>
                    <a:pt x="2216218" y="2165253"/>
                    <a:pt x="2183219" y="2161953"/>
                  </a:cubicBezTo>
                  <a:cubicBezTo>
                    <a:pt x="2145309" y="2158162"/>
                    <a:pt x="2107610" y="2152503"/>
                    <a:pt x="2069805" y="2147777"/>
                  </a:cubicBezTo>
                  <a:cubicBezTo>
                    <a:pt x="2050903" y="2145414"/>
                    <a:pt x="2031579" y="2145308"/>
                    <a:pt x="2013098" y="2140688"/>
                  </a:cubicBezTo>
                  <a:cubicBezTo>
                    <a:pt x="1942448" y="2123025"/>
                    <a:pt x="1975610" y="2129714"/>
                    <a:pt x="1913860" y="2119423"/>
                  </a:cubicBezTo>
                  <a:cubicBezTo>
                    <a:pt x="1899683" y="2114697"/>
                    <a:pt x="1885747" y="2109178"/>
                    <a:pt x="1871330" y="2105246"/>
                  </a:cubicBezTo>
                  <a:cubicBezTo>
                    <a:pt x="1859707" y="2102076"/>
                    <a:pt x="1847318" y="2101968"/>
                    <a:pt x="1835888" y="2098158"/>
                  </a:cubicBezTo>
                  <a:cubicBezTo>
                    <a:pt x="1811746" y="2090111"/>
                    <a:pt x="1789147" y="2077852"/>
                    <a:pt x="1765005" y="2069805"/>
                  </a:cubicBezTo>
                  <a:lnTo>
                    <a:pt x="1679944" y="2041451"/>
                  </a:lnTo>
                  <a:cubicBezTo>
                    <a:pt x="1665767" y="2036725"/>
                    <a:pt x="1651289" y="2032824"/>
                    <a:pt x="1637414" y="2027274"/>
                  </a:cubicBezTo>
                  <a:cubicBezTo>
                    <a:pt x="1625600" y="2022549"/>
                    <a:pt x="1613930" y="2017446"/>
                    <a:pt x="1601972" y="2013098"/>
                  </a:cubicBezTo>
                  <a:cubicBezTo>
                    <a:pt x="1587928" y="2007991"/>
                    <a:pt x="1573434" y="2004168"/>
                    <a:pt x="1559442" y="1998921"/>
                  </a:cubicBezTo>
                  <a:cubicBezTo>
                    <a:pt x="1535614" y="1989985"/>
                    <a:pt x="1511320" y="1981947"/>
                    <a:pt x="1488558" y="1970567"/>
                  </a:cubicBezTo>
                  <a:cubicBezTo>
                    <a:pt x="1479107" y="1965842"/>
                    <a:pt x="1469917" y="1960553"/>
                    <a:pt x="1460205" y="1956391"/>
                  </a:cubicBezTo>
                  <a:cubicBezTo>
                    <a:pt x="1453337" y="1953448"/>
                    <a:pt x="1445623" y="1952644"/>
                    <a:pt x="1438940" y="1949302"/>
                  </a:cubicBezTo>
                  <a:cubicBezTo>
                    <a:pt x="1431320" y="1945492"/>
                    <a:pt x="1425459" y="1938585"/>
                    <a:pt x="1417674" y="1935125"/>
                  </a:cubicBezTo>
                  <a:cubicBezTo>
                    <a:pt x="1404018" y="1929056"/>
                    <a:pt x="1375144" y="1920949"/>
                    <a:pt x="1375144" y="1920949"/>
                  </a:cubicBezTo>
                  <a:cubicBezTo>
                    <a:pt x="1338567" y="1896564"/>
                    <a:pt x="1365078" y="1909821"/>
                    <a:pt x="1304260" y="1899684"/>
                  </a:cubicBezTo>
                  <a:cubicBezTo>
                    <a:pt x="1216159" y="1885000"/>
                    <a:pt x="1338705" y="1899583"/>
                    <a:pt x="1197935" y="1885507"/>
                  </a:cubicBezTo>
                  <a:cubicBezTo>
                    <a:pt x="1117858" y="1865487"/>
                    <a:pt x="1160325" y="1875149"/>
                    <a:pt x="1070344" y="1857153"/>
                  </a:cubicBezTo>
                  <a:lnTo>
                    <a:pt x="1034902" y="1850065"/>
                  </a:lnTo>
                  <a:cubicBezTo>
                    <a:pt x="1023088" y="1847702"/>
                    <a:pt x="1010890" y="1846787"/>
                    <a:pt x="999460" y="1842977"/>
                  </a:cubicBezTo>
                  <a:cubicBezTo>
                    <a:pt x="941080" y="1823517"/>
                    <a:pt x="971723" y="1830914"/>
                    <a:pt x="907312" y="1821711"/>
                  </a:cubicBezTo>
                  <a:cubicBezTo>
                    <a:pt x="893135" y="1816986"/>
                    <a:pt x="879064" y="1811930"/>
                    <a:pt x="864781" y="1807535"/>
                  </a:cubicBezTo>
                  <a:cubicBezTo>
                    <a:pt x="812349" y="1791402"/>
                    <a:pt x="821443" y="1796930"/>
                    <a:pt x="772633" y="1779181"/>
                  </a:cubicBezTo>
                  <a:cubicBezTo>
                    <a:pt x="760675" y="1774833"/>
                    <a:pt x="749149" y="1769353"/>
                    <a:pt x="737191" y="1765005"/>
                  </a:cubicBezTo>
                  <a:cubicBezTo>
                    <a:pt x="723147" y="1759898"/>
                    <a:pt x="708535" y="1756378"/>
                    <a:pt x="694660" y="1750828"/>
                  </a:cubicBezTo>
                  <a:cubicBezTo>
                    <a:pt x="632883" y="1726117"/>
                    <a:pt x="699340" y="1744909"/>
                    <a:pt x="637953" y="1729563"/>
                  </a:cubicBezTo>
                  <a:cubicBezTo>
                    <a:pt x="628502" y="1724837"/>
                    <a:pt x="619624" y="1718728"/>
                    <a:pt x="609600" y="1715386"/>
                  </a:cubicBezTo>
                  <a:cubicBezTo>
                    <a:pt x="591116" y="1709224"/>
                    <a:pt x="571795" y="1705935"/>
                    <a:pt x="552893" y="1701209"/>
                  </a:cubicBezTo>
                  <a:cubicBezTo>
                    <a:pt x="543442" y="1698846"/>
                    <a:pt x="533782" y="1697202"/>
                    <a:pt x="524540" y="1694121"/>
                  </a:cubicBezTo>
                  <a:cubicBezTo>
                    <a:pt x="510363" y="1689395"/>
                    <a:pt x="496750" y="1682401"/>
                    <a:pt x="482009" y="1679944"/>
                  </a:cubicBezTo>
                  <a:cubicBezTo>
                    <a:pt x="467832" y="1677581"/>
                    <a:pt x="453572" y="1675675"/>
                    <a:pt x="439479" y="1672856"/>
                  </a:cubicBezTo>
                  <a:cubicBezTo>
                    <a:pt x="429926" y="1670945"/>
                    <a:pt x="420701" y="1667562"/>
                    <a:pt x="411126" y="1665767"/>
                  </a:cubicBezTo>
                  <a:cubicBezTo>
                    <a:pt x="356674" y="1655557"/>
                    <a:pt x="340321" y="1656676"/>
                    <a:pt x="297712" y="1644502"/>
                  </a:cubicBezTo>
                  <a:cubicBezTo>
                    <a:pt x="290528" y="1642449"/>
                    <a:pt x="283631" y="1639467"/>
                    <a:pt x="276447" y="1637414"/>
                  </a:cubicBezTo>
                  <a:cubicBezTo>
                    <a:pt x="267080" y="1634738"/>
                    <a:pt x="257460" y="1633001"/>
                    <a:pt x="248093" y="1630325"/>
                  </a:cubicBezTo>
                  <a:cubicBezTo>
                    <a:pt x="240909" y="1628272"/>
                    <a:pt x="234036" y="1625203"/>
                    <a:pt x="226828" y="1623237"/>
                  </a:cubicBezTo>
                  <a:cubicBezTo>
                    <a:pt x="208030" y="1618110"/>
                    <a:pt x="188605" y="1615221"/>
                    <a:pt x="170121" y="1609060"/>
                  </a:cubicBezTo>
                  <a:lnTo>
                    <a:pt x="127591" y="1594884"/>
                  </a:lnTo>
                  <a:cubicBezTo>
                    <a:pt x="120503" y="1590158"/>
                    <a:pt x="112350" y="1586731"/>
                    <a:pt x="106326" y="1580707"/>
                  </a:cubicBezTo>
                  <a:cubicBezTo>
                    <a:pt x="89300" y="1563681"/>
                    <a:pt x="93707" y="1558354"/>
                    <a:pt x="85060" y="1538177"/>
                  </a:cubicBezTo>
                  <a:cubicBezTo>
                    <a:pt x="66535" y="1494952"/>
                    <a:pt x="62187" y="1508864"/>
                    <a:pt x="49619" y="1446028"/>
                  </a:cubicBezTo>
                  <a:cubicBezTo>
                    <a:pt x="47256" y="1434214"/>
                    <a:pt x="46340" y="1422016"/>
                    <a:pt x="42530" y="1410586"/>
                  </a:cubicBezTo>
                  <a:cubicBezTo>
                    <a:pt x="39188" y="1400561"/>
                    <a:pt x="32515" y="1391945"/>
                    <a:pt x="28353" y="1382232"/>
                  </a:cubicBezTo>
                  <a:cubicBezTo>
                    <a:pt x="25410" y="1375364"/>
                    <a:pt x="23628" y="1368055"/>
                    <a:pt x="21265" y="1360967"/>
                  </a:cubicBezTo>
                  <a:cubicBezTo>
                    <a:pt x="14405" y="1306087"/>
                    <a:pt x="11154" y="1285250"/>
                    <a:pt x="7088" y="1226288"/>
                  </a:cubicBezTo>
                  <a:cubicBezTo>
                    <a:pt x="4157" y="1183793"/>
                    <a:pt x="2363" y="1141228"/>
                    <a:pt x="0" y="1098698"/>
                  </a:cubicBezTo>
                  <a:cubicBezTo>
                    <a:pt x="2363" y="919126"/>
                    <a:pt x="2655" y="739514"/>
                    <a:pt x="7088" y="559981"/>
                  </a:cubicBezTo>
                  <a:cubicBezTo>
                    <a:pt x="7835" y="529748"/>
                    <a:pt x="19036" y="517048"/>
                    <a:pt x="28353" y="489098"/>
                  </a:cubicBezTo>
                  <a:cubicBezTo>
                    <a:pt x="34119" y="471800"/>
                    <a:pt x="38781" y="442170"/>
                    <a:pt x="42530" y="425302"/>
                  </a:cubicBezTo>
                  <a:cubicBezTo>
                    <a:pt x="44643" y="415792"/>
                    <a:pt x="46198" y="406071"/>
                    <a:pt x="49619" y="396949"/>
                  </a:cubicBezTo>
                  <a:cubicBezTo>
                    <a:pt x="53329" y="387055"/>
                    <a:pt x="60085" y="378489"/>
                    <a:pt x="63795" y="368595"/>
                  </a:cubicBezTo>
                  <a:cubicBezTo>
                    <a:pt x="67216" y="359473"/>
                    <a:pt x="68085" y="349573"/>
                    <a:pt x="70884" y="340242"/>
                  </a:cubicBezTo>
                  <a:cubicBezTo>
                    <a:pt x="75178" y="325928"/>
                    <a:pt x="81435" y="312208"/>
                    <a:pt x="85060" y="297711"/>
                  </a:cubicBezTo>
                  <a:cubicBezTo>
                    <a:pt x="107225" y="209060"/>
                    <a:pt x="78896" y="319287"/>
                    <a:pt x="99237" y="248093"/>
                  </a:cubicBezTo>
                  <a:cubicBezTo>
                    <a:pt x="101913" y="238726"/>
                    <a:pt x="103527" y="229070"/>
                    <a:pt x="106326" y="219739"/>
                  </a:cubicBezTo>
                  <a:cubicBezTo>
                    <a:pt x="110620" y="205426"/>
                    <a:pt x="116877" y="191706"/>
                    <a:pt x="120502" y="177209"/>
                  </a:cubicBezTo>
                  <a:cubicBezTo>
                    <a:pt x="122865" y="167758"/>
                    <a:pt x="124170" y="157978"/>
                    <a:pt x="127591" y="148856"/>
                  </a:cubicBezTo>
                  <a:cubicBezTo>
                    <a:pt x="131301" y="138962"/>
                    <a:pt x="137605" y="130214"/>
                    <a:pt x="141767" y="120502"/>
                  </a:cubicBezTo>
                  <a:cubicBezTo>
                    <a:pt x="169615" y="55522"/>
                    <a:pt x="124114" y="146082"/>
                    <a:pt x="163033" y="77972"/>
                  </a:cubicBezTo>
                  <a:cubicBezTo>
                    <a:pt x="168275" y="68797"/>
                    <a:pt x="171067" y="58217"/>
                    <a:pt x="177209" y="49618"/>
                  </a:cubicBezTo>
                  <a:cubicBezTo>
                    <a:pt x="183035" y="41461"/>
                    <a:pt x="192056" y="36054"/>
                    <a:pt x="198474" y="28353"/>
                  </a:cubicBezTo>
                  <a:cubicBezTo>
                    <a:pt x="223137" y="-1243"/>
                    <a:pt x="199007" y="11636"/>
                    <a:pt x="233916" y="0"/>
                  </a:cubicBezTo>
                  <a:cubicBezTo>
                    <a:pt x="375121" y="20171"/>
                    <a:pt x="191225" y="-4235"/>
                    <a:pt x="510363" y="14177"/>
                  </a:cubicBezTo>
                  <a:cubicBezTo>
                    <a:pt x="641129" y="21721"/>
                    <a:pt x="619477" y="27055"/>
                    <a:pt x="715926" y="35442"/>
                  </a:cubicBezTo>
                  <a:cubicBezTo>
                    <a:pt x="748965" y="38315"/>
                    <a:pt x="782105" y="39886"/>
                    <a:pt x="815163" y="42530"/>
                  </a:cubicBezTo>
                  <a:cubicBezTo>
                    <a:pt x="1067600" y="62724"/>
                    <a:pt x="687374" y="34919"/>
                    <a:pt x="992372" y="56707"/>
                  </a:cubicBezTo>
                  <a:cubicBezTo>
                    <a:pt x="1006549" y="61433"/>
                    <a:pt x="1020249" y="67953"/>
                    <a:pt x="1034902" y="70884"/>
                  </a:cubicBezTo>
                  <a:cubicBezTo>
                    <a:pt x="1067668" y="77437"/>
                    <a:pt x="1101180" y="79566"/>
                    <a:pt x="1134140" y="85060"/>
                  </a:cubicBezTo>
                  <a:lnTo>
                    <a:pt x="1176670" y="92149"/>
                  </a:lnTo>
                  <a:cubicBezTo>
                    <a:pt x="1209715" y="97106"/>
                    <a:pt x="1243288" y="99076"/>
                    <a:pt x="1275907" y="106325"/>
                  </a:cubicBezTo>
                  <a:lnTo>
                    <a:pt x="1467293" y="148856"/>
                  </a:lnTo>
                  <a:cubicBezTo>
                    <a:pt x="1488558" y="153581"/>
                    <a:pt x="1510142" y="157048"/>
                    <a:pt x="1531088" y="163032"/>
                  </a:cubicBezTo>
                  <a:cubicBezTo>
                    <a:pt x="1594526" y="181157"/>
                    <a:pt x="1563740" y="174381"/>
                    <a:pt x="1623237" y="184298"/>
                  </a:cubicBezTo>
                  <a:cubicBezTo>
                    <a:pt x="1720473" y="223190"/>
                    <a:pt x="1598283" y="176812"/>
                    <a:pt x="1694121" y="205563"/>
                  </a:cubicBezTo>
                  <a:cubicBezTo>
                    <a:pt x="1787378" y="233540"/>
                    <a:pt x="1672935" y="208412"/>
                    <a:pt x="1765005" y="226828"/>
                  </a:cubicBezTo>
                  <a:cubicBezTo>
                    <a:pt x="1900437" y="284871"/>
                    <a:pt x="1730402" y="214470"/>
                    <a:pt x="1864242" y="262270"/>
                  </a:cubicBezTo>
                  <a:cubicBezTo>
                    <a:pt x="1881188" y="268322"/>
                    <a:pt x="1896789" y="277845"/>
                    <a:pt x="1913860" y="283535"/>
                  </a:cubicBezTo>
                  <a:cubicBezTo>
                    <a:pt x="1946498" y="294414"/>
                    <a:pt x="1981477" y="298336"/>
                    <a:pt x="2013098" y="311888"/>
                  </a:cubicBezTo>
                  <a:cubicBezTo>
                    <a:pt x="2166646" y="377694"/>
                    <a:pt x="2066830" y="337585"/>
                    <a:pt x="2254102" y="404037"/>
                  </a:cubicBezTo>
                  <a:lnTo>
                    <a:pt x="2332074" y="432391"/>
                  </a:lnTo>
                  <a:cubicBezTo>
                    <a:pt x="2355855" y="441450"/>
                    <a:pt x="2378583" y="453432"/>
                    <a:pt x="2402958" y="460744"/>
                  </a:cubicBezTo>
                  <a:cubicBezTo>
                    <a:pt x="2452660" y="475655"/>
                    <a:pt x="2489196" y="485835"/>
                    <a:pt x="2537637" y="503274"/>
                  </a:cubicBezTo>
                  <a:cubicBezTo>
                    <a:pt x="2667448" y="550007"/>
                    <a:pt x="2629361" y="537419"/>
                    <a:pt x="2750288" y="588335"/>
                  </a:cubicBezTo>
                  <a:cubicBezTo>
                    <a:pt x="2897527" y="650329"/>
                    <a:pt x="2658655" y="548845"/>
                    <a:pt x="2828260" y="616688"/>
                  </a:cubicBezTo>
                  <a:cubicBezTo>
                    <a:pt x="2854728" y="627276"/>
                    <a:pt x="2866078" y="638142"/>
                    <a:pt x="2892056" y="652130"/>
                  </a:cubicBezTo>
                  <a:cubicBezTo>
                    <a:pt x="2985579" y="702489"/>
                    <a:pt x="2913783" y="657164"/>
                    <a:pt x="2991293" y="708837"/>
                  </a:cubicBezTo>
                  <a:cubicBezTo>
                    <a:pt x="2998381" y="713563"/>
                    <a:pt x="3006534" y="716990"/>
                    <a:pt x="3012558" y="723014"/>
                  </a:cubicBezTo>
                  <a:cubicBezTo>
                    <a:pt x="3039847" y="750303"/>
                    <a:pt x="3025482" y="738718"/>
                    <a:pt x="3055088" y="758456"/>
                  </a:cubicBezTo>
                  <a:cubicBezTo>
                    <a:pt x="3071299" y="807088"/>
                    <a:pt x="3073627" y="790628"/>
                    <a:pt x="3062177" y="836428"/>
                  </a:cubicBezTo>
                  <a:cubicBezTo>
                    <a:pt x="3060365" y="843677"/>
                    <a:pt x="3060371" y="852410"/>
                    <a:pt x="3055088" y="857693"/>
                  </a:cubicBezTo>
                  <a:cubicBezTo>
                    <a:pt x="3049805" y="862976"/>
                    <a:pt x="3040911" y="862418"/>
                    <a:pt x="3033823" y="864781"/>
                  </a:cubicBezTo>
                  <a:cubicBezTo>
                    <a:pt x="3026735" y="869507"/>
                    <a:pt x="3013406" y="870481"/>
                    <a:pt x="3012558" y="878958"/>
                  </a:cubicBezTo>
                  <a:cubicBezTo>
                    <a:pt x="3002830" y="976248"/>
                    <a:pt x="3013286" y="974379"/>
                    <a:pt x="3026735" y="1034902"/>
                  </a:cubicBezTo>
                  <a:cubicBezTo>
                    <a:pt x="3029348" y="1046663"/>
                    <a:pt x="3030653" y="1058721"/>
                    <a:pt x="3033823" y="1070344"/>
                  </a:cubicBezTo>
                  <a:cubicBezTo>
                    <a:pt x="3048747" y="1125066"/>
                    <a:pt x="3048000" y="1126244"/>
                    <a:pt x="3048000" y="1105786"/>
                  </a:cubicBezTo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pic>
        <p:nvPicPr>
          <p:cNvPr id="3" name="圖片 2">
            <a:extLst>
              <a:ext uri="{FF2B5EF4-FFF2-40B4-BE49-F238E27FC236}">
                <a16:creationId xmlns:a16="http://schemas.microsoft.com/office/drawing/2014/main" id="{CDC1A243-1797-EBDD-BC45-8D5243B52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805" y="0"/>
            <a:ext cx="6946195" cy="6890625"/>
          </a:xfrm>
          <a:prstGeom prst="rect">
            <a:avLst/>
          </a:prstGeom>
        </p:spPr>
      </p:pic>
      <p:grpSp>
        <p:nvGrpSpPr>
          <p:cNvPr id="14" name="群組 13">
            <a:extLst>
              <a:ext uri="{FF2B5EF4-FFF2-40B4-BE49-F238E27FC236}">
                <a16:creationId xmlns:a16="http://schemas.microsoft.com/office/drawing/2014/main" id="{0A92D404-07D9-0A57-B29C-211E722302C6}"/>
              </a:ext>
            </a:extLst>
          </p:cNvPr>
          <p:cNvGrpSpPr/>
          <p:nvPr/>
        </p:nvGrpSpPr>
        <p:grpSpPr>
          <a:xfrm>
            <a:off x="591805" y="1813171"/>
            <a:ext cx="2272680" cy="2778120"/>
            <a:chOff x="591805" y="1813171"/>
            <a:chExt cx="2272680" cy="277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9" name="筆跡 8">
                  <a:extLst>
                    <a:ext uri="{FF2B5EF4-FFF2-40B4-BE49-F238E27FC236}">
                      <a16:creationId xmlns:a16="http://schemas.microsoft.com/office/drawing/2014/main" id="{B7A7AEC4-0FCE-F9D2-A0FC-3BFF1A9CA37D}"/>
                    </a:ext>
                  </a:extLst>
                </p14:cNvPr>
                <p14:cNvContentPartPr/>
                <p14:nvPr/>
              </p14:nvContentPartPr>
              <p14:xfrm>
                <a:off x="591805" y="1813171"/>
                <a:ext cx="844920" cy="2316600"/>
              </p14:xfrm>
            </p:contentPart>
          </mc:Choice>
          <mc:Fallback>
            <p:pic>
              <p:nvPicPr>
                <p:cNvPr id="9" name="筆跡 8">
                  <a:extLst>
                    <a:ext uri="{FF2B5EF4-FFF2-40B4-BE49-F238E27FC236}">
                      <a16:creationId xmlns:a16="http://schemas.microsoft.com/office/drawing/2014/main" id="{B7A7AEC4-0FCE-F9D2-A0FC-3BFF1A9CA37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29165" y="1750531"/>
                  <a:ext cx="970560" cy="244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0" name="筆跡 9">
                  <a:extLst>
                    <a:ext uri="{FF2B5EF4-FFF2-40B4-BE49-F238E27FC236}">
                      <a16:creationId xmlns:a16="http://schemas.microsoft.com/office/drawing/2014/main" id="{DD19E5C9-E6A2-37DB-B21F-2372F51F2A8B}"/>
                    </a:ext>
                  </a:extLst>
                </p14:cNvPr>
                <p14:cNvContentPartPr/>
                <p14:nvPr/>
              </p14:nvContentPartPr>
              <p14:xfrm>
                <a:off x="1555165" y="3273691"/>
                <a:ext cx="525600" cy="644040"/>
              </p14:xfrm>
            </p:contentPart>
          </mc:Choice>
          <mc:Fallback>
            <p:pic>
              <p:nvPicPr>
                <p:cNvPr id="10" name="筆跡 9">
                  <a:extLst>
                    <a:ext uri="{FF2B5EF4-FFF2-40B4-BE49-F238E27FC236}">
                      <a16:creationId xmlns:a16="http://schemas.microsoft.com/office/drawing/2014/main" id="{DD19E5C9-E6A2-37DB-B21F-2372F51F2A8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492165" y="3211051"/>
                  <a:ext cx="651240" cy="76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2" name="筆跡 11">
                  <a:extLst>
                    <a:ext uri="{FF2B5EF4-FFF2-40B4-BE49-F238E27FC236}">
                      <a16:creationId xmlns:a16="http://schemas.microsoft.com/office/drawing/2014/main" id="{5BCF21D8-9146-F014-D780-2A5884706B46}"/>
                    </a:ext>
                  </a:extLst>
                </p14:cNvPr>
                <p14:cNvContentPartPr/>
                <p14:nvPr/>
              </p14:nvContentPartPr>
              <p14:xfrm>
                <a:off x="2293525" y="3246691"/>
                <a:ext cx="570960" cy="1344600"/>
              </p14:xfrm>
            </p:contentPart>
          </mc:Choice>
          <mc:Fallback>
            <p:pic>
              <p:nvPicPr>
                <p:cNvPr id="12" name="筆跡 11">
                  <a:extLst>
                    <a:ext uri="{FF2B5EF4-FFF2-40B4-BE49-F238E27FC236}">
                      <a16:creationId xmlns:a16="http://schemas.microsoft.com/office/drawing/2014/main" id="{5BCF21D8-9146-F014-D780-2A5884706B4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230885" y="3184051"/>
                  <a:ext cx="696600" cy="147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30786AC9-D38A-75E2-EDF8-3327FF8898E7}"/>
              </a:ext>
            </a:extLst>
          </p:cNvPr>
          <p:cNvGrpSpPr/>
          <p:nvPr/>
        </p:nvGrpSpPr>
        <p:grpSpPr>
          <a:xfrm>
            <a:off x="3503845" y="1975171"/>
            <a:ext cx="548640" cy="1737000"/>
            <a:chOff x="3503845" y="1975171"/>
            <a:chExt cx="548640" cy="173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5" name="筆跡 14">
                  <a:extLst>
                    <a:ext uri="{FF2B5EF4-FFF2-40B4-BE49-F238E27FC236}">
                      <a16:creationId xmlns:a16="http://schemas.microsoft.com/office/drawing/2014/main" id="{C728732C-E577-085E-41E9-56EC4652AFE9}"/>
                    </a:ext>
                  </a:extLst>
                </p14:cNvPr>
                <p14:cNvContentPartPr/>
                <p14:nvPr/>
              </p14:nvContentPartPr>
              <p14:xfrm>
                <a:off x="3503845" y="2192971"/>
                <a:ext cx="33120" cy="841320"/>
              </p14:xfrm>
            </p:contentPart>
          </mc:Choice>
          <mc:Fallback>
            <p:pic>
              <p:nvPicPr>
                <p:cNvPr id="15" name="筆跡 14">
                  <a:extLst>
                    <a:ext uri="{FF2B5EF4-FFF2-40B4-BE49-F238E27FC236}">
                      <a16:creationId xmlns:a16="http://schemas.microsoft.com/office/drawing/2014/main" id="{C728732C-E577-085E-41E9-56EC4652AFE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440845" y="2130331"/>
                  <a:ext cx="158760" cy="9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6" name="筆跡 15">
                  <a:extLst>
                    <a:ext uri="{FF2B5EF4-FFF2-40B4-BE49-F238E27FC236}">
                      <a16:creationId xmlns:a16="http://schemas.microsoft.com/office/drawing/2014/main" id="{088F4B01-655E-C993-03C7-768101BF5FDC}"/>
                    </a:ext>
                  </a:extLst>
                </p14:cNvPr>
                <p14:cNvContentPartPr/>
                <p14:nvPr/>
              </p14:nvContentPartPr>
              <p14:xfrm>
                <a:off x="3547045" y="3503371"/>
                <a:ext cx="72360" cy="195120"/>
              </p14:xfrm>
            </p:contentPart>
          </mc:Choice>
          <mc:Fallback>
            <p:pic>
              <p:nvPicPr>
                <p:cNvPr id="16" name="筆跡 15">
                  <a:extLst>
                    <a:ext uri="{FF2B5EF4-FFF2-40B4-BE49-F238E27FC236}">
                      <a16:creationId xmlns:a16="http://schemas.microsoft.com/office/drawing/2014/main" id="{088F4B01-655E-C993-03C7-768101BF5FD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484045" y="3440371"/>
                  <a:ext cx="19800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7" name="筆跡 16">
                  <a:extLst>
                    <a:ext uri="{FF2B5EF4-FFF2-40B4-BE49-F238E27FC236}">
                      <a16:creationId xmlns:a16="http://schemas.microsoft.com/office/drawing/2014/main" id="{BD0625A2-CA4D-9629-FBA5-F3D31815C936}"/>
                    </a:ext>
                  </a:extLst>
                </p14:cNvPr>
                <p14:cNvContentPartPr/>
                <p14:nvPr/>
              </p14:nvContentPartPr>
              <p14:xfrm>
                <a:off x="3884365" y="1975171"/>
                <a:ext cx="88200" cy="1082160"/>
              </p14:xfrm>
            </p:contentPart>
          </mc:Choice>
          <mc:Fallback>
            <p:pic>
              <p:nvPicPr>
                <p:cNvPr id="17" name="筆跡 16">
                  <a:extLst>
                    <a:ext uri="{FF2B5EF4-FFF2-40B4-BE49-F238E27FC236}">
                      <a16:creationId xmlns:a16="http://schemas.microsoft.com/office/drawing/2014/main" id="{BD0625A2-CA4D-9629-FBA5-F3D31815C93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821725" y="1912531"/>
                  <a:ext cx="213840" cy="12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8" name="筆跡 17">
                  <a:extLst>
                    <a:ext uri="{FF2B5EF4-FFF2-40B4-BE49-F238E27FC236}">
                      <a16:creationId xmlns:a16="http://schemas.microsoft.com/office/drawing/2014/main" id="{56B6DA45-6277-9E2D-E952-0D80ACDFE813}"/>
                    </a:ext>
                  </a:extLst>
                </p14:cNvPr>
                <p14:cNvContentPartPr/>
                <p14:nvPr/>
              </p14:nvContentPartPr>
              <p14:xfrm>
                <a:off x="4018285" y="3512011"/>
                <a:ext cx="34200" cy="200160"/>
              </p14:xfrm>
            </p:contentPart>
          </mc:Choice>
          <mc:Fallback>
            <p:pic>
              <p:nvPicPr>
                <p:cNvPr id="18" name="筆跡 17">
                  <a:extLst>
                    <a:ext uri="{FF2B5EF4-FFF2-40B4-BE49-F238E27FC236}">
                      <a16:creationId xmlns:a16="http://schemas.microsoft.com/office/drawing/2014/main" id="{56B6DA45-6277-9E2D-E952-0D80ACDFE81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955645" y="3449371"/>
                  <a:ext cx="159840" cy="32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491D8FFE-B694-4D9A-CF11-6C41ECA73138}"/>
              </a:ext>
            </a:extLst>
          </p:cNvPr>
          <p:cNvGrpSpPr/>
          <p:nvPr/>
        </p:nvGrpSpPr>
        <p:grpSpPr>
          <a:xfrm>
            <a:off x="4404205" y="1811011"/>
            <a:ext cx="92160" cy="1938960"/>
            <a:chOff x="4404205" y="1811011"/>
            <a:chExt cx="92160" cy="193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1" name="筆跡 20">
                  <a:extLst>
                    <a:ext uri="{FF2B5EF4-FFF2-40B4-BE49-F238E27FC236}">
                      <a16:creationId xmlns:a16="http://schemas.microsoft.com/office/drawing/2014/main" id="{98DF2DDD-F9E4-519A-4986-730744E5AC67}"/>
                    </a:ext>
                  </a:extLst>
                </p14:cNvPr>
                <p14:cNvContentPartPr/>
                <p14:nvPr/>
              </p14:nvContentPartPr>
              <p14:xfrm>
                <a:off x="4404205" y="1811011"/>
                <a:ext cx="86760" cy="1297440"/>
              </p14:xfrm>
            </p:contentPart>
          </mc:Choice>
          <mc:Fallback>
            <p:pic>
              <p:nvPicPr>
                <p:cNvPr id="21" name="筆跡 20">
                  <a:extLst>
                    <a:ext uri="{FF2B5EF4-FFF2-40B4-BE49-F238E27FC236}">
                      <a16:creationId xmlns:a16="http://schemas.microsoft.com/office/drawing/2014/main" id="{98DF2DDD-F9E4-519A-4986-730744E5AC6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41565" y="1748371"/>
                  <a:ext cx="212400" cy="142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2" name="筆跡 21">
                  <a:extLst>
                    <a:ext uri="{FF2B5EF4-FFF2-40B4-BE49-F238E27FC236}">
                      <a16:creationId xmlns:a16="http://schemas.microsoft.com/office/drawing/2014/main" id="{F35EE756-40BF-C7B3-46CE-4D418EEADB19}"/>
                    </a:ext>
                  </a:extLst>
                </p14:cNvPr>
                <p14:cNvContentPartPr/>
                <p14:nvPr/>
              </p14:nvContentPartPr>
              <p14:xfrm>
                <a:off x="4462165" y="3532171"/>
                <a:ext cx="34200" cy="217800"/>
              </p14:xfrm>
            </p:contentPart>
          </mc:Choice>
          <mc:Fallback>
            <p:pic>
              <p:nvPicPr>
                <p:cNvPr id="22" name="筆跡 21">
                  <a:extLst>
                    <a:ext uri="{FF2B5EF4-FFF2-40B4-BE49-F238E27FC236}">
                      <a16:creationId xmlns:a16="http://schemas.microsoft.com/office/drawing/2014/main" id="{F35EE756-40BF-C7B3-46CE-4D418EEADB1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399165" y="3469531"/>
                  <a:ext cx="159840" cy="343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761407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63966-C2AE-AC24-0D59-0EB69C026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39C1781-7517-07E7-368F-08BC3C028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058" y="0"/>
            <a:ext cx="8269942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6B2787D-4C1C-1C53-8CF9-6D9BB7080891}"/>
              </a:ext>
            </a:extLst>
          </p:cNvPr>
          <p:cNvSpPr/>
          <p:nvPr/>
        </p:nvSpPr>
        <p:spPr>
          <a:xfrm>
            <a:off x="5856789" y="243068"/>
            <a:ext cx="4224759" cy="11666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176D1785-12E7-693C-10AE-2D832D0E60C4}"/>
                  </a:ext>
                </a:extLst>
              </p14:cNvPr>
              <p14:cNvContentPartPr/>
              <p14:nvPr/>
            </p14:nvContentPartPr>
            <p14:xfrm>
              <a:off x="679645" y="3299251"/>
              <a:ext cx="360" cy="360"/>
            </p14:xfrm>
          </p:contentPart>
        </mc:Choice>
        <mc:Fallback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176D1785-12E7-693C-10AE-2D832D0E60C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6645" y="3236251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48531FE3-6B91-B21E-8C0D-928444792A59}"/>
                  </a:ext>
                </a:extLst>
              </p14:cNvPr>
              <p14:cNvContentPartPr/>
              <p14:nvPr/>
            </p14:nvContentPartPr>
            <p14:xfrm>
              <a:off x="964765" y="3249931"/>
              <a:ext cx="360" cy="360"/>
            </p14:xfrm>
          </p:contentPart>
        </mc:Choice>
        <mc:Fallback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48531FE3-6B91-B21E-8C0D-928444792A5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2125" y="3187291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5EA0021F-A642-28B1-1F82-3E79D2981B85}"/>
                  </a:ext>
                </a:extLst>
              </p14:cNvPr>
              <p14:cNvContentPartPr/>
              <p14:nvPr/>
            </p14:nvContentPartPr>
            <p14:xfrm>
              <a:off x="1340245" y="3181171"/>
              <a:ext cx="360" cy="360"/>
            </p14:xfrm>
          </p:contentPart>
        </mc:Choice>
        <mc:Fallback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5EA0021F-A642-28B1-1F82-3E79D2981B8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77245" y="3118171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C094E3BC-0A6F-FF43-A478-ADA3547CDAA3}"/>
                  </a:ext>
                </a:extLst>
              </p14:cNvPr>
              <p14:cNvContentPartPr/>
              <p14:nvPr/>
            </p14:nvContentPartPr>
            <p14:xfrm>
              <a:off x="1614565" y="3132931"/>
              <a:ext cx="14040" cy="7200"/>
            </p14:xfrm>
          </p:contentPart>
        </mc:Choice>
        <mc:Fallback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C094E3BC-0A6F-FF43-A478-ADA3547CDAA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51925" y="3070291"/>
                <a:ext cx="13968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EC8F8E96-EAD0-C8EB-5E23-77100B417061}"/>
                  </a:ext>
                </a:extLst>
              </p14:cNvPr>
              <p14:cNvContentPartPr/>
              <p14:nvPr/>
            </p14:nvContentPartPr>
            <p14:xfrm>
              <a:off x="1957285" y="3071011"/>
              <a:ext cx="20880" cy="360"/>
            </p14:xfrm>
          </p:contentPart>
        </mc:Choice>
        <mc:Fallback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EC8F8E96-EAD0-C8EB-5E23-77100B41706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894645" y="3008011"/>
                <a:ext cx="14652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0059BED7-24FB-4AA8-88DB-79174C6BDD27}"/>
                  </a:ext>
                </a:extLst>
              </p14:cNvPr>
              <p14:cNvContentPartPr/>
              <p14:nvPr/>
            </p14:nvContentPartPr>
            <p14:xfrm>
              <a:off x="2428885" y="2949691"/>
              <a:ext cx="20880" cy="360"/>
            </p14:xfrm>
          </p:contentPart>
        </mc:Choice>
        <mc:Fallback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0059BED7-24FB-4AA8-88DB-79174C6BDD2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366245" y="2886691"/>
                <a:ext cx="14652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2B2610BC-C85E-937E-2B42-8810A64DD186}"/>
                  </a:ext>
                </a:extLst>
              </p14:cNvPr>
              <p14:cNvContentPartPr/>
              <p14:nvPr/>
            </p14:nvContentPartPr>
            <p14:xfrm>
              <a:off x="3008125" y="2033851"/>
              <a:ext cx="378720" cy="882000"/>
            </p14:xfrm>
          </p:contentPart>
        </mc:Choice>
        <mc:Fallback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2B2610BC-C85E-937E-2B42-8810A64DD18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45125" y="1970851"/>
                <a:ext cx="504360" cy="10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4155F535-9D76-0E65-9C10-4618DDAD270A}"/>
                  </a:ext>
                </a:extLst>
              </p14:cNvPr>
              <p14:cNvContentPartPr/>
              <p14:nvPr/>
            </p14:nvContentPartPr>
            <p14:xfrm>
              <a:off x="3278485" y="3162811"/>
              <a:ext cx="102240" cy="197280"/>
            </p14:xfrm>
          </p:contentPart>
        </mc:Choice>
        <mc:Fallback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4155F535-9D76-0E65-9C10-4618DDAD270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15485" y="3100171"/>
                <a:ext cx="227880" cy="32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73756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B0C5E-8A15-9A5C-5C94-9827E3B60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1701591-9767-8508-436E-145783FA5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058" y="0"/>
            <a:ext cx="8269942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筆跡 1">
                <a:extLst>
                  <a:ext uri="{FF2B5EF4-FFF2-40B4-BE49-F238E27FC236}">
                    <a16:creationId xmlns:a16="http://schemas.microsoft.com/office/drawing/2014/main" id="{A2CF3844-523E-A0BD-D96D-51F1E892FA2D}"/>
                  </a:ext>
                </a:extLst>
              </p14:cNvPr>
              <p14:cNvContentPartPr/>
              <p14:nvPr/>
            </p14:nvContentPartPr>
            <p14:xfrm>
              <a:off x="631526" y="2222486"/>
              <a:ext cx="13680" cy="7200"/>
            </p14:xfrm>
          </p:contentPart>
        </mc:Choice>
        <mc:Fallback>
          <p:pic>
            <p:nvPicPr>
              <p:cNvPr id="2" name="筆跡 1">
                <a:extLst>
                  <a:ext uri="{FF2B5EF4-FFF2-40B4-BE49-F238E27FC236}">
                    <a16:creationId xmlns:a16="http://schemas.microsoft.com/office/drawing/2014/main" id="{A2CF3844-523E-A0BD-D96D-51F1E892FA2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8526" y="2159486"/>
                <a:ext cx="13932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BCA540C4-7375-EF9D-83A4-8458FC18E4EF}"/>
                  </a:ext>
                </a:extLst>
              </p14:cNvPr>
              <p14:cNvContentPartPr/>
              <p14:nvPr/>
            </p14:nvContentPartPr>
            <p14:xfrm>
              <a:off x="968486" y="2128166"/>
              <a:ext cx="360" cy="360"/>
            </p14:xfrm>
          </p:contentPart>
        </mc:Choice>
        <mc:Fallback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BCA540C4-7375-EF9D-83A4-8458FC18E4E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05486" y="2065166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5CA9CEF0-B58A-638C-3CBC-9894F1ECF555}"/>
                  </a:ext>
                </a:extLst>
              </p14:cNvPr>
              <p14:cNvContentPartPr/>
              <p14:nvPr/>
            </p14:nvContentPartPr>
            <p14:xfrm>
              <a:off x="1445486" y="2076326"/>
              <a:ext cx="13680" cy="360"/>
            </p14:xfrm>
          </p:contentPart>
        </mc:Choice>
        <mc:Fallback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5CA9CEF0-B58A-638C-3CBC-9894F1ECF55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82486" y="2013686"/>
                <a:ext cx="13932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D77251AC-3601-17AA-A6D9-36FD3EEB8A8B}"/>
                  </a:ext>
                </a:extLst>
              </p14:cNvPr>
              <p14:cNvContentPartPr/>
              <p14:nvPr/>
            </p14:nvContentPartPr>
            <p14:xfrm>
              <a:off x="1751846" y="1996406"/>
              <a:ext cx="360" cy="360"/>
            </p14:xfrm>
          </p:contentPart>
        </mc:Choice>
        <mc:Fallback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D77251AC-3601-17AA-A6D9-36FD3EEB8A8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89206" y="1933766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DAFFDB9A-4501-BD9B-0D13-3B98459F445A}"/>
                  </a:ext>
                </a:extLst>
              </p14:cNvPr>
              <p14:cNvContentPartPr/>
              <p14:nvPr/>
            </p14:nvContentPartPr>
            <p14:xfrm>
              <a:off x="2416046" y="1894886"/>
              <a:ext cx="13680" cy="360"/>
            </p14:xfrm>
          </p:contentPart>
        </mc:Choice>
        <mc:Fallback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DAFFDB9A-4501-BD9B-0D13-3B98459F445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353046" y="1832246"/>
                <a:ext cx="13932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C8E64FBF-CB50-DD90-F62B-875A7410B8C0}"/>
                  </a:ext>
                </a:extLst>
              </p14:cNvPr>
              <p14:cNvContentPartPr/>
              <p14:nvPr/>
            </p14:nvContentPartPr>
            <p14:xfrm>
              <a:off x="2862086" y="1815686"/>
              <a:ext cx="360" cy="360"/>
            </p14:xfrm>
          </p:contentPart>
        </mc:Choice>
        <mc:Fallback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C8E64FBF-CB50-DD90-F62B-875A7410B8C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99086" y="1753046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4F95BA14-533B-968C-CE2D-75852F00C663}"/>
                  </a:ext>
                </a:extLst>
              </p14:cNvPr>
              <p14:cNvContentPartPr/>
              <p14:nvPr/>
            </p14:nvContentPartPr>
            <p14:xfrm>
              <a:off x="1170806" y="4653206"/>
              <a:ext cx="360" cy="360"/>
            </p14:xfrm>
          </p:contentPart>
        </mc:Choice>
        <mc:Fallback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4F95BA14-533B-968C-CE2D-75852F00C66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8166" y="4590566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335FADA1-386D-602F-F7A1-3C216A511B1D}"/>
                  </a:ext>
                </a:extLst>
              </p14:cNvPr>
              <p14:cNvContentPartPr/>
              <p14:nvPr/>
            </p14:nvContentPartPr>
            <p14:xfrm>
              <a:off x="1445486" y="4492646"/>
              <a:ext cx="13680" cy="360"/>
            </p14:xfrm>
          </p:contentPart>
        </mc:Choice>
        <mc:Fallback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335FADA1-386D-602F-F7A1-3C216A511B1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382846" y="4430006"/>
                <a:ext cx="13932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2" name="筆跡 11">
                <a:extLst>
                  <a:ext uri="{FF2B5EF4-FFF2-40B4-BE49-F238E27FC236}">
                    <a16:creationId xmlns:a16="http://schemas.microsoft.com/office/drawing/2014/main" id="{D1DB3BE5-18F8-0DE4-3C09-84E3069B583B}"/>
                  </a:ext>
                </a:extLst>
              </p14:cNvPr>
              <p14:cNvContentPartPr/>
              <p14:nvPr/>
            </p14:nvContentPartPr>
            <p14:xfrm>
              <a:off x="1826366" y="4327406"/>
              <a:ext cx="360" cy="360"/>
            </p14:xfrm>
          </p:contentPart>
        </mc:Choice>
        <mc:Fallback>
          <p:pic>
            <p:nvPicPr>
              <p:cNvPr id="12" name="筆跡 11">
                <a:extLst>
                  <a:ext uri="{FF2B5EF4-FFF2-40B4-BE49-F238E27FC236}">
                    <a16:creationId xmlns:a16="http://schemas.microsoft.com/office/drawing/2014/main" id="{D1DB3BE5-18F8-0DE4-3C09-84E3069B583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63366" y="4264766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群組 16">
            <a:extLst>
              <a:ext uri="{FF2B5EF4-FFF2-40B4-BE49-F238E27FC236}">
                <a16:creationId xmlns:a16="http://schemas.microsoft.com/office/drawing/2014/main" id="{A3441E3D-42BD-A799-64E8-8D65AA018FE9}"/>
              </a:ext>
            </a:extLst>
          </p:cNvPr>
          <p:cNvGrpSpPr/>
          <p:nvPr/>
        </p:nvGrpSpPr>
        <p:grpSpPr>
          <a:xfrm>
            <a:off x="2082686" y="4097726"/>
            <a:ext cx="532440" cy="157320"/>
            <a:chOff x="2082686" y="4097726"/>
            <a:chExt cx="532440" cy="15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筆跡 12">
                  <a:extLst>
                    <a:ext uri="{FF2B5EF4-FFF2-40B4-BE49-F238E27FC236}">
                      <a16:creationId xmlns:a16="http://schemas.microsoft.com/office/drawing/2014/main" id="{CF0FC994-7507-A42D-CFCF-C551B007A321}"/>
                    </a:ext>
                  </a:extLst>
                </p14:cNvPr>
                <p14:cNvContentPartPr/>
                <p14:nvPr/>
              </p14:nvContentPartPr>
              <p14:xfrm>
                <a:off x="2082686" y="4234526"/>
                <a:ext cx="86760" cy="20520"/>
              </p14:xfrm>
            </p:contentPart>
          </mc:Choice>
          <mc:Fallback>
            <p:pic>
              <p:nvPicPr>
                <p:cNvPr id="13" name="筆跡 12">
                  <a:extLst>
                    <a:ext uri="{FF2B5EF4-FFF2-40B4-BE49-F238E27FC236}">
                      <a16:creationId xmlns:a16="http://schemas.microsoft.com/office/drawing/2014/main" id="{CF0FC994-7507-A42D-CFCF-C551B007A32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19686" y="4171886"/>
                  <a:ext cx="2124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筆跡 13">
                  <a:extLst>
                    <a:ext uri="{FF2B5EF4-FFF2-40B4-BE49-F238E27FC236}">
                      <a16:creationId xmlns:a16="http://schemas.microsoft.com/office/drawing/2014/main" id="{63D8925E-17B8-8EF2-D8E8-42E78B453136}"/>
                    </a:ext>
                  </a:extLst>
                </p14:cNvPr>
                <p14:cNvContentPartPr/>
                <p14:nvPr/>
              </p14:nvContentPartPr>
              <p14:xfrm>
                <a:off x="2353406" y="4148126"/>
                <a:ext cx="86760" cy="20520"/>
              </p14:xfrm>
            </p:contentPart>
          </mc:Choice>
          <mc:Fallback>
            <p:pic>
              <p:nvPicPr>
                <p:cNvPr id="14" name="筆跡 13">
                  <a:extLst>
                    <a:ext uri="{FF2B5EF4-FFF2-40B4-BE49-F238E27FC236}">
                      <a16:creationId xmlns:a16="http://schemas.microsoft.com/office/drawing/2014/main" id="{63D8925E-17B8-8EF2-D8E8-42E78B45313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90766" y="4085126"/>
                  <a:ext cx="2124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筆跡 14">
                  <a:extLst>
                    <a:ext uri="{FF2B5EF4-FFF2-40B4-BE49-F238E27FC236}">
                      <a16:creationId xmlns:a16="http://schemas.microsoft.com/office/drawing/2014/main" id="{0D4B9DD0-2E38-F367-2F41-BF9FC6BB9FF3}"/>
                    </a:ext>
                  </a:extLst>
                </p14:cNvPr>
                <p14:cNvContentPartPr/>
                <p14:nvPr/>
              </p14:nvContentPartPr>
              <p14:xfrm>
                <a:off x="2594966" y="4097726"/>
                <a:ext cx="20160" cy="360"/>
              </p14:xfrm>
            </p:contentPart>
          </mc:Choice>
          <mc:Fallback>
            <p:pic>
              <p:nvPicPr>
                <p:cNvPr id="15" name="筆跡 14">
                  <a:extLst>
                    <a:ext uri="{FF2B5EF4-FFF2-40B4-BE49-F238E27FC236}">
                      <a16:creationId xmlns:a16="http://schemas.microsoft.com/office/drawing/2014/main" id="{0D4B9DD0-2E38-F367-2F41-BF9FC6BB9FF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31966" y="4035086"/>
                  <a:ext cx="14580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8" name="筆跡 17">
                <a:extLst>
                  <a:ext uri="{FF2B5EF4-FFF2-40B4-BE49-F238E27FC236}">
                    <a16:creationId xmlns:a16="http://schemas.microsoft.com/office/drawing/2014/main" id="{ACFD5707-C2D3-A49C-8CAD-B761791B9AA5}"/>
                  </a:ext>
                </a:extLst>
              </p14:cNvPr>
              <p14:cNvContentPartPr/>
              <p14:nvPr/>
            </p14:nvContentPartPr>
            <p14:xfrm>
              <a:off x="1585526" y="5708006"/>
              <a:ext cx="360" cy="360"/>
            </p14:xfrm>
          </p:contentPart>
        </mc:Choice>
        <mc:Fallback>
          <p:pic>
            <p:nvPicPr>
              <p:cNvPr id="18" name="筆跡 17">
                <a:extLst>
                  <a:ext uri="{FF2B5EF4-FFF2-40B4-BE49-F238E27FC236}">
                    <a16:creationId xmlns:a16="http://schemas.microsoft.com/office/drawing/2014/main" id="{ACFD5707-C2D3-A49C-8CAD-B761791B9AA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22886" y="5645006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9" name="筆跡 18">
                <a:extLst>
                  <a:ext uri="{FF2B5EF4-FFF2-40B4-BE49-F238E27FC236}">
                    <a16:creationId xmlns:a16="http://schemas.microsoft.com/office/drawing/2014/main" id="{D42593D4-CCCB-5547-FE94-DC10FCE08F58}"/>
                  </a:ext>
                </a:extLst>
              </p14:cNvPr>
              <p14:cNvContentPartPr/>
              <p14:nvPr/>
            </p14:nvContentPartPr>
            <p14:xfrm>
              <a:off x="1898726" y="5560766"/>
              <a:ext cx="360" cy="360"/>
            </p14:xfrm>
          </p:contentPart>
        </mc:Choice>
        <mc:Fallback>
          <p:pic>
            <p:nvPicPr>
              <p:cNvPr id="19" name="筆跡 18">
                <a:extLst>
                  <a:ext uri="{FF2B5EF4-FFF2-40B4-BE49-F238E27FC236}">
                    <a16:creationId xmlns:a16="http://schemas.microsoft.com/office/drawing/2014/main" id="{D42593D4-CCCB-5547-FE94-DC10FCE08F5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36086" y="5498126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0" name="筆跡 19">
                <a:extLst>
                  <a:ext uri="{FF2B5EF4-FFF2-40B4-BE49-F238E27FC236}">
                    <a16:creationId xmlns:a16="http://schemas.microsoft.com/office/drawing/2014/main" id="{528B56A6-EA0D-2F7E-CE8F-DC33372A5D62}"/>
                  </a:ext>
                </a:extLst>
              </p14:cNvPr>
              <p14:cNvContentPartPr/>
              <p14:nvPr/>
            </p14:nvContentPartPr>
            <p14:xfrm>
              <a:off x="2275646" y="5458526"/>
              <a:ext cx="89280" cy="37080"/>
            </p14:xfrm>
          </p:contentPart>
        </mc:Choice>
        <mc:Fallback>
          <p:pic>
            <p:nvPicPr>
              <p:cNvPr id="20" name="筆跡 19">
                <a:extLst>
                  <a:ext uri="{FF2B5EF4-FFF2-40B4-BE49-F238E27FC236}">
                    <a16:creationId xmlns:a16="http://schemas.microsoft.com/office/drawing/2014/main" id="{528B56A6-EA0D-2F7E-CE8F-DC33372A5D6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213006" y="5395526"/>
                <a:ext cx="21492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1" name="筆跡 20">
                <a:extLst>
                  <a:ext uri="{FF2B5EF4-FFF2-40B4-BE49-F238E27FC236}">
                    <a16:creationId xmlns:a16="http://schemas.microsoft.com/office/drawing/2014/main" id="{10998926-D5B1-56DD-075F-B06BFDE51479}"/>
                  </a:ext>
                </a:extLst>
              </p14:cNvPr>
              <p14:cNvContentPartPr/>
              <p14:nvPr/>
            </p14:nvContentPartPr>
            <p14:xfrm>
              <a:off x="2593166" y="5341166"/>
              <a:ext cx="40320" cy="13680"/>
            </p14:xfrm>
          </p:contentPart>
        </mc:Choice>
        <mc:Fallback>
          <p:pic>
            <p:nvPicPr>
              <p:cNvPr id="21" name="筆跡 20">
                <a:extLst>
                  <a:ext uri="{FF2B5EF4-FFF2-40B4-BE49-F238E27FC236}">
                    <a16:creationId xmlns:a16="http://schemas.microsoft.com/office/drawing/2014/main" id="{10998926-D5B1-56DD-075F-B06BFDE5147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530166" y="5278526"/>
                <a:ext cx="16596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2" name="筆跡 21">
                <a:extLst>
                  <a:ext uri="{FF2B5EF4-FFF2-40B4-BE49-F238E27FC236}">
                    <a16:creationId xmlns:a16="http://schemas.microsoft.com/office/drawing/2014/main" id="{44FEE0E7-ECB3-62D5-9A06-0362292A308F}"/>
                  </a:ext>
                </a:extLst>
              </p14:cNvPr>
              <p14:cNvContentPartPr/>
              <p14:nvPr/>
            </p14:nvContentPartPr>
            <p14:xfrm>
              <a:off x="2899526" y="5294366"/>
              <a:ext cx="13680" cy="7200"/>
            </p14:xfrm>
          </p:contentPart>
        </mc:Choice>
        <mc:Fallback>
          <p:pic>
            <p:nvPicPr>
              <p:cNvPr id="22" name="筆跡 21">
                <a:extLst>
                  <a:ext uri="{FF2B5EF4-FFF2-40B4-BE49-F238E27FC236}">
                    <a16:creationId xmlns:a16="http://schemas.microsoft.com/office/drawing/2014/main" id="{44FEE0E7-ECB3-62D5-9A06-0362292A308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836886" y="5231366"/>
                <a:ext cx="13932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3" name="筆跡 22">
                <a:extLst>
                  <a:ext uri="{FF2B5EF4-FFF2-40B4-BE49-F238E27FC236}">
                    <a16:creationId xmlns:a16="http://schemas.microsoft.com/office/drawing/2014/main" id="{EADB65B4-3C8D-3454-F337-D720DFE20D67}"/>
                  </a:ext>
                </a:extLst>
              </p14:cNvPr>
              <p14:cNvContentPartPr/>
              <p14:nvPr/>
            </p14:nvContentPartPr>
            <p14:xfrm>
              <a:off x="3228926" y="5164046"/>
              <a:ext cx="360" cy="360"/>
            </p14:xfrm>
          </p:contentPart>
        </mc:Choice>
        <mc:Fallback>
          <p:pic>
            <p:nvPicPr>
              <p:cNvPr id="23" name="筆跡 22">
                <a:extLst>
                  <a:ext uri="{FF2B5EF4-FFF2-40B4-BE49-F238E27FC236}">
                    <a16:creationId xmlns:a16="http://schemas.microsoft.com/office/drawing/2014/main" id="{EADB65B4-3C8D-3454-F337-D720DFE20D6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66286" y="5101406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群組 33">
            <a:extLst>
              <a:ext uri="{FF2B5EF4-FFF2-40B4-BE49-F238E27FC236}">
                <a16:creationId xmlns:a16="http://schemas.microsoft.com/office/drawing/2014/main" id="{11AB5622-C016-E335-CA0D-6A2449544571}"/>
              </a:ext>
            </a:extLst>
          </p:cNvPr>
          <p:cNvGrpSpPr/>
          <p:nvPr/>
        </p:nvGrpSpPr>
        <p:grpSpPr>
          <a:xfrm>
            <a:off x="4691966" y="3772646"/>
            <a:ext cx="3252600" cy="857520"/>
            <a:chOff x="4691966" y="3772646"/>
            <a:chExt cx="3252600" cy="85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4" name="筆跡 23">
                  <a:extLst>
                    <a:ext uri="{FF2B5EF4-FFF2-40B4-BE49-F238E27FC236}">
                      <a16:creationId xmlns:a16="http://schemas.microsoft.com/office/drawing/2014/main" id="{B1AB091D-1867-7801-E47A-A6376C5CEDF9}"/>
                    </a:ext>
                  </a:extLst>
                </p14:cNvPr>
                <p14:cNvContentPartPr/>
                <p14:nvPr/>
              </p14:nvContentPartPr>
              <p14:xfrm>
                <a:off x="4691966" y="4187006"/>
                <a:ext cx="993600" cy="443160"/>
              </p14:xfrm>
            </p:contentPart>
          </mc:Choice>
          <mc:Fallback>
            <p:pic>
              <p:nvPicPr>
                <p:cNvPr id="24" name="筆跡 23">
                  <a:extLst>
                    <a:ext uri="{FF2B5EF4-FFF2-40B4-BE49-F238E27FC236}">
                      <a16:creationId xmlns:a16="http://schemas.microsoft.com/office/drawing/2014/main" id="{B1AB091D-1867-7801-E47A-A6376C5CEDF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629326" y="4124366"/>
                  <a:ext cx="1119240" cy="56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5" name="筆跡 24">
                  <a:extLst>
                    <a:ext uri="{FF2B5EF4-FFF2-40B4-BE49-F238E27FC236}">
                      <a16:creationId xmlns:a16="http://schemas.microsoft.com/office/drawing/2014/main" id="{E254F66C-ED92-448F-8399-C40B350BDE87}"/>
                    </a:ext>
                  </a:extLst>
                </p14:cNvPr>
                <p14:cNvContentPartPr/>
                <p14:nvPr/>
              </p14:nvContentPartPr>
              <p14:xfrm>
                <a:off x="6083366" y="4196366"/>
                <a:ext cx="294840" cy="252360"/>
              </p14:xfrm>
            </p:contentPart>
          </mc:Choice>
          <mc:Fallback>
            <p:pic>
              <p:nvPicPr>
                <p:cNvPr id="25" name="筆跡 24">
                  <a:extLst>
                    <a:ext uri="{FF2B5EF4-FFF2-40B4-BE49-F238E27FC236}">
                      <a16:creationId xmlns:a16="http://schemas.microsoft.com/office/drawing/2014/main" id="{E254F66C-ED92-448F-8399-C40B350BDE8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020726" y="4133366"/>
                  <a:ext cx="42048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8" name="筆跡 27">
                  <a:extLst>
                    <a:ext uri="{FF2B5EF4-FFF2-40B4-BE49-F238E27FC236}">
                      <a16:creationId xmlns:a16="http://schemas.microsoft.com/office/drawing/2014/main" id="{C1E65DE7-0462-067F-A20B-DFF299498EA7}"/>
                    </a:ext>
                  </a:extLst>
                </p14:cNvPr>
                <p14:cNvContentPartPr/>
                <p14:nvPr/>
              </p14:nvContentPartPr>
              <p14:xfrm>
                <a:off x="6767006" y="4047326"/>
                <a:ext cx="652320" cy="300240"/>
              </p14:xfrm>
            </p:contentPart>
          </mc:Choice>
          <mc:Fallback>
            <p:pic>
              <p:nvPicPr>
                <p:cNvPr id="28" name="筆跡 27">
                  <a:extLst>
                    <a:ext uri="{FF2B5EF4-FFF2-40B4-BE49-F238E27FC236}">
                      <a16:creationId xmlns:a16="http://schemas.microsoft.com/office/drawing/2014/main" id="{C1E65DE7-0462-067F-A20B-DFF299498EA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704366" y="3984686"/>
                  <a:ext cx="77796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1" name="筆跡 30">
                  <a:extLst>
                    <a:ext uri="{FF2B5EF4-FFF2-40B4-BE49-F238E27FC236}">
                      <a16:creationId xmlns:a16="http://schemas.microsoft.com/office/drawing/2014/main" id="{FED4AD39-A513-E3B6-F5AF-85A3F4068756}"/>
                    </a:ext>
                  </a:extLst>
                </p14:cNvPr>
                <p14:cNvContentPartPr/>
                <p14:nvPr/>
              </p14:nvContentPartPr>
              <p14:xfrm>
                <a:off x="7750886" y="3772646"/>
                <a:ext cx="124200" cy="340920"/>
              </p14:xfrm>
            </p:contentPart>
          </mc:Choice>
          <mc:Fallback>
            <p:pic>
              <p:nvPicPr>
                <p:cNvPr id="31" name="筆跡 30">
                  <a:extLst>
                    <a:ext uri="{FF2B5EF4-FFF2-40B4-BE49-F238E27FC236}">
                      <a16:creationId xmlns:a16="http://schemas.microsoft.com/office/drawing/2014/main" id="{FED4AD39-A513-E3B6-F5AF-85A3F406875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688246" y="3709646"/>
                  <a:ext cx="249840" cy="46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2" name="筆跡 31">
                  <a:extLst>
                    <a:ext uri="{FF2B5EF4-FFF2-40B4-BE49-F238E27FC236}">
                      <a16:creationId xmlns:a16="http://schemas.microsoft.com/office/drawing/2014/main" id="{A96609B7-EEEE-575A-024A-10E1BAD3D35F}"/>
                    </a:ext>
                  </a:extLst>
                </p14:cNvPr>
                <p14:cNvContentPartPr/>
                <p14:nvPr/>
              </p14:nvContentPartPr>
              <p14:xfrm>
                <a:off x="7831526" y="4399766"/>
                <a:ext cx="113040" cy="126360"/>
              </p14:xfrm>
            </p:contentPart>
          </mc:Choice>
          <mc:Fallback>
            <p:pic>
              <p:nvPicPr>
                <p:cNvPr id="32" name="筆跡 31">
                  <a:extLst>
                    <a:ext uri="{FF2B5EF4-FFF2-40B4-BE49-F238E27FC236}">
                      <a16:creationId xmlns:a16="http://schemas.microsoft.com/office/drawing/2014/main" id="{A96609B7-EEEE-575A-024A-10E1BAD3D35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768886" y="4336766"/>
                  <a:ext cx="238680" cy="25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35" name="筆跡 34">
                <a:extLst>
                  <a:ext uri="{FF2B5EF4-FFF2-40B4-BE49-F238E27FC236}">
                    <a16:creationId xmlns:a16="http://schemas.microsoft.com/office/drawing/2014/main" id="{473782EA-BF98-4543-A584-79E6C6F0C7D7}"/>
                  </a:ext>
                </a:extLst>
              </p14:cNvPr>
              <p14:cNvContentPartPr/>
              <p14:nvPr/>
            </p14:nvContentPartPr>
            <p14:xfrm>
              <a:off x="2911034" y="4031696"/>
              <a:ext cx="360" cy="360"/>
            </p14:xfrm>
          </p:contentPart>
        </mc:Choice>
        <mc:Fallback>
          <p:pic>
            <p:nvPicPr>
              <p:cNvPr id="35" name="筆跡 34">
                <a:extLst>
                  <a:ext uri="{FF2B5EF4-FFF2-40B4-BE49-F238E27FC236}">
                    <a16:creationId xmlns:a16="http://schemas.microsoft.com/office/drawing/2014/main" id="{473782EA-BF98-4543-A584-79E6C6F0C7D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875034" y="3996056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36" name="筆跡 35">
                <a:extLst>
                  <a:ext uri="{FF2B5EF4-FFF2-40B4-BE49-F238E27FC236}">
                    <a16:creationId xmlns:a16="http://schemas.microsoft.com/office/drawing/2014/main" id="{FBE52644-6DB7-A6F3-087A-5E01A4B65830}"/>
                  </a:ext>
                </a:extLst>
              </p14:cNvPr>
              <p14:cNvContentPartPr/>
              <p14:nvPr/>
            </p14:nvContentPartPr>
            <p14:xfrm>
              <a:off x="3170234" y="3958616"/>
              <a:ext cx="360" cy="360"/>
            </p14:xfrm>
          </p:contentPart>
        </mc:Choice>
        <mc:Fallback>
          <p:pic>
            <p:nvPicPr>
              <p:cNvPr id="36" name="筆跡 35">
                <a:extLst>
                  <a:ext uri="{FF2B5EF4-FFF2-40B4-BE49-F238E27FC236}">
                    <a16:creationId xmlns:a16="http://schemas.microsoft.com/office/drawing/2014/main" id="{FBE52644-6DB7-A6F3-087A-5E01A4B65830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134234" y="3922976"/>
                <a:ext cx="7200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572590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FC13D-E5EE-A60C-C4C8-690F263AA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6859FF8-578C-7611-DF98-EBD456283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250"/>
            <a:ext cx="12358370" cy="687849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2517C7E-4038-C70A-94C6-9CA0D4CA2EE2}"/>
              </a:ext>
            </a:extLst>
          </p:cNvPr>
          <p:cNvSpPr/>
          <p:nvPr/>
        </p:nvSpPr>
        <p:spPr>
          <a:xfrm>
            <a:off x="4771505" y="5685905"/>
            <a:ext cx="2776451" cy="78139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AC07370-CE8C-2A2B-1B15-F113647AA9AB}"/>
              </a:ext>
            </a:extLst>
          </p:cNvPr>
          <p:cNvSpPr/>
          <p:nvPr/>
        </p:nvSpPr>
        <p:spPr>
          <a:xfrm>
            <a:off x="479368" y="302031"/>
            <a:ext cx="3211484" cy="91162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7791C4F0-391A-A88D-9147-30ED151521DC}"/>
              </a:ext>
            </a:extLst>
          </p:cNvPr>
          <p:cNvGrpSpPr/>
          <p:nvPr/>
        </p:nvGrpSpPr>
        <p:grpSpPr>
          <a:xfrm>
            <a:off x="865765" y="305491"/>
            <a:ext cx="465120" cy="1348200"/>
            <a:chOff x="865765" y="305491"/>
            <a:chExt cx="465120" cy="134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筆跡 1">
                  <a:extLst>
                    <a:ext uri="{FF2B5EF4-FFF2-40B4-BE49-F238E27FC236}">
                      <a16:creationId xmlns:a16="http://schemas.microsoft.com/office/drawing/2014/main" id="{41927660-0F65-9B17-2D3F-6832C76C93E3}"/>
                    </a:ext>
                  </a:extLst>
                </p14:cNvPr>
                <p14:cNvContentPartPr/>
                <p14:nvPr/>
              </p14:nvContentPartPr>
              <p14:xfrm>
                <a:off x="894205" y="526891"/>
                <a:ext cx="436680" cy="503640"/>
              </p14:xfrm>
            </p:contentPart>
          </mc:Choice>
          <mc:Fallback>
            <p:pic>
              <p:nvPicPr>
                <p:cNvPr id="2" name="筆跡 1">
                  <a:extLst>
                    <a:ext uri="{FF2B5EF4-FFF2-40B4-BE49-F238E27FC236}">
                      <a16:creationId xmlns:a16="http://schemas.microsoft.com/office/drawing/2014/main" id="{41927660-0F65-9B17-2D3F-6832C76C93E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31565" y="463891"/>
                  <a:ext cx="562320" cy="62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筆跡 5">
                  <a:extLst>
                    <a:ext uri="{FF2B5EF4-FFF2-40B4-BE49-F238E27FC236}">
                      <a16:creationId xmlns:a16="http://schemas.microsoft.com/office/drawing/2014/main" id="{2AEA5DB5-7B13-AF5A-04A2-F945F406686A}"/>
                    </a:ext>
                  </a:extLst>
                </p14:cNvPr>
                <p14:cNvContentPartPr/>
                <p14:nvPr/>
              </p14:nvContentPartPr>
              <p14:xfrm>
                <a:off x="865765" y="305491"/>
                <a:ext cx="102600" cy="1348200"/>
              </p14:xfrm>
            </p:contentPart>
          </mc:Choice>
          <mc:Fallback>
            <p:pic>
              <p:nvPicPr>
                <p:cNvPr id="6" name="筆跡 5">
                  <a:extLst>
                    <a:ext uri="{FF2B5EF4-FFF2-40B4-BE49-F238E27FC236}">
                      <a16:creationId xmlns:a16="http://schemas.microsoft.com/office/drawing/2014/main" id="{2AEA5DB5-7B13-AF5A-04A2-F945F406686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02765" y="242491"/>
                  <a:ext cx="228240" cy="147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8C5B3AC4-AD94-CC30-6C7B-C1FB740CB18D}"/>
              </a:ext>
            </a:extLst>
          </p:cNvPr>
          <p:cNvGrpSpPr/>
          <p:nvPr/>
        </p:nvGrpSpPr>
        <p:grpSpPr>
          <a:xfrm>
            <a:off x="1687285" y="532291"/>
            <a:ext cx="408960" cy="479160"/>
            <a:chOff x="1687285" y="532291"/>
            <a:chExt cx="408960" cy="47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9" name="筆跡 8">
                  <a:extLst>
                    <a:ext uri="{FF2B5EF4-FFF2-40B4-BE49-F238E27FC236}">
                      <a16:creationId xmlns:a16="http://schemas.microsoft.com/office/drawing/2014/main" id="{ABFBEF74-5CF5-6B5F-612D-A73703DAA22A}"/>
                    </a:ext>
                  </a:extLst>
                </p14:cNvPr>
                <p14:cNvContentPartPr/>
                <p14:nvPr/>
              </p14:nvContentPartPr>
              <p14:xfrm>
                <a:off x="1687285" y="719851"/>
                <a:ext cx="44280" cy="227520"/>
              </p14:xfrm>
            </p:contentPart>
          </mc:Choice>
          <mc:Fallback>
            <p:pic>
              <p:nvPicPr>
                <p:cNvPr id="9" name="筆跡 8">
                  <a:extLst>
                    <a:ext uri="{FF2B5EF4-FFF2-40B4-BE49-F238E27FC236}">
                      <a16:creationId xmlns:a16="http://schemas.microsoft.com/office/drawing/2014/main" id="{ABFBEF74-5CF5-6B5F-612D-A73703DAA22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624285" y="656851"/>
                  <a:ext cx="1699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0" name="筆跡 9">
                  <a:extLst>
                    <a:ext uri="{FF2B5EF4-FFF2-40B4-BE49-F238E27FC236}">
                      <a16:creationId xmlns:a16="http://schemas.microsoft.com/office/drawing/2014/main" id="{36B6187E-6593-83E8-3E4A-D8D1B4F6E6FC}"/>
                    </a:ext>
                  </a:extLst>
                </p14:cNvPr>
                <p14:cNvContentPartPr/>
                <p14:nvPr/>
              </p14:nvContentPartPr>
              <p14:xfrm>
                <a:off x="1696645" y="532291"/>
                <a:ext cx="399600" cy="319680"/>
              </p14:xfrm>
            </p:contentPart>
          </mc:Choice>
          <mc:Fallback>
            <p:pic>
              <p:nvPicPr>
                <p:cNvPr id="10" name="筆跡 9">
                  <a:extLst>
                    <a:ext uri="{FF2B5EF4-FFF2-40B4-BE49-F238E27FC236}">
                      <a16:creationId xmlns:a16="http://schemas.microsoft.com/office/drawing/2014/main" id="{36B6187E-6593-83E8-3E4A-D8D1B4F6E6F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633645" y="469291"/>
                  <a:ext cx="52524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筆跡 10">
                  <a:extLst>
                    <a:ext uri="{FF2B5EF4-FFF2-40B4-BE49-F238E27FC236}">
                      <a16:creationId xmlns:a16="http://schemas.microsoft.com/office/drawing/2014/main" id="{3D85A584-2148-3F4A-D905-F0050953C042}"/>
                    </a:ext>
                  </a:extLst>
                </p14:cNvPr>
                <p14:cNvContentPartPr/>
                <p14:nvPr/>
              </p14:nvContentPartPr>
              <p14:xfrm>
                <a:off x="1859725" y="969691"/>
                <a:ext cx="109080" cy="41760"/>
              </p14:xfrm>
            </p:contentPart>
          </mc:Choice>
          <mc:Fallback>
            <p:pic>
              <p:nvPicPr>
                <p:cNvPr id="11" name="筆跡 10">
                  <a:extLst>
                    <a:ext uri="{FF2B5EF4-FFF2-40B4-BE49-F238E27FC236}">
                      <a16:creationId xmlns:a16="http://schemas.microsoft.com/office/drawing/2014/main" id="{3D85A584-2148-3F4A-D905-F0050953C04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796725" y="906691"/>
                  <a:ext cx="234720" cy="16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2" name="筆跡 11">
                <a:extLst>
                  <a:ext uri="{FF2B5EF4-FFF2-40B4-BE49-F238E27FC236}">
                    <a16:creationId xmlns:a16="http://schemas.microsoft.com/office/drawing/2014/main" id="{B1D981FC-8098-2C5C-D6E6-5046D78BBA21}"/>
                  </a:ext>
                </a:extLst>
              </p14:cNvPr>
              <p14:cNvContentPartPr/>
              <p14:nvPr/>
            </p14:nvContentPartPr>
            <p14:xfrm>
              <a:off x="2783485" y="220531"/>
              <a:ext cx="34560" cy="417600"/>
            </p14:xfrm>
          </p:contentPart>
        </mc:Choice>
        <mc:Fallback>
          <p:pic>
            <p:nvPicPr>
              <p:cNvPr id="12" name="筆跡 11">
                <a:extLst>
                  <a:ext uri="{FF2B5EF4-FFF2-40B4-BE49-F238E27FC236}">
                    <a16:creationId xmlns:a16="http://schemas.microsoft.com/office/drawing/2014/main" id="{B1D981FC-8098-2C5C-D6E6-5046D78BBA2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720845" y="157531"/>
                <a:ext cx="160200" cy="54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5" name="筆跡 14">
                <a:extLst>
                  <a:ext uri="{FF2B5EF4-FFF2-40B4-BE49-F238E27FC236}">
                    <a16:creationId xmlns:a16="http://schemas.microsoft.com/office/drawing/2014/main" id="{738A95F9-43E6-7C35-50A2-B02D9EC90536}"/>
                  </a:ext>
                </a:extLst>
              </p14:cNvPr>
              <p14:cNvContentPartPr/>
              <p14:nvPr/>
            </p14:nvContentPartPr>
            <p14:xfrm>
              <a:off x="3173005" y="162931"/>
              <a:ext cx="292680" cy="183960"/>
            </p14:xfrm>
          </p:contentPart>
        </mc:Choice>
        <mc:Fallback>
          <p:pic>
            <p:nvPicPr>
              <p:cNvPr id="15" name="筆跡 14">
                <a:extLst>
                  <a:ext uri="{FF2B5EF4-FFF2-40B4-BE49-F238E27FC236}">
                    <a16:creationId xmlns:a16="http://schemas.microsoft.com/office/drawing/2014/main" id="{738A95F9-43E6-7C35-50A2-B02D9EC9053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110365" y="99931"/>
                <a:ext cx="418320" cy="30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群組 18">
            <a:extLst>
              <a:ext uri="{FF2B5EF4-FFF2-40B4-BE49-F238E27FC236}">
                <a16:creationId xmlns:a16="http://schemas.microsoft.com/office/drawing/2014/main" id="{DA6555C9-71C0-B642-F35D-CBAA445F4CF9}"/>
              </a:ext>
            </a:extLst>
          </p:cNvPr>
          <p:cNvGrpSpPr/>
          <p:nvPr/>
        </p:nvGrpSpPr>
        <p:grpSpPr>
          <a:xfrm>
            <a:off x="3030805" y="697531"/>
            <a:ext cx="346680" cy="519480"/>
            <a:chOff x="3030805" y="697531"/>
            <a:chExt cx="346680" cy="51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6" name="筆跡 15">
                  <a:extLst>
                    <a:ext uri="{FF2B5EF4-FFF2-40B4-BE49-F238E27FC236}">
                      <a16:creationId xmlns:a16="http://schemas.microsoft.com/office/drawing/2014/main" id="{E20CE1B7-D4C8-6DA7-0D84-238C569AA5E1}"/>
                    </a:ext>
                  </a:extLst>
                </p14:cNvPr>
                <p14:cNvContentPartPr/>
                <p14:nvPr/>
              </p14:nvContentPartPr>
              <p14:xfrm>
                <a:off x="3048085" y="697531"/>
                <a:ext cx="329400" cy="391320"/>
              </p14:xfrm>
            </p:contentPart>
          </mc:Choice>
          <mc:Fallback>
            <p:pic>
              <p:nvPicPr>
                <p:cNvPr id="16" name="筆跡 15">
                  <a:extLst>
                    <a:ext uri="{FF2B5EF4-FFF2-40B4-BE49-F238E27FC236}">
                      <a16:creationId xmlns:a16="http://schemas.microsoft.com/office/drawing/2014/main" id="{E20CE1B7-D4C8-6DA7-0D84-238C569AA5E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985445" y="634891"/>
                  <a:ext cx="45504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7" name="筆跡 16">
                  <a:extLst>
                    <a:ext uri="{FF2B5EF4-FFF2-40B4-BE49-F238E27FC236}">
                      <a16:creationId xmlns:a16="http://schemas.microsoft.com/office/drawing/2014/main" id="{C1757B49-5386-2837-ABE2-837660A00F6C}"/>
                    </a:ext>
                  </a:extLst>
                </p14:cNvPr>
                <p14:cNvContentPartPr/>
                <p14:nvPr/>
              </p14:nvContentPartPr>
              <p14:xfrm>
                <a:off x="3030805" y="879331"/>
                <a:ext cx="55440" cy="337680"/>
              </p14:xfrm>
            </p:contentPart>
          </mc:Choice>
          <mc:Fallback>
            <p:pic>
              <p:nvPicPr>
                <p:cNvPr id="17" name="筆跡 16">
                  <a:extLst>
                    <a:ext uri="{FF2B5EF4-FFF2-40B4-BE49-F238E27FC236}">
                      <a16:creationId xmlns:a16="http://schemas.microsoft.com/office/drawing/2014/main" id="{C1757B49-5386-2837-ABE2-837660A00F6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968165" y="816331"/>
                  <a:ext cx="181080" cy="463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30" name="筆跡 29">
                <a:extLst>
                  <a:ext uri="{FF2B5EF4-FFF2-40B4-BE49-F238E27FC236}">
                    <a16:creationId xmlns:a16="http://schemas.microsoft.com/office/drawing/2014/main" id="{5BB785B2-6BEE-129B-530A-1699EBF41631}"/>
                  </a:ext>
                </a:extLst>
              </p14:cNvPr>
              <p14:cNvContentPartPr/>
              <p14:nvPr/>
            </p14:nvContentPartPr>
            <p14:xfrm>
              <a:off x="6089834" y="2853056"/>
              <a:ext cx="6891840" cy="60840"/>
            </p14:xfrm>
          </p:contentPart>
        </mc:Choice>
        <mc:Fallback>
          <p:pic>
            <p:nvPicPr>
              <p:cNvPr id="30" name="筆跡 29">
                <a:extLst>
                  <a:ext uri="{FF2B5EF4-FFF2-40B4-BE49-F238E27FC236}">
                    <a16:creationId xmlns:a16="http://schemas.microsoft.com/office/drawing/2014/main" id="{5BB785B2-6BEE-129B-530A-1699EBF4163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053834" y="2817056"/>
                <a:ext cx="696348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31" name="筆跡 30">
                <a:extLst>
                  <a:ext uri="{FF2B5EF4-FFF2-40B4-BE49-F238E27FC236}">
                    <a16:creationId xmlns:a16="http://schemas.microsoft.com/office/drawing/2014/main" id="{52888B64-B9F2-601E-9210-6AB68138DEF6}"/>
                  </a:ext>
                </a:extLst>
              </p14:cNvPr>
              <p14:cNvContentPartPr/>
              <p14:nvPr/>
            </p14:nvContentPartPr>
            <p14:xfrm>
              <a:off x="5482874" y="3105416"/>
              <a:ext cx="9505800" cy="333000"/>
            </p14:xfrm>
          </p:contentPart>
        </mc:Choice>
        <mc:Fallback>
          <p:pic>
            <p:nvPicPr>
              <p:cNvPr id="31" name="筆跡 30">
                <a:extLst>
                  <a:ext uri="{FF2B5EF4-FFF2-40B4-BE49-F238E27FC236}">
                    <a16:creationId xmlns:a16="http://schemas.microsoft.com/office/drawing/2014/main" id="{52888B64-B9F2-601E-9210-6AB68138DEF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447234" y="3069416"/>
                <a:ext cx="9577440" cy="40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群組 38">
            <a:extLst>
              <a:ext uri="{FF2B5EF4-FFF2-40B4-BE49-F238E27FC236}">
                <a16:creationId xmlns:a16="http://schemas.microsoft.com/office/drawing/2014/main" id="{76C343C2-2ED8-BD37-178F-74A660B1B350}"/>
              </a:ext>
            </a:extLst>
          </p:cNvPr>
          <p:cNvGrpSpPr/>
          <p:nvPr/>
        </p:nvGrpSpPr>
        <p:grpSpPr>
          <a:xfrm>
            <a:off x="6216194" y="3943856"/>
            <a:ext cx="452880" cy="489240"/>
            <a:chOff x="6216194" y="3943856"/>
            <a:chExt cx="452880" cy="48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2" name="筆跡 31">
                  <a:extLst>
                    <a:ext uri="{FF2B5EF4-FFF2-40B4-BE49-F238E27FC236}">
                      <a16:creationId xmlns:a16="http://schemas.microsoft.com/office/drawing/2014/main" id="{982970A3-8224-BF42-8A0D-A8741FD593A8}"/>
                    </a:ext>
                  </a:extLst>
                </p14:cNvPr>
                <p14:cNvContentPartPr/>
                <p14:nvPr/>
              </p14:nvContentPartPr>
              <p14:xfrm>
                <a:off x="6216194" y="4079216"/>
                <a:ext cx="286920" cy="20880"/>
              </p14:xfrm>
            </p:contentPart>
          </mc:Choice>
          <mc:Fallback>
            <p:pic>
              <p:nvPicPr>
                <p:cNvPr id="32" name="筆跡 31">
                  <a:extLst>
                    <a:ext uri="{FF2B5EF4-FFF2-40B4-BE49-F238E27FC236}">
                      <a16:creationId xmlns:a16="http://schemas.microsoft.com/office/drawing/2014/main" id="{982970A3-8224-BF42-8A0D-A8741FD593A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180194" y="4043576"/>
                  <a:ext cx="3585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3" name="筆跡 32">
                  <a:extLst>
                    <a:ext uri="{FF2B5EF4-FFF2-40B4-BE49-F238E27FC236}">
                      <a16:creationId xmlns:a16="http://schemas.microsoft.com/office/drawing/2014/main" id="{D78E7827-99F1-17DC-07FB-0076F334608A}"/>
                    </a:ext>
                  </a:extLst>
                </p14:cNvPr>
                <p14:cNvContentPartPr/>
                <p14:nvPr/>
              </p14:nvContentPartPr>
              <p14:xfrm>
                <a:off x="6273434" y="4276496"/>
                <a:ext cx="395640" cy="360"/>
              </p14:xfrm>
            </p:contentPart>
          </mc:Choice>
          <mc:Fallback>
            <p:pic>
              <p:nvPicPr>
                <p:cNvPr id="33" name="筆跡 32">
                  <a:extLst>
                    <a:ext uri="{FF2B5EF4-FFF2-40B4-BE49-F238E27FC236}">
                      <a16:creationId xmlns:a16="http://schemas.microsoft.com/office/drawing/2014/main" id="{D78E7827-99F1-17DC-07FB-0076F334608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237794" y="4240496"/>
                  <a:ext cx="4672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4" name="筆跡 33">
                  <a:extLst>
                    <a:ext uri="{FF2B5EF4-FFF2-40B4-BE49-F238E27FC236}">
                      <a16:creationId xmlns:a16="http://schemas.microsoft.com/office/drawing/2014/main" id="{D5C12427-BBC9-47BE-D71B-C7BCA2571A08}"/>
                    </a:ext>
                  </a:extLst>
                </p14:cNvPr>
                <p14:cNvContentPartPr/>
                <p14:nvPr/>
              </p14:nvContentPartPr>
              <p14:xfrm>
                <a:off x="6249674" y="3972656"/>
                <a:ext cx="360" cy="460440"/>
              </p14:xfrm>
            </p:contentPart>
          </mc:Choice>
          <mc:Fallback>
            <p:pic>
              <p:nvPicPr>
                <p:cNvPr id="34" name="筆跡 33">
                  <a:extLst>
                    <a:ext uri="{FF2B5EF4-FFF2-40B4-BE49-F238E27FC236}">
                      <a16:creationId xmlns:a16="http://schemas.microsoft.com/office/drawing/2014/main" id="{D5C12427-BBC9-47BE-D71B-C7BCA2571A0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214034" y="3937016"/>
                  <a:ext cx="72000" cy="5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7" name="筆跡 36">
                  <a:extLst>
                    <a:ext uri="{FF2B5EF4-FFF2-40B4-BE49-F238E27FC236}">
                      <a16:creationId xmlns:a16="http://schemas.microsoft.com/office/drawing/2014/main" id="{FC4BC417-0EE0-998F-9FB0-8232B695E4A5}"/>
                    </a:ext>
                  </a:extLst>
                </p14:cNvPr>
                <p14:cNvContentPartPr/>
                <p14:nvPr/>
              </p14:nvContentPartPr>
              <p14:xfrm>
                <a:off x="6501674" y="3943856"/>
                <a:ext cx="4680" cy="404640"/>
              </p14:xfrm>
            </p:contentPart>
          </mc:Choice>
          <mc:Fallback>
            <p:pic>
              <p:nvPicPr>
                <p:cNvPr id="37" name="筆跡 36">
                  <a:extLst>
                    <a:ext uri="{FF2B5EF4-FFF2-40B4-BE49-F238E27FC236}">
                      <a16:creationId xmlns:a16="http://schemas.microsoft.com/office/drawing/2014/main" id="{FC4BC417-0EE0-998F-9FB0-8232B695E4A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466034" y="3907856"/>
                  <a:ext cx="76320" cy="47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40" name="筆跡 39">
                <a:extLst>
                  <a:ext uri="{FF2B5EF4-FFF2-40B4-BE49-F238E27FC236}">
                    <a16:creationId xmlns:a16="http://schemas.microsoft.com/office/drawing/2014/main" id="{D76CBA8C-1AA5-72B2-756B-B3E65D4F513F}"/>
                  </a:ext>
                </a:extLst>
              </p14:cNvPr>
              <p14:cNvContentPartPr/>
              <p14:nvPr/>
            </p14:nvContentPartPr>
            <p14:xfrm>
              <a:off x="6974714" y="3809936"/>
              <a:ext cx="127800" cy="175320"/>
            </p14:xfrm>
          </p:contentPart>
        </mc:Choice>
        <mc:Fallback>
          <p:pic>
            <p:nvPicPr>
              <p:cNvPr id="40" name="筆跡 39">
                <a:extLst>
                  <a:ext uri="{FF2B5EF4-FFF2-40B4-BE49-F238E27FC236}">
                    <a16:creationId xmlns:a16="http://schemas.microsoft.com/office/drawing/2014/main" id="{D76CBA8C-1AA5-72B2-756B-B3E65D4F513F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939074" y="3773936"/>
                <a:ext cx="19944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41" name="筆跡 40">
                <a:extLst>
                  <a:ext uri="{FF2B5EF4-FFF2-40B4-BE49-F238E27FC236}">
                    <a16:creationId xmlns:a16="http://schemas.microsoft.com/office/drawing/2014/main" id="{24BCDF6C-092F-693C-EF88-DF561B15A3EA}"/>
                  </a:ext>
                </a:extLst>
              </p14:cNvPr>
              <p14:cNvContentPartPr/>
              <p14:nvPr/>
            </p14:nvContentPartPr>
            <p14:xfrm>
              <a:off x="6867434" y="4149056"/>
              <a:ext cx="360" cy="360"/>
            </p14:xfrm>
          </p:contentPart>
        </mc:Choice>
        <mc:Fallback>
          <p:pic>
            <p:nvPicPr>
              <p:cNvPr id="41" name="筆跡 40">
                <a:extLst>
                  <a:ext uri="{FF2B5EF4-FFF2-40B4-BE49-F238E27FC236}">
                    <a16:creationId xmlns:a16="http://schemas.microsoft.com/office/drawing/2014/main" id="{24BCDF6C-092F-693C-EF88-DF561B15A3EA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831794" y="4113056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47" name="筆跡 46">
                <a:extLst>
                  <a:ext uri="{FF2B5EF4-FFF2-40B4-BE49-F238E27FC236}">
                    <a16:creationId xmlns:a16="http://schemas.microsoft.com/office/drawing/2014/main" id="{B71BF85F-9F84-42D7-D87A-17A81170C962}"/>
                  </a:ext>
                </a:extLst>
              </p14:cNvPr>
              <p14:cNvContentPartPr/>
              <p14:nvPr/>
            </p14:nvContentPartPr>
            <p14:xfrm>
              <a:off x="7553594" y="4263896"/>
              <a:ext cx="442800" cy="194400"/>
            </p14:xfrm>
          </p:contentPart>
        </mc:Choice>
        <mc:Fallback>
          <p:pic>
            <p:nvPicPr>
              <p:cNvPr id="47" name="筆跡 46">
                <a:extLst>
                  <a:ext uri="{FF2B5EF4-FFF2-40B4-BE49-F238E27FC236}">
                    <a16:creationId xmlns:a16="http://schemas.microsoft.com/office/drawing/2014/main" id="{B71BF85F-9F84-42D7-D87A-17A81170C962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517954" y="4227896"/>
                <a:ext cx="514440" cy="26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群組 50">
            <a:extLst>
              <a:ext uri="{FF2B5EF4-FFF2-40B4-BE49-F238E27FC236}">
                <a16:creationId xmlns:a16="http://schemas.microsoft.com/office/drawing/2014/main" id="{B5248096-FCC8-7240-C847-712C94983DEB}"/>
              </a:ext>
            </a:extLst>
          </p:cNvPr>
          <p:cNvGrpSpPr/>
          <p:nvPr/>
        </p:nvGrpSpPr>
        <p:grpSpPr>
          <a:xfrm>
            <a:off x="8123474" y="3866816"/>
            <a:ext cx="304200" cy="208800"/>
            <a:chOff x="8123474" y="3866816"/>
            <a:chExt cx="304200" cy="20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8" name="筆跡 47">
                  <a:extLst>
                    <a:ext uri="{FF2B5EF4-FFF2-40B4-BE49-F238E27FC236}">
                      <a16:creationId xmlns:a16="http://schemas.microsoft.com/office/drawing/2014/main" id="{3513346D-B8F2-71A7-D4CE-EF039757313E}"/>
                    </a:ext>
                  </a:extLst>
                </p14:cNvPr>
                <p14:cNvContentPartPr/>
                <p14:nvPr/>
              </p14:nvContentPartPr>
              <p14:xfrm>
                <a:off x="8123474" y="3889856"/>
                <a:ext cx="304200" cy="185760"/>
              </p14:xfrm>
            </p:contentPart>
          </mc:Choice>
          <mc:Fallback>
            <p:pic>
              <p:nvPicPr>
                <p:cNvPr id="48" name="筆跡 47">
                  <a:extLst>
                    <a:ext uri="{FF2B5EF4-FFF2-40B4-BE49-F238E27FC236}">
                      <a16:creationId xmlns:a16="http://schemas.microsoft.com/office/drawing/2014/main" id="{3513346D-B8F2-71A7-D4CE-EF039757313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087474" y="3853856"/>
                  <a:ext cx="3758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9" name="筆跡 48">
                  <a:extLst>
                    <a:ext uri="{FF2B5EF4-FFF2-40B4-BE49-F238E27FC236}">
                      <a16:creationId xmlns:a16="http://schemas.microsoft.com/office/drawing/2014/main" id="{A6D301CC-C1D4-CEFF-3124-DFF55E31F74D}"/>
                    </a:ext>
                  </a:extLst>
                </p14:cNvPr>
                <p14:cNvContentPartPr/>
                <p14:nvPr/>
              </p14:nvContentPartPr>
              <p14:xfrm>
                <a:off x="8154074" y="3866816"/>
                <a:ext cx="360" cy="48600"/>
              </p14:xfrm>
            </p:contentPart>
          </mc:Choice>
          <mc:Fallback>
            <p:pic>
              <p:nvPicPr>
                <p:cNvPr id="49" name="筆跡 48">
                  <a:extLst>
                    <a:ext uri="{FF2B5EF4-FFF2-40B4-BE49-F238E27FC236}">
                      <a16:creationId xmlns:a16="http://schemas.microsoft.com/office/drawing/2014/main" id="{A6D301CC-C1D4-CEFF-3124-DFF55E31F74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118074" y="3830816"/>
                  <a:ext cx="72000" cy="12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A091850F-B997-15B8-99A6-0BAD6330F17B}"/>
              </a:ext>
            </a:extLst>
          </p:cNvPr>
          <p:cNvGrpSpPr/>
          <p:nvPr/>
        </p:nvGrpSpPr>
        <p:grpSpPr>
          <a:xfrm>
            <a:off x="7315634" y="3734336"/>
            <a:ext cx="343080" cy="439920"/>
            <a:chOff x="7315634" y="3734336"/>
            <a:chExt cx="343080" cy="43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52" name="筆跡 51">
                  <a:extLst>
                    <a:ext uri="{FF2B5EF4-FFF2-40B4-BE49-F238E27FC236}">
                      <a16:creationId xmlns:a16="http://schemas.microsoft.com/office/drawing/2014/main" id="{A79FD5B4-9C48-BB50-DDF0-457883665CEF}"/>
                    </a:ext>
                  </a:extLst>
                </p14:cNvPr>
                <p14:cNvContentPartPr/>
                <p14:nvPr/>
              </p14:nvContentPartPr>
              <p14:xfrm>
                <a:off x="7315634" y="3833696"/>
                <a:ext cx="343080" cy="264600"/>
              </p14:xfrm>
            </p:contentPart>
          </mc:Choice>
          <mc:Fallback>
            <p:pic>
              <p:nvPicPr>
                <p:cNvPr id="52" name="筆跡 51">
                  <a:extLst>
                    <a:ext uri="{FF2B5EF4-FFF2-40B4-BE49-F238E27FC236}">
                      <a16:creationId xmlns:a16="http://schemas.microsoft.com/office/drawing/2014/main" id="{A79FD5B4-9C48-BB50-DDF0-457883665CE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279994" y="3798056"/>
                  <a:ext cx="4147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53" name="筆跡 52">
                  <a:extLst>
                    <a:ext uri="{FF2B5EF4-FFF2-40B4-BE49-F238E27FC236}">
                      <a16:creationId xmlns:a16="http://schemas.microsoft.com/office/drawing/2014/main" id="{47BF04BC-1507-B529-2F61-8A5173EFA7AA}"/>
                    </a:ext>
                  </a:extLst>
                </p14:cNvPr>
                <p14:cNvContentPartPr/>
                <p14:nvPr/>
              </p14:nvContentPartPr>
              <p14:xfrm>
                <a:off x="7467914" y="3734336"/>
                <a:ext cx="360" cy="439920"/>
              </p14:xfrm>
            </p:contentPart>
          </mc:Choice>
          <mc:Fallback>
            <p:pic>
              <p:nvPicPr>
                <p:cNvPr id="53" name="筆跡 52">
                  <a:extLst>
                    <a:ext uri="{FF2B5EF4-FFF2-40B4-BE49-F238E27FC236}">
                      <a16:creationId xmlns:a16="http://schemas.microsoft.com/office/drawing/2014/main" id="{47BF04BC-1507-B529-2F61-8A5173EFA7A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431914" y="3698696"/>
                  <a:ext cx="72000" cy="511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628840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6F8C8-0741-6F97-5E68-667BD72CF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D1087D4-1086-3A24-8D46-80A13CFF7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250"/>
            <a:ext cx="12358370" cy="6878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4446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36526-9BE3-32C5-8809-2D5A81FAB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BD2D8347-7AA2-BACA-FA94-1FB88391A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045" y="0"/>
            <a:ext cx="7405955" cy="6858000"/>
          </a:xfrm>
          <a:prstGeom prst="rect">
            <a:avLst/>
          </a:prstGeom>
        </p:spPr>
      </p:pic>
      <p:sp>
        <p:nvSpPr>
          <p:cNvPr id="4" name="手繪多邊形 3">
            <a:extLst>
              <a:ext uri="{FF2B5EF4-FFF2-40B4-BE49-F238E27FC236}">
                <a16:creationId xmlns:a16="http://schemas.microsoft.com/office/drawing/2014/main" id="{7B2B7FA3-0FFD-D4C8-855A-2BEBC34EF3CE}"/>
              </a:ext>
            </a:extLst>
          </p:cNvPr>
          <p:cNvSpPr/>
          <p:nvPr/>
        </p:nvSpPr>
        <p:spPr>
          <a:xfrm>
            <a:off x="8704250" y="2792061"/>
            <a:ext cx="907420" cy="1263408"/>
          </a:xfrm>
          <a:custGeom>
            <a:avLst/>
            <a:gdLst>
              <a:gd name="csX0" fmla="*/ 453710 w 907420"/>
              <a:gd name="csY0" fmla="*/ 55841 h 1263408"/>
              <a:gd name="csX1" fmla="*/ 691035 w 907420"/>
              <a:gd name="csY1" fmla="*/ 55841 h 1263408"/>
              <a:gd name="csX2" fmla="*/ 802718 w 907420"/>
              <a:gd name="csY2" fmla="*/ 62821 h 1263408"/>
              <a:gd name="csX3" fmla="*/ 837619 w 907420"/>
              <a:gd name="csY3" fmla="*/ 90742 h 1263408"/>
              <a:gd name="csX4" fmla="*/ 858559 w 907420"/>
              <a:gd name="csY4" fmla="*/ 111683 h 1263408"/>
              <a:gd name="csX5" fmla="*/ 865539 w 907420"/>
              <a:gd name="csY5" fmla="*/ 132623 h 1263408"/>
              <a:gd name="csX6" fmla="*/ 886480 w 907420"/>
              <a:gd name="csY6" fmla="*/ 167524 h 1263408"/>
              <a:gd name="csX7" fmla="*/ 893460 w 907420"/>
              <a:gd name="csY7" fmla="*/ 209405 h 1263408"/>
              <a:gd name="csX8" fmla="*/ 907420 w 907420"/>
              <a:gd name="csY8" fmla="*/ 376928 h 1263408"/>
              <a:gd name="csX9" fmla="*/ 893460 w 907420"/>
              <a:gd name="csY9" fmla="*/ 579353 h 1263408"/>
              <a:gd name="csX10" fmla="*/ 879500 w 907420"/>
              <a:gd name="csY10" fmla="*/ 635194 h 1263408"/>
              <a:gd name="csX11" fmla="*/ 872519 w 907420"/>
              <a:gd name="csY11" fmla="*/ 656134 h 1263408"/>
              <a:gd name="csX12" fmla="*/ 858559 w 907420"/>
              <a:gd name="csY12" fmla="*/ 677075 h 1263408"/>
              <a:gd name="csX13" fmla="*/ 851579 w 907420"/>
              <a:gd name="csY13" fmla="*/ 725936 h 1263408"/>
              <a:gd name="csX14" fmla="*/ 837619 w 907420"/>
              <a:gd name="csY14" fmla="*/ 760837 h 1263408"/>
              <a:gd name="csX15" fmla="*/ 823658 w 907420"/>
              <a:gd name="csY15" fmla="*/ 816678 h 1263408"/>
              <a:gd name="csX16" fmla="*/ 809698 w 907420"/>
              <a:gd name="csY16" fmla="*/ 879499 h 1263408"/>
              <a:gd name="csX17" fmla="*/ 795738 w 907420"/>
              <a:gd name="csY17" fmla="*/ 921380 h 1263408"/>
              <a:gd name="csX18" fmla="*/ 774797 w 907420"/>
              <a:gd name="csY18" fmla="*/ 970241 h 1263408"/>
              <a:gd name="csX19" fmla="*/ 767817 w 907420"/>
              <a:gd name="csY19" fmla="*/ 1012122 h 1263408"/>
              <a:gd name="csX20" fmla="*/ 746877 w 907420"/>
              <a:gd name="csY20" fmla="*/ 1067963 h 1263408"/>
              <a:gd name="csX21" fmla="*/ 718956 w 907420"/>
              <a:gd name="csY21" fmla="*/ 1144745 h 1263408"/>
              <a:gd name="csX22" fmla="*/ 698016 w 907420"/>
              <a:gd name="csY22" fmla="*/ 1193606 h 1263408"/>
              <a:gd name="csX23" fmla="*/ 684055 w 907420"/>
              <a:gd name="csY23" fmla="*/ 1207566 h 1263408"/>
              <a:gd name="csX24" fmla="*/ 614254 w 907420"/>
              <a:gd name="csY24" fmla="*/ 1221527 h 1263408"/>
              <a:gd name="csX25" fmla="*/ 579353 w 907420"/>
              <a:gd name="csY25" fmla="*/ 1228507 h 1263408"/>
              <a:gd name="csX26" fmla="*/ 551432 w 907420"/>
              <a:gd name="csY26" fmla="*/ 1242467 h 1263408"/>
              <a:gd name="csX27" fmla="*/ 502571 w 907420"/>
              <a:gd name="csY27" fmla="*/ 1256428 h 1263408"/>
              <a:gd name="csX28" fmla="*/ 481631 w 907420"/>
              <a:gd name="csY28" fmla="*/ 1263408 h 1263408"/>
              <a:gd name="csX29" fmla="*/ 411829 w 907420"/>
              <a:gd name="csY29" fmla="*/ 1256428 h 1263408"/>
              <a:gd name="csX30" fmla="*/ 369948 w 907420"/>
              <a:gd name="csY30" fmla="*/ 1228507 h 1263408"/>
              <a:gd name="csX31" fmla="*/ 335048 w 907420"/>
              <a:gd name="csY31" fmla="*/ 1200586 h 1263408"/>
              <a:gd name="csX32" fmla="*/ 328068 w 907420"/>
              <a:gd name="csY32" fmla="*/ 935341 h 1263408"/>
              <a:gd name="csX33" fmla="*/ 321087 w 907420"/>
              <a:gd name="csY33" fmla="*/ 907420 h 1263408"/>
              <a:gd name="csX34" fmla="*/ 307127 w 907420"/>
              <a:gd name="csY34" fmla="*/ 837618 h 1263408"/>
              <a:gd name="csX35" fmla="*/ 286187 w 907420"/>
              <a:gd name="csY35" fmla="*/ 774797 h 1263408"/>
              <a:gd name="csX36" fmla="*/ 279206 w 907420"/>
              <a:gd name="csY36" fmla="*/ 753857 h 1263408"/>
              <a:gd name="csX37" fmla="*/ 265246 w 907420"/>
              <a:gd name="csY37" fmla="*/ 691035 h 1263408"/>
              <a:gd name="csX38" fmla="*/ 258266 w 907420"/>
              <a:gd name="csY38" fmla="*/ 663115 h 1263408"/>
              <a:gd name="csX39" fmla="*/ 244306 w 907420"/>
              <a:gd name="csY39" fmla="*/ 649154 h 1263408"/>
              <a:gd name="csX40" fmla="*/ 230345 w 907420"/>
              <a:gd name="csY40" fmla="*/ 628214 h 1263408"/>
              <a:gd name="csX41" fmla="*/ 195445 w 907420"/>
              <a:gd name="csY41" fmla="*/ 572373 h 1263408"/>
              <a:gd name="csX42" fmla="*/ 181484 w 907420"/>
              <a:gd name="csY42" fmla="*/ 586333 h 1263408"/>
              <a:gd name="csX43" fmla="*/ 62822 w 907420"/>
              <a:gd name="csY43" fmla="*/ 600293 h 1263408"/>
              <a:gd name="csX44" fmla="*/ 13961 w 907420"/>
              <a:gd name="csY44" fmla="*/ 586333 h 1263408"/>
              <a:gd name="csX45" fmla="*/ 0 w 907420"/>
              <a:gd name="csY45" fmla="*/ 537472 h 1263408"/>
              <a:gd name="csX46" fmla="*/ 20941 w 907420"/>
              <a:gd name="csY46" fmla="*/ 523512 h 1263408"/>
              <a:gd name="csX47" fmla="*/ 195445 w 907420"/>
              <a:gd name="csY47" fmla="*/ 509551 h 1263408"/>
              <a:gd name="csX48" fmla="*/ 216385 w 907420"/>
              <a:gd name="csY48" fmla="*/ 495591 h 1263408"/>
              <a:gd name="csX49" fmla="*/ 237326 w 907420"/>
              <a:gd name="csY49" fmla="*/ 488611 h 1263408"/>
              <a:gd name="csX50" fmla="*/ 251286 w 907420"/>
              <a:gd name="csY50" fmla="*/ 474650 h 1263408"/>
              <a:gd name="csX51" fmla="*/ 272226 w 907420"/>
              <a:gd name="csY51" fmla="*/ 467670 h 1263408"/>
              <a:gd name="csX52" fmla="*/ 314107 w 907420"/>
              <a:gd name="csY52" fmla="*/ 439750 h 1263408"/>
              <a:gd name="csX53" fmla="*/ 328068 w 907420"/>
              <a:gd name="csY53" fmla="*/ 425789 h 1263408"/>
              <a:gd name="csX54" fmla="*/ 383909 w 907420"/>
              <a:gd name="csY54" fmla="*/ 383908 h 1263408"/>
              <a:gd name="csX55" fmla="*/ 397869 w 907420"/>
              <a:gd name="csY55" fmla="*/ 286186 h 1263408"/>
              <a:gd name="csX56" fmla="*/ 411829 w 907420"/>
              <a:gd name="csY56" fmla="*/ 0 h 1263408"/>
              <a:gd name="csX57" fmla="*/ 432770 w 907420"/>
              <a:gd name="csY57" fmla="*/ 6980 h 1263408"/>
              <a:gd name="csX58" fmla="*/ 460690 w 907420"/>
              <a:gd name="csY58" fmla="*/ 48861 h 1263408"/>
              <a:gd name="csX59" fmla="*/ 453710 w 907420"/>
              <a:gd name="csY59" fmla="*/ 55841 h 12634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</a:cxnLst>
            <a:rect l="l" t="t" r="r" b="b"/>
            <a:pathLst>
              <a:path w="907420" h="1263408">
                <a:moveTo>
                  <a:pt x="453710" y="55841"/>
                </a:moveTo>
                <a:cubicBezTo>
                  <a:pt x="492101" y="57004"/>
                  <a:pt x="429197" y="55841"/>
                  <a:pt x="691035" y="55841"/>
                </a:cubicBezTo>
                <a:cubicBezTo>
                  <a:pt x="728335" y="55841"/>
                  <a:pt x="765490" y="60494"/>
                  <a:pt x="802718" y="62821"/>
                </a:cubicBezTo>
                <a:cubicBezTo>
                  <a:pt x="843329" y="103435"/>
                  <a:pt x="784790" y="46718"/>
                  <a:pt x="837619" y="90742"/>
                </a:cubicBezTo>
                <a:cubicBezTo>
                  <a:pt x="845202" y="97062"/>
                  <a:pt x="851579" y="104703"/>
                  <a:pt x="858559" y="111683"/>
                </a:cubicBezTo>
                <a:cubicBezTo>
                  <a:pt x="860886" y="118663"/>
                  <a:pt x="861753" y="126314"/>
                  <a:pt x="865539" y="132623"/>
                </a:cubicBezTo>
                <a:cubicBezTo>
                  <a:pt x="884922" y="164926"/>
                  <a:pt x="877175" y="125648"/>
                  <a:pt x="886480" y="167524"/>
                </a:cubicBezTo>
                <a:cubicBezTo>
                  <a:pt x="889550" y="181340"/>
                  <a:pt x="891590" y="195376"/>
                  <a:pt x="893460" y="209405"/>
                </a:cubicBezTo>
                <a:cubicBezTo>
                  <a:pt x="902134" y="274462"/>
                  <a:pt x="902639" y="305205"/>
                  <a:pt x="907420" y="376928"/>
                </a:cubicBezTo>
                <a:cubicBezTo>
                  <a:pt x="902811" y="487543"/>
                  <a:pt x="910792" y="504244"/>
                  <a:pt x="893460" y="579353"/>
                </a:cubicBezTo>
                <a:cubicBezTo>
                  <a:pt x="889146" y="598048"/>
                  <a:pt x="885568" y="616992"/>
                  <a:pt x="879500" y="635194"/>
                </a:cubicBezTo>
                <a:cubicBezTo>
                  <a:pt x="877173" y="642174"/>
                  <a:pt x="875810" y="649553"/>
                  <a:pt x="872519" y="656134"/>
                </a:cubicBezTo>
                <a:cubicBezTo>
                  <a:pt x="868767" y="663637"/>
                  <a:pt x="863212" y="670095"/>
                  <a:pt x="858559" y="677075"/>
                </a:cubicBezTo>
                <a:cubicBezTo>
                  <a:pt x="856232" y="693362"/>
                  <a:pt x="855569" y="709975"/>
                  <a:pt x="851579" y="725936"/>
                </a:cubicBezTo>
                <a:cubicBezTo>
                  <a:pt x="848540" y="738092"/>
                  <a:pt x="841304" y="748861"/>
                  <a:pt x="837619" y="760837"/>
                </a:cubicBezTo>
                <a:cubicBezTo>
                  <a:pt x="831976" y="779175"/>
                  <a:pt x="827421" y="797864"/>
                  <a:pt x="823658" y="816678"/>
                </a:cubicBezTo>
                <a:cubicBezTo>
                  <a:pt x="819672" y="836606"/>
                  <a:pt x="815613" y="859782"/>
                  <a:pt x="809698" y="879499"/>
                </a:cubicBezTo>
                <a:cubicBezTo>
                  <a:pt x="805470" y="893594"/>
                  <a:pt x="802319" y="908218"/>
                  <a:pt x="795738" y="921380"/>
                </a:cubicBezTo>
                <a:cubicBezTo>
                  <a:pt x="778487" y="955882"/>
                  <a:pt x="785068" y="939429"/>
                  <a:pt x="774797" y="970241"/>
                </a:cubicBezTo>
                <a:cubicBezTo>
                  <a:pt x="772470" y="984201"/>
                  <a:pt x="770887" y="998306"/>
                  <a:pt x="767817" y="1012122"/>
                </a:cubicBezTo>
                <a:cubicBezTo>
                  <a:pt x="764123" y="1028745"/>
                  <a:pt x="751227" y="1053825"/>
                  <a:pt x="746877" y="1067963"/>
                </a:cubicBezTo>
                <a:cubicBezTo>
                  <a:pt x="724027" y="1142225"/>
                  <a:pt x="746556" y="1103345"/>
                  <a:pt x="718956" y="1144745"/>
                </a:cubicBezTo>
                <a:cubicBezTo>
                  <a:pt x="712752" y="1163358"/>
                  <a:pt x="709517" y="1176356"/>
                  <a:pt x="698016" y="1193606"/>
                </a:cubicBezTo>
                <a:cubicBezTo>
                  <a:pt x="694365" y="1199082"/>
                  <a:pt x="689698" y="1204180"/>
                  <a:pt x="684055" y="1207566"/>
                </a:cubicBezTo>
                <a:cubicBezTo>
                  <a:pt x="668615" y="1216830"/>
                  <a:pt x="623200" y="1220036"/>
                  <a:pt x="614254" y="1221527"/>
                </a:cubicBezTo>
                <a:cubicBezTo>
                  <a:pt x="602551" y="1223477"/>
                  <a:pt x="590987" y="1226180"/>
                  <a:pt x="579353" y="1228507"/>
                </a:cubicBezTo>
                <a:cubicBezTo>
                  <a:pt x="570046" y="1233160"/>
                  <a:pt x="560996" y="1238368"/>
                  <a:pt x="551432" y="1242467"/>
                </a:cubicBezTo>
                <a:cubicBezTo>
                  <a:pt x="534699" y="1249638"/>
                  <a:pt x="520277" y="1251369"/>
                  <a:pt x="502571" y="1256428"/>
                </a:cubicBezTo>
                <a:cubicBezTo>
                  <a:pt x="495497" y="1258449"/>
                  <a:pt x="488611" y="1261081"/>
                  <a:pt x="481631" y="1263408"/>
                </a:cubicBezTo>
                <a:cubicBezTo>
                  <a:pt x="458364" y="1261081"/>
                  <a:pt x="434940" y="1259984"/>
                  <a:pt x="411829" y="1256428"/>
                </a:cubicBezTo>
                <a:cubicBezTo>
                  <a:pt x="384752" y="1252262"/>
                  <a:pt x="391761" y="1246684"/>
                  <a:pt x="369948" y="1228507"/>
                </a:cubicBezTo>
                <a:cubicBezTo>
                  <a:pt x="317134" y="1184496"/>
                  <a:pt x="375649" y="1241190"/>
                  <a:pt x="335048" y="1200586"/>
                </a:cubicBezTo>
                <a:cubicBezTo>
                  <a:pt x="332721" y="1112171"/>
                  <a:pt x="332275" y="1023686"/>
                  <a:pt x="328068" y="935341"/>
                </a:cubicBezTo>
                <a:cubicBezTo>
                  <a:pt x="327612" y="925758"/>
                  <a:pt x="322969" y="916827"/>
                  <a:pt x="321087" y="907420"/>
                </a:cubicBezTo>
                <a:cubicBezTo>
                  <a:pt x="313539" y="869681"/>
                  <a:pt x="316856" y="870047"/>
                  <a:pt x="307127" y="837618"/>
                </a:cubicBezTo>
                <a:cubicBezTo>
                  <a:pt x="300785" y="816476"/>
                  <a:pt x="293168" y="795737"/>
                  <a:pt x="286187" y="774797"/>
                </a:cubicBezTo>
                <a:cubicBezTo>
                  <a:pt x="283860" y="767817"/>
                  <a:pt x="280990" y="760995"/>
                  <a:pt x="279206" y="753857"/>
                </a:cubicBezTo>
                <a:cubicBezTo>
                  <a:pt x="262181" y="685755"/>
                  <a:pt x="282971" y="770800"/>
                  <a:pt x="265246" y="691035"/>
                </a:cubicBezTo>
                <a:cubicBezTo>
                  <a:pt x="263165" y="681670"/>
                  <a:pt x="262556" y="671695"/>
                  <a:pt x="258266" y="663115"/>
                </a:cubicBezTo>
                <a:cubicBezTo>
                  <a:pt x="255323" y="657229"/>
                  <a:pt x="248417" y="654293"/>
                  <a:pt x="244306" y="649154"/>
                </a:cubicBezTo>
                <a:cubicBezTo>
                  <a:pt x="239065" y="642603"/>
                  <a:pt x="234999" y="635194"/>
                  <a:pt x="230345" y="628214"/>
                </a:cubicBezTo>
                <a:cubicBezTo>
                  <a:pt x="213732" y="578375"/>
                  <a:pt x="228629" y="594496"/>
                  <a:pt x="195445" y="572373"/>
                </a:cubicBezTo>
                <a:cubicBezTo>
                  <a:pt x="190791" y="577026"/>
                  <a:pt x="185595" y="581194"/>
                  <a:pt x="181484" y="586333"/>
                </a:cubicBezTo>
                <a:cubicBezTo>
                  <a:pt x="141786" y="635954"/>
                  <a:pt x="202313" y="609592"/>
                  <a:pt x="62822" y="600293"/>
                </a:cubicBezTo>
                <a:cubicBezTo>
                  <a:pt x="62581" y="600233"/>
                  <a:pt x="17299" y="589671"/>
                  <a:pt x="13961" y="586333"/>
                </a:cubicBezTo>
                <a:cubicBezTo>
                  <a:pt x="10625" y="582997"/>
                  <a:pt x="60" y="537711"/>
                  <a:pt x="0" y="537472"/>
                </a:cubicBezTo>
                <a:cubicBezTo>
                  <a:pt x="6980" y="532819"/>
                  <a:pt x="12612" y="524512"/>
                  <a:pt x="20941" y="523512"/>
                </a:cubicBezTo>
                <a:cubicBezTo>
                  <a:pt x="238086" y="497454"/>
                  <a:pt x="117818" y="535425"/>
                  <a:pt x="195445" y="509551"/>
                </a:cubicBezTo>
                <a:cubicBezTo>
                  <a:pt x="202425" y="504898"/>
                  <a:pt x="208882" y="499343"/>
                  <a:pt x="216385" y="495591"/>
                </a:cubicBezTo>
                <a:cubicBezTo>
                  <a:pt x="222966" y="492301"/>
                  <a:pt x="231017" y="492397"/>
                  <a:pt x="237326" y="488611"/>
                </a:cubicBezTo>
                <a:cubicBezTo>
                  <a:pt x="242969" y="485225"/>
                  <a:pt x="245643" y="478036"/>
                  <a:pt x="251286" y="474650"/>
                </a:cubicBezTo>
                <a:cubicBezTo>
                  <a:pt x="257595" y="470864"/>
                  <a:pt x="265794" y="471243"/>
                  <a:pt x="272226" y="467670"/>
                </a:cubicBezTo>
                <a:cubicBezTo>
                  <a:pt x="286893" y="459522"/>
                  <a:pt x="302243" y="451614"/>
                  <a:pt x="314107" y="439750"/>
                </a:cubicBezTo>
                <a:cubicBezTo>
                  <a:pt x="318761" y="435096"/>
                  <a:pt x="322803" y="429738"/>
                  <a:pt x="328068" y="425789"/>
                </a:cubicBezTo>
                <a:cubicBezTo>
                  <a:pt x="391210" y="378432"/>
                  <a:pt x="351892" y="415925"/>
                  <a:pt x="383909" y="383908"/>
                </a:cubicBezTo>
                <a:cubicBezTo>
                  <a:pt x="397661" y="342653"/>
                  <a:pt x="394956" y="356096"/>
                  <a:pt x="397869" y="286186"/>
                </a:cubicBezTo>
                <a:cubicBezTo>
                  <a:pt x="409814" y="-491"/>
                  <a:pt x="383438" y="113566"/>
                  <a:pt x="411829" y="0"/>
                </a:cubicBezTo>
                <a:cubicBezTo>
                  <a:pt x="418809" y="2327"/>
                  <a:pt x="427567" y="1777"/>
                  <a:pt x="432770" y="6980"/>
                </a:cubicBezTo>
                <a:cubicBezTo>
                  <a:pt x="444634" y="18844"/>
                  <a:pt x="444773" y="43555"/>
                  <a:pt x="460690" y="48861"/>
                </a:cubicBezTo>
                <a:cubicBezTo>
                  <a:pt x="506986" y="64292"/>
                  <a:pt x="415319" y="54678"/>
                  <a:pt x="453710" y="55841"/>
                </a:cubicBezTo>
                <a:close/>
              </a:path>
            </a:pathLst>
          </a:cu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" name="手繪多邊形 4">
            <a:extLst>
              <a:ext uri="{FF2B5EF4-FFF2-40B4-BE49-F238E27FC236}">
                <a16:creationId xmlns:a16="http://schemas.microsoft.com/office/drawing/2014/main" id="{C7CA7A9E-9704-9BCA-B26B-BBD97F8EB289}"/>
              </a:ext>
            </a:extLst>
          </p:cNvPr>
          <p:cNvSpPr/>
          <p:nvPr/>
        </p:nvSpPr>
        <p:spPr>
          <a:xfrm>
            <a:off x="7541595" y="3943787"/>
            <a:ext cx="1455822" cy="911224"/>
          </a:xfrm>
          <a:custGeom>
            <a:avLst/>
            <a:gdLst>
              <a:gd name="csX0" fmla="*/ 688005 w 1448842"/>
              <a:gd name="csY0" fmla="*/ 44379 h 892781"/>
              <a:gd name="csX1" fmla="*/ 736866 w 1448842"/>
              <a:gd name="csY1" fmla="*/ 51359 h 892781"/>
              <a:gd name="csX2" fmla="*/ 764787 w 1448842"/>
              <a:gd name="csY2" fmla="*/ 44379 h 892781"/>
              <a:gd name="csX3" fmla="*/ 799687 w 1448842"/>
              <a:gd name="csY3" fmla="*/ 37398 h 892781"/>
              <a:gd name="csX4" fmla="*/ 841568 w 1448842"/>
              <a:gd name="csY4" fmla="*/ 23438 h 892781"/>
              <a:gd name="csX5" fmla="*/ 862509 w 1448842"/>
              <a:gd name="csY5" fmla="*/ 16458 h 892781"/>
              <a:gd name="csX6" fmla="*/ 890429 w 1448842"/>
              <a:gd name="csY6" fmla="*/ 9478 h 892781"/>
              <a:gd name="csX7" fmla="*/ 953251 w 1448842"/>
              <a:gd name="csY7" fmla="*/ 16458 h 892781"/>
              <a:gd name="csX8" fmla="*/ 981171 w 1448842"/>
              <a:gd name="csY8" fmla="*/ 65319 h 892781"/>
              <a:gd name="csX9" fmla="*/ 1009092 w 1448842"/>
              <a:gd name="csY9" fmla="*/ 93240 h 892781"/>
              <a:gd name="csX10" fmla="*/ 1030032 w 1448842"/>
              <a:gd name="csY10" fmla="*/ 86260 h 892781"/>
              <a:gd name="csX11" fmla="*/ 1141715 w 1448842"/>
              <a:gd name="csY11" fmla="*/ 107200 h 892781"/>
              <a:gd name="csX12" fmla="*/ 1204536 w 1448842"/>
              <a:gd name="csY12" fmla="*/ 128140 h 892781"/>
              <a:gd name="csX13" fmla="*/ 1253397 w 1448842"/>
              <a:gd name="csY13" fmla="*/ 142101 h 892781"/>
              <a:gd name="csX14" fmla="*/ 1316219 w 1448842"/>
              <a:gd name="csY14" fmla="*/ 149081 h 892781"/>
              <a:gd name="csX15" fmla="*/ 1337159 w 1448842"/>
              <a:gd name="csY15" fmla="*/ 156061 h 892781"/>
              <a:gd name="csX16" fmla="*/ 1365080 w 1448842"/>
              <a:gd name="csY16" fmla="*/ 197942 h 892781"/>
              <a:gd name="csX17" fmla="*/ 1386020 w 1448842"/>
              <a:gd name="csY17" fmla="*/ 232843 h 892781"/>
              <a:gd name="csX18" fmla="*/ 1393000 w 1448842"/>
              <a:gd name="csY18" fmla="*/ 260763 h 892781"/>
              <a:gd name="csX19" fmla="*/ 1399981 w 1448842"/>
              <a:gd name="csY19" fmla="*/ 281704 h 892781"/>
              <a:gd name="csX20" fmla="*/ 1420921 w 1448842"/>
              <a:gd name="csY20" fmla="*/ 414327 h 892781"/>
              <a:gd name="csX21" fmla="*/ 1441861 w 1448842"/>
              <a:gd name="csY21" fmla="*/ 526009 h 892781"/>
              <a:gd name="csX22" fmla="*/ 1448842 w 1448842"/>
              <a:gd name="csY22" fmla="*/ 602791 h 892781"/>
              <a:gd name="csX23" fmla="*/ 1441861 w 1448842"/>
              <a:gd name="csY23" fmla="*/ 644672 h 892781"/>
              <a:gd name="csX24" fmla="*/ 1399981 w 1448842"/>
              <a:gd name="csY24" fmla="*/ 658632 h 892781"/>
              <a:gd name="csX25" fmla="*/ 1386020 w 1448842"/>
              <a:gd name="csY25" fmla="*/ 672592 h 892781"/>
              <a:gd name="csX26" fmla="*/ 1372060 w 1448842"/>
              <a:gd name="csY26" fmla="*/ 714473 h 892781"/>
              <a:gd name="csX27" fmla="*/ 1330179 w 1448842"/>
              <a:gd name="csY27" fmla="*/ 742394 h 892781"/>
              <a:gd name="csX28" fmla="*/ 1281318 w 1448842"/>
              <a:gd name="csY28" fmla="*/ 777295 h 892781"/>
              <a:gd name="csX29" fmla="*/ 1225477 w 1448842"/>
              <a:gd name="csY29" fmla="*/ 791255 h 892781"/>
              <a:gd name="csX30" fmla="*/ 1085874 w 1448842"/>
              <a:gd name="csY30" fmla="*/ 805215 h 892781"/>
              <a:gd name="csX31" fmla="*/ 1037013 w 1448842"/>
              <a:gd name="csY31" fmla="*/ 812195 h 892781"/>
              <a:gd name="csX32" fmla="*/ 960231 w 1448842"/>
              <a:gd name="csY32" fmla="*/ 826156 h 892781"/>
              <a:gd name="csX33" fmla="*/ 848549 w 1448842"/>
              <a:gd name="csY33" fmla="*/ 840116 h 892781"/>
              <a:gd name="csX34" fmla="*/ 757807 w 1448842"/>
              <a:gd name="csY34" fmla="*/ 854076 h 892781"/>
              <a:gd name="csX35" fmla="*/ 660084 w 1448842"/>
              <a:gd name="csY35" fmla="*/ 861056 h 892781"/>
              <a:gd name="csX36" fmla="*/ 548402 w 1448842"/>
              <a:gd name="csY36" fmla="*/ 875017 h 892781"/>
              <a:gd name="csX37" fmla="*/ 478600 w 1448842"/>
              <a:gd name="csY37" fmla="*/ 881997 h 892781"/>
              <a:gd name="csX38" fmla="*/ 366918 w 1448842"/>
              <a:gd name="csY38" fmla="*/ 888977 h 892781"/>
              <a:gd name="csX39" fmla="*/ 31871 w 1448842"/>
              <a:gd name="csY39" fmla="*/ 875017 h 892781"/>
              <a:gd name="csX40" fmla="*/ 10930 w 1448842"/>
              <a:gd name="csY40" fmla="*/ 868037 h 892781"/>
              <a:gd name="csX41" fmla="*/ 10930 w 1448842"/>
              <a:gd name="csY41" fmla="*/ 735414 h 892781"/>
              <a:gd name="csX42" fmla="*/ 31871 w 1448842"/>
              <a:gd name="csY42" fmla="*/ 679573 h 892781"/>
              <a:gd name="csX43" fmla="*/ 80732 w 1448842"/>
              <a:gd name="csY43" fmla="*/ 665612 h 892781"/>
              <a:gd name="csX44" fmla="*/ 129593 w 1448842"/>
              <a:gd name="csY44" fmla="*/ 644672 h 892781"/>
              <a:gd name="csX45" fmla="*/ 150533 w 1448842"/>
              <a:gd name="csY45" fmla="*/ 637692 h 892781"/>
              <a:gd name="csX46" fmla="*/ 171474 w 1448842"/>
              <a:gd name="csY46" fmla="*/ 623731 h 892781"/>
              <a:gd name="csX47" fmla="*/ 262216 w 1448842"/>
              <a:gd name="csY47" fmla="*/ 609771 h 892781"/>
              <a:gd name="csX48" fmla="*/ 283156 w 1448842"/>
              <a:gd name="csY48" fmla="*/ 602791 h 892781"/>
              <a:gd name="csX49" fmla="*/ 304097 w 1448842"/>
              <a:gd name="csY49" fmla="*/ 588831 h 892781"/>
              <a:gd name="csX50" fmla="*/ 345978 w 1448842"/>
              <a:gd name="csY50" fmla="*/ 574870 h 892781"/>
              <a:gd name="csX51" fmla="*/ 366918 w 1448842"/>
              <a:gd name="csY51" fmla="*/ 560910 h 892781"/>
              <a:gd name="csX52" fmla="*/ 408799 w 1448842"/>
              <a:gd name="csY52" fmla="*/ 546950 h 892781"/>
              <a:gd name="csX53" fmla="*/ 429739 w 1448842"/>
              <a:gd name="csY53" fmla="*/ 539969 h 892781"/>
              <a:gd name="csX54" fmla="*/ 471620 w 1448842"/>
              <a:gd name="csY54" fmla="*/ 526009 h 892781"/>
              <a:gd name="csX55" fmla="*/ 513501 w 1448842"/>
              <a:gd name="csY55" fmla="*/ 505069 h 892781"/>
              <a:gd name="csX56" fmla="*/ 555382 w 1448842"/>
              <a:gd name="csY56" fmla="*/ 449227 h 892781"/>
              <a:gd name="csX57" fmla="*/ 576323 w 1448842"/>
              <a:gd name="csY57" fmla="*/ 407347 h 892781"/>
              <a:gd name="csX58" fmla="*/ 583303 w 1448842"/>
              <a:gd name="csY58" fmla="*/ 386406 h 892781"/>
              <a:gd name="csX59" fmla="*/ 604243 w 1448842"/>
              <a:gd name="csY59" fmla="*/ 337545 h 892781"/>
              <a:gd name="csX60" fmla="*/ 618203 w 1448842"/>
              <a:gd name="csY60" fmla="*/ 260763 h 892781"/>
              <a:gd name="csX61" fmla="*/ 625184 w 1448842"/>
              <a:gd name="csY61" fmla="*/ 2498 h 892781"/>
              <a:gd name="csX62" fmla="*/ 646124 w 1448842"/>
              <a:gd name="csY62" fmla="*/ 9478 h 892781"/>
              <a:gd name="csX63" fmla="*/ 688005 w 1448842"/>
              <a:gd name="csY63" fmla="*/ 37398 h 892781"/>
              <a:gd name="csX64" fmla="*/ 688005 w 1448842"/>
              <a:gd name="csY64" fmla="*/ 44379 h 8927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</a:cxnLst>
            <a:rect l="l" t="t" r="r" b="b"/>
            <a:pathLst>
              <a:path w="1448842" h="892781">
                <a:moveTo>
                  <a:pt x="688005" y="44379"/>
                </a:moveTo>
                <a:cubicBezTo>
                  <a:pt x="696149" y="46706"/>
                  <a:pt x="720414" y="51359"/>
                  <a:pt x="736866" y="51359"/>
                </a:cubicBezTo>
                <a:cubicBezTo>
                  <a:pt x="746459" y="51359"/>
                  <a:pt x="755422" y="46460"/>
                  <a:pt x="764787" y="44379"/>
                </a:cubicBezTo>
                <a:cubicBezTo>
                  <a:pt x="776368" y="41805"/>
                  <a:pt x="788241" y="40520"/>
                  <a:pt x="799687" y="37398"/>
                </a:cubicBezTo>
                <a:cubicBezTo>
                  <a:pt x="813884" y="33526"/>
                  <a:pt x="827608" y="28091"/>
                  <a:pt x="841568" y="23438"/>
                </a:cubicBezTo>
                <a:cubicBezTo>
                  <a:pt x="848548" y="21111"/>
                  <a:pt x="855371" y="18243"/>
                  <a:pt x="862509" y="16458"/>
                </a:cubicBezTo>
                <a:lnTo>
                  <a:pt x="890429" y="9478"/>
                </a:lnTo>
                <a:cubicBezTo>
                  <a:pt x="911370" y="11805"/>
                  <a:pt x="933450" y="9258"/>
                  <a:pt x="953251" y="16458"/>
                </a:cubicBezTo>
                <a:cubicBezTo>
                  <a:pt x="959677" y="18795"/>
                  <a:pt x="979963" y="63709"/>
                  <a:pt x="981171" y="65319"/>
                </a:cubicBezTo>
                <a:cubicBezTo>
                  <a:pt x="989068" y="75849"/>
                  <a:pt x="1009092" y="93240"/>
                  <a:pt x="1009092" y="93240"/>
                </a:cubicBezTo>
                <a:cubicBezTo>
                  <a:pt x="1016072" y="90913"/>
                  <a:pt x="1022674" y="86260"/>
                  <a:pt x="1030032" y="86260"/>
                </a:cubicBezTo>
                <a:cubicBezTo>
                  <a:pt x="1089143" y="86260"/>
                  <a:pt x="1093593" y="91160"/>
                  <a:pt x="1141715" y="107200"/>
                </a:cubicBezTo>
                <a:lnTo>
                  <a:pt x="1204536" y="128140"/>
                </a:lnTo>
                <a:cubicBezTo>
                  <a:pt x="1220176" y="133354"/>
                  <a:pt x="1237115" y="139596"/>
                  <a:pt x="1253397" y="142101"/>
                </a:cubicBezTo>
                <a:cubicBezTo>
                  <a:pt x="1274222" y="145305"/>
                  <a:pt x="1295278" y="146754"/>
                  <a:pt x="1316219" y="149081"/>
                </a:cubicBezTo>
                <a:cubicBezTo>
                  <a:pt x="1323199" y="151408"/>
                  <a:pt x="1330850" y="152276"/>
                  <a:pt x="1337159" y="156061"/>
                </a:cubicBezTo>
                <a:cubicBezTo>
                  <a:pt x="1353155" y="165658"/>
                  <a:pt x="1356594" y="182666"/>
                  <a:pt x="1365080" y="197942"/>
                </a:cubicBezTo>
                <a:cubicBezTo>
                  <a:pt x="1371669" y="209802"/>
                  <a:pt x="1379040" y="221209"/>
                  <a:pt x="1386020" y="232843"/>
                </a:cubicBezTo>
                <a:cubicBezTo>
                  <a:pt x="1388347" y="242150"/>
                  <a:pt x="1390364" y="251539"/>
                  <a:pt x="1393000" y="260763"/>
                </a:cubicBezTo>
                <a:cubicBezTo>
                  <a:pt x="1395021" y="267838"/>
                  <a:pt x="1398538" y="274489"/>
                  <a:pt x="1399981" y="281704"/>
                </a:cubicBezTo>
                <a:cubicBezTo>
                  <a:pt x="1429432" y="428957"/>
                  <a:pt x="1402506" y="309974"/>
                  <a:pt x="1420921" y="414327"/>
                </a:cubicBezTo>
                <a:cubicBezTo>
                  <a:pt x="1425500" y="440276"/>
                  <a:pt x="1438231" y="495158"/>
                  <a:pt x="1441861" y="526009"/>
                </a:cubicBezTo>
                <a:cubicBezTo>
                  <a:pt x="1444864" y="551533"/>
                  <a:pt x="1446515" y="577197"/>
                  <a:pt x="1448842" y="602791"/>
                </a:cubicBezTo>
                <a:cubicBezTo>
                  <a:pt x="1446515" y="616751"/>
                  <a:pt x="1451181" y="634021"/>
                  <a:pt x="1441861" y="644672"/>
                </a:cubicBezTo>
                <a:cubicBezTo>
                  <a:pt x="1432171" y="655746"/>
                  <a:pt x="1399981" y="658632"/>
                  <a:pt x="1399981" y="658632"/>
                </a:cubicBezTo>
                <a:cubicBezTo>
                  <a:pt x="1395327" y="663285"/>
                  <a:pt x="1388963" y="666706"/>
                  <a:pt x="1386020" y="672592"/>
                </a:cubicBezTo>
                <a:cubicBezTo>
                  <a:pt x="1379439" y="685754"/>
                  <a:pt x="1384304" y="706310"/>
                  <a:pt x="1372060" y="714473"/>
                </a:cubicBezTo>
                <a:cubicBezTo>
                  <a:pt x="1358100" y="723780"/>
                  <a:pt x="1343602" y="732327"/>
                  <a:pt x="1330179" y="742394"/>
                </a:cubicBezTo>
                <a:cubicBezTo>
                  <a:pt x="1323864" y="747130"/>
                  <a:pt x="1291517" y="772195"/>
                  <a:pt x="1281318" y="777295"/>
                </a:cubicBezTo>
                <a:cubicBezTo>
                  <a:pt x="1268107" y="783901"/>
                  <a:pt x="1236980" y="789485"/>
                  <a:pt x="1225477" y="791255"/>
                </a:cubicBezTo>
                <a:cubicBezTo>
                  <a:pt x="1160532" y="801246"/>
                  <a:pt x="1160403" y="797370"/>
                  <a:pt x="1085874" y="805215"/>
                </a:cubicBezTo>
                <a:cubicBezTo>
                  <a:pt x="1069512" y="806937"/>
                  <a:pt x="1053241" y="809490"/>
                  <a:pt x="1037013" y="812195"/>
                </a:cubicBezTo>
                <a:cubicBezTo>
                  <a:pt x="979472" y="821786"/>
                  <a:pt x="1024267" y="817424"/>
                  <a:pt x="960231" y="826156"/>
                </a:cubicBezTo>
                <a:cubicBezTo>
                  <a:pt x="923058" y="831225"/>
                  <a:pt x="885556" y="833948"/>
                  <a:pt x="848549" y="840116"/>
                </a:cubicBezTo>
                <a:cubicBezTo>
                  <a:pt x="826496" y="843791"/>
                  <a:pt x="778764" y="852080"/>
                  <a:pt x="757807" y="854076"/>
                </a:cubicBezTo>
                <a:cubicBezTo>
                  <a:pt x="725297" y="857172"/>
                  <a:pt x="692658" y="858729"/>
                  <a:pt x="660084" y="861056"/>
                </a:cubicBezTo>
                <a:cubicBezTo>
                  <a:pt x="599979" y="869644"/>
                  <a:pt x="615264" y="867979"/>
                  <a:pt x="548402" y="875017"/>
                </a:cubicBezTo>
                <a:cubicBezTo>
                  <a:pt x="525147" y="877465"/>
                  <a:pt x="501915" y="880204"/>
                  <a:pt x="478600" y="881997"/>
                </a:cubicBezTo>
                <a:cubicBezTo>
                  <a:pt x="441410" y="884858"/>
                  <a:pt x="404145" y="886650"/>
                  <a:pt x="366918" y="888977"/>
                </a:cubicBezTo>
                <a:cubicBezTo>
                  <a:pt x="234661" y="885971"/>
                  <a:pt x="141855" y="906440"/>
                  <a:pt x="31871" y="875017"/>
                </a:cubicBezTo>
                <a:cubicBezTo>
                  <a:pt x="24796" y="872996"/>
                  <a:pt x="17910" y="870364"/>
                  <a:pt x="10930" y="868037"/>
                </a:cubicBezTo>
                <a:cubicBezTo>
                  <a:pt x="-7247" y="813504"/>
                  <a:pt x="460" y="845347"/>
                  <a:pt x="10930" y="735414"/>
                </a:cubicBezTo>
                <a:cubicBezTo>
                  <a:pt x="12569" y="718209"/>
                  <a:pt x="16269" y="692055"/>
                  <a:pt x="31871" y="679573"/>
                </a:cubicBezTo>
                <a:cubicBezTo>
                  <a:pt x="36523" y="675851"/>
                  <a:pt x="78777" y="666171"/>
                  <a:pt x="80732" y="665612"/>
                </a:cubicBezTo>
                <a:cubicBezTo>
                  <a:pt x="113468" y="656259"/>
                  <a:pt x="92369" y="660625"/>
                  <a:pt x="129593" y="644672"/>
                </a:cubicBezTo>
                <a:cubicBezTo>
                  <a:pt x="136356" y="641774"/>
                  <a:pt x="143553" y="640019"/>
                  <a:pt x="150533" y="637692"/>
                </a:cubicBezTo>
                <a:cubicBezTo>
                  <a:pt x="157513" y="633038"/>
                  <a:pt x="163619" y="626677"/>
                  <a:pt x="171474" y="623731"/>
                </a:cubicBezTo>
                <a:cubicBezTo>
                  <a:pt x="187462" y="617735"/>
                  <a:pt x="253590" y="610849"/>
                  <a:pt x="262216" y="609771"/>
                </a:cubicBezTo>
                <a:cubicBezTo>
                  <a:pt x="269196" y="607444"/>
                  <a:pt x="276575" y="606081"/>
                  <a:pt x="283156" y="602791"/>
                </a:cubicBezTo>
                <a:cubicBezTo>
                  <a:pt x="290660" y="599039"/>
                  <a:pt x="296431" y="592238"/>
                  <a:pt x="304097" y="588831"/>
                </a:cubicBezTo>
                <a:cubicBezTo>
                  <a:pt x="317544" y="582854"/>
                  <a:pt x="345978" y="574870"/>
                  <a:pt x="345978" y="574870"/>
                </a:cubicBezTo>
                <a:cubicBezTo>
                  <a:pt x="352958" y="570217"/>
                  <a:pt x="359252" y="564317"/>
                  <a:pt x="366918" y="560910"/>
                </a:cubicBezTo>
                <a:cubicBezTo>
                  <a:pt x="380365" y="554934"/>
                  <a:pt x="394839" y="551604"/>
                  <a:pt x="408799" y="546950"/>
                </a:cubicBezTo>
                <a:lnTo>
                  <a:pt x="429739" y="539969"/>
                </a:lnTo>
                <a:cubicBezTo>
                  <a:pt x="429740" y="539969"/>
                  <a:pt x="471619" y="526010"/>
                  <a:pt x="471620" y="526009"/>
                </a:cubicBezTo>
                <a:cubicBezTo>
                  <a:pt x="498683" y="507968"/>
                  <a:pt x="484602" y="514702"/>
                  <a:pt x="513501" y="505069"/>
                </a:cubicBezTo>
                <a:cubicBezTo>
                  <a:pt x="530037" y="488532"/>
                  <a:pt x="547490" y="472902"/>
                  <a:pt x="555382" y="449227"/>
                </a:cubicBezTo>
                <a:cubicBezTo>
                  <a:pt x="565015" y="420328"/>
                  <a:pt x="558281" y="434409"/>
                  <a:pt x="576323" y="407347"/>
                </a:cubicBezTo>
                <a:cubicBezTo>
                  <a:pt x="578650" y="400367"/>
                  <a:pt x="580405" y="393169"/>
                  <a:pt x="583303" y="386406"/>
                </a:cubicBezTo>
                <a:cubicBezTo>
                  <a:pt x="595290" y="358435"/>
                  <a:pt x="597695" y="363739"/>
                  <a:pt x="604243" y="337545"/>
                </a:cubicBezTo>
                <a:cubicBezTo>
                  <a:pt x="609121" y="318033"/>
                  <a:pt x="615091" y="279433"/>
                  <a:pt x="618203" y="260763"/>
                </a:cubicBezTo>
                <a:cubicBezTo>
                  <a:pt x="620530" y="174675"/>
                  <a:pt x="615674" y="88091"/>
                  <a:pt x="625184" y="2498"/>
                </a:cubicBezTo>
                <a:cubicBezTo>
                  <a:pt x="625997" y="-4815"/>
                  <a:pt x="639692" y="5905"/>
                  <a:pt x="646124" y="9478"/>
                </a:cubicBezTo>
                <a:cubicBezTo>
                  <a:pt x="660791" y="17626"/>
                  <a:pt x="672088" y="32092"/>
                  <a:pt x="688005" y="37398"/>
                </a:cubicBezTo>
                <a:cubicBezTo>
                  <a:pt x="713881" y="46025"/>
                  <a:pt x="679861" y="42052"/>
                  <a:pt x="688005" y="44379"/>
                </a:cubicBezTo>
                <a:close/>
              </a:path>
            </a:pathLst>
          </a:cu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D8C878EB-78C1-FC2B-D386-320933EB1BDE}"/>
              </a:ext>
            </a:extLst>
          </p:cNvPr>
          <p:cNvGrpSpPr/>
          <p:nvPr/>
        </p:nvGrpSpPr>
        <p:grpSpPr>
          <a:xfrm>
            <a:off x="3937285" y="3335611"/>
            <a:ext cx="3194640" cy="1019520"/>
            <a:chOff x="3937285" y="3335611"/>
            <a:chExt cx="3194640" cy="101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筆跡 1">
                  <a:extLst>
                    <a:ext uri="{FF2B5EF4-FFF2-40B4-BE49-F238E27FC236}">
                      <a16:creationId xmlns:a16="http://schemas.microsoft.com/office/drawing/2014/main" id="{E6EE9C30-79FE-C9E9-8365-F1ADAEDC6D4D}"/>
                    </a:ext>
                  </a:extLst>
                </p14:cNvPr>
                <p14:cNvContentPartPr/>
                <p14:nvPr/>
              </p14:nvContentPartPr>
              <p14:xfrm>
                <a:off x="3937285" y="3335611"/>
                <a:ext cx="3144960" cy="734400"/>
              </p14:xfrm>
            </p:contentPart>
          </mc:Choice>
          <mc:Fallback>
            <p:pic>
              <p:nvPicPr>
                <p:cNvPr id="2" name="筆跡 1">
                  <a:extLst>
                    <a:ext uri="{FF2B5EF4-FFF2-40B4-BE49-F238E27FC236}">
                      <a16:creationId xmlns:a16="http://schemas.microsoft.com/office/drawing/2014/main" id="{E6EE9C30-79FE-C9E9-8365-F1ADAEDC6D4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874285" y="3272611"/>
                  <a:ext cx="3270600" cy="86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筆跡 2">
                  <a:extLst>
                    <a:ext uri="{FF2B5EF4-FFF2-40B4-BE49-F238E27FC236}">
                      <a16:creationId xmlns:a16="http://schemas.microsoft.com/office/drawing/2014/main" id="{F779EFFE-B7A3-5DC0-97E9-B95290D60F06}"/>
                    </a:ext>
                  </a:extLst>
                </p14:cNvPr>
                <p14:cNvContentPartPr/>
                <p14:nvPr/>
              </p14:nvContentPartPr>
              <p14:xfrm>
                <a:off x="6688045" y="3692011"/>
                <a:ext cx="443880" cy="663120"/>
              </p14:xfrm>
            </p:contentPart>
          </mc:Choice>
          <mc:Fallback>
            <p:pic>
              <p:nvPicPr>
                <p:cNvPr id="3" name="筆跡 2">
                  <a:extLst>
                    <a:ext uri="{FF2B5EF4-FFF2-40B4-BE49-F238E27FC236}">
                      <a16:creationId xmlns:a16="http://schemas.microsoft.com/office/drawing/2014/main" id="{F779EFFE-B7A3-5DC0-97E9-B95290D60F0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625045" y="3629371"/>
                  <a:ext cx="569520" cy="78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8D1E138F-A22F-9789-07E7-AA11353C2BDD}"/>
              </a:ext>
            </a:extLst>
          </p:cNvPr>
          <p:cNvGrpSpPr/>
          <p:nvPr/>
        </p:nvGrpSpPr>
        <p:grpSpPr>
          <a:xfrm>
            <a:off x="151525" y="955291"/>
            <a:ext cx="3926520" cy="3766680"/>
            <a:chOff x="151525" y="955291"/>
            <a:chExt cx="3926520" cy="376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筆跡 7">
                  <a:extLst>
                    <a:ext uri="{FF2B5EF4-FFF2-40B4-BE49-F238E27FC236}">
                      <a16:creationId xmlns:a16="http://schemas.microsoft.com/office/drawing/2014/main" id="{EB1128B3-3B19-946C-0ADE-ED78B1EB8F63}"/>
                    </a:ext>
                  </a:extLst>
                </p14:cNvPr>
                <p14:cNvContentPartPr/>
                <p14:nvPr/>
              </p14:nvContentPartPr>
              <p14:xfrm>
                <a:off x="1397485" y="955291"/>
                <a:ext cx="68400" cy="34200"/>
              </p14:xfrm>
            </p:contentPart>
          </mc:Choice>
          <mc:Fallback>
            <p:pic>
              <p:nvPicPr>
                <p:cNvPr id="8" name="筆跡 7">
                  <a:extLst>
                    <a:ext uri="{FF2B5EF4-FFF2-40B4-BE49-F238E27FC236}">
                      <a16:creationId xmlns:a16="http://schemas.microsoft.com/office/drawing/2014/main" id="{EB1128B3-3B19-946C-0ADE-ED78B1EB8F6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334845" y="892651"/>
                  <a:ext cx="1940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筆跡 8">
                  <a:extLst>
                    <a:ext uri="{FF2B5EF4-FFF2-40B4-BE49-F238E27FC236}">
                      <a16:creationId xmlns:a16="http://schemas.microsoft.com/office/drawing/2014/main" id="{B4ABFF9F-C5BA-3632-6E50-C6A08A95775C}"/>
                    </a:ext>
                  </a:extLst>
                </p14:cNvPr>
                <p14:cNvContentPartPr/>
                <p14:nvPr/>
              </p14:nvContentPartPr>
              <p14:xfrm>
                <a:off x="1092205" y="1290091"/>
                <a:ext cx="63360" cy="465840"/>
              </p14:xfrm>
            </p:contentPart>
          </mc:Choice>
          <mc:Fallback>
            <p:pic>
              <p:nvPicPr>
                <p:cNvPr id="9" name="筆跡 8">
                  <a:extLst>
                    <a:ext uri="{FF2B5EF4-FFF2-40B4-BE49-F238E27FC236}">
                      <a16:creationId xmlns:a16="http://schemas.microsoft.com/office/drawing/2014/main" id="{B4ABFF9F-C5BA-3632-6E50-C6A08A95775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29205" y="1227451"/>
                  <a:ext cx="189000" cy="59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4" name="筆跡 13">
                  <a:extLst>
                    <a:ext uri="{FF2B5EF4-FFF2-40B4-BE49-F238E27FC236}">
                      <a16:creationId xmlns:a16="http://schemas.microsoft.com/office/drawing/2014/main" id="{F6892AA4-D47A-010D-61E0-D37C4DC4C75D}"/>
                    </a:ext>
                  </a:extLst>
                </p14:cNvPr>
                <p14:cNvContentPartPr/>
                <p14:nvPr/>
              </p14:nvContentPartPr>
              <p14:xfrm>
                <a:off x="1343485" y="1132051"/>
                <a:ext cx="1177560" cy="464760"/>
              </p14:xfrm>
            </p:contentPart>
          </mc:Choice>
          <mc:Fallback>
            <p:pic>
              <p:nvPicPr>
                <p:cNvPr id="14" name="筆跡 13">
                  <a:extLst>
                    <a:ext uri="{FF2B5EF4-FFF2-40B4-BE49-F238E27FC236}">
                      <a16:creationId xmlns:a16="http://schemas.microsoft.com/office/drawing/2014/main" id="{F6892AA4-D47A-010D-61E0-D37C4DC4C75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280485" y="1069051"/>
                  <a:ext cx="1303200" cy="59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7" name="筆跡 16">
                  <a:extLst>
                    <a:ext uri="{FF2B5EF4-FFF2-40B4-BE49-F238E27FC236}">
                      <a16:creationId xmlns:a16="http://schemas.microsoft.com/office/drawing/2014/main" id="{EF5108C7-A4B9-200F-18BB-2DBDF8199E44}"/>
                    </a:ext>
                  </a:extLst>
                </p14:cNvPr>
                <p14:cNvContentPartPr/>
                <p14:nvPr/>
              </p14:nvContentPartPr>
              <p14:xfrm>
                <a:off x="1322245" y="1586731"/>
                <a:ext cx="304200" cy="311760"/>
              </p14:xfrm>
            </p:contentPart>
          </mc:Choice>
          <mc:Fallback>
            <p:pic>
              <p:nvPicPr>
                <p:cNvPr id="17" name="筆跡 16">
                  <a:extLst>
                    <a:ext uri="{FF2B5EF4-FFF2-40B4-BE49-F238E27FC236}">
                      <a16:creationId xmlns:a16="http://schemas.microsoft.com/office/drawing/2014/main" id="{EF5108C7-A4B9-200F-18BB-2DBDF8199E4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259605" y="1523731"/>
                  <a:ext cx="42984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0" name="筆跡 19">
                  <a:extLst>
                    <a:ext uri="{FF2B5EF4-FFF2-40B4-BE49-F238E27FC236}">
                      <a16:creationId xmlns:a16="http://schemas.microsoft.com/office/drawing/2014/main" id="{836FE447-3B72-1361-B605-22BA69E1F74C}"/>
                    </a:ext>
                  </a:extLst>
                </p14:cNvPr>
                <p14:cNvContentPartPr/>
                <p14:nvPr/>
              </p14:nvContentPartPr>
              <p14:xfrm>
                <a:off x="2035765" y="1511491"/>
                <a:ext cx="305640" cy="322560"/>
              </p14:xfrm>
            </p:contentPart>
          </mc:Choice>
          <mc:Fallback>
            <p:pic>
              <p:nvPicPr>
                <p:cNvPr id="20" name="筆跡 19">
                  <a:extLst>
                    <a:ext uri="{FF2B5EF4-FFF2-40B4-BE49-F238E27FC236}">
                      <a16:creationId xmlns:a16="http://schemas.microsoft.com/office/drawing/2014/main" id="{836FE447-3B72-1361-B605-22BA69E1F74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972765" y="1448851"/>
                  <a:ext cx="43128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1" name="筆跡 20">
                  <a:extLst>
                    <a:ext uri="{FF2B5EF4-FFF2-40B4-BE49-F238E27FC236}">
                      <a16:creationId xmlns:a16="http://schemas.microsoft.com/office/drawing/2014/main" id="{4D8D089F-56F2-BFF2-C4D2-086C6898C033}"/>
                    </a:ext>
                  </a:extLst>
                </p14:cNvPr>
                <p14:cNvContentPartPr/>
                <p14:nvPr/>
              </p14:nvContentPartPr>
              <p14:xfrm>
                <a:off x="1558405" y="1963651"/>
                <a:ext cx="1110960" cy="443520"/>
              </p14:xfrm>
            </p:contentPart>
          </mc:Choice>
          <mc:Fallback>
            <p:pic>
              <p:nvPicPr>
                <p:cNvPr id="21" name="筆跡 20">
                  <a:extLst>
                    <a:ext uri="{FF2B5EF4-FFF2-40B4-BE49-F238E27FC236}">
                      <a16:creationId xmlns:a16="http://schemas.microsoft.com/office/drawing/2014/main" id="{4D8D089F-56F2-BFF2-C4D2-086C6898C03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495765" y="1900651"/>
                  <a:ext cx="123660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4" name="筆跡 23">
                  <a:extLst>
                    <a:ext uri="{FF2B5EF4-FFF2-40B4-BE49-F238E27FC236}">
                      <a16:creationId xmlns:a16="http://schemas.microsoft.com/office/drawing/2014/main" id="{33F2AC06-B6BC-1035-AF47-9E8AC8FFD945}"/>
                    </a:ext>
                  </a:extLst>
                </p14:cNvPr>
                <p14:cNvContentPartPr/>
                <p14:nvPr/>
              </p14:nvContentPartPr>
              <p14:xfrm>
                <a:off x="1898245" y="2020891"/>
                <a:ext cx="346680" cy="973440"/>
              </p14:xfrm>
            </p:contentPart>
          </mc:Choice>
          <mc:Fallback>
            <p:pic>
              <p:nvPicPr>
                <p:cNvPr id="24" name="筆跡 23">
                  <a:extLst>
                    <a:ext uri="{FF2B5EF4-FFF2-40B4-BE49-F238E27FC236}">
                      <a16:creationId xmlns:a16="http://schemas.microsoft.com/office/drawing/2014/main" id="{33F2AC06-B6BC-1035-AF47-9E8AC8FFD94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835605" y="1957891"/>
                  <a:ext cx="472320" cy="10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7" name="筆跡 26">
                  <a:extLst>
                    <a:ext uri="{FF2B5EF4-FFF2-40B4-BE49-F238E27FC236}">
                      <a16:creationId xmlns:a16="http://schemas.microsoft.com/office/drawing/2014/main" id="{F14D95BF-21E5-C6F2-39D0-A0D0550D1F94}"/>
                    </a:ext>
                  </a:extLst>
                </p14:cNvPr>
                <p14:cNvContentPartPr/>
                <p14:nvPr/>
              </p14:nvContentPartPr>
              <p14:xfrm>
                <a:off x="151525" y="2634331"/>
                <a:ext cx="1814400" cy="673200"/>
              </p14:xfrm>
            </p:contentPart>
          </mc:Choice>
          <mc:Fallback>
            <p:pic>
              <p:nvPicPr>
                <p:cNvPr id="27" name="筆跡 26">
                  <a:extLst>
                    <a:ext uri="{FF2B5EF4-FFF2-40B4-BE49-F238E27FC236}">
                      <a16:creationId xmlns:a16="http://schemas.microsoft.com/office/drawing/2014/main" id="{F14D95BF-21E5-C6F2-39D0-A0D0550D1F9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8885" y="2571691"/>
                  <a:ext cx="1940040" cy="79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0" name="筆跡 29">
                  <a:extLst>
                    <a:ext uri="{FF2B5EF4-FFF2-40B4-BE49-F238E27FC236}">
                      <a16:creationId xmlns:a16="http://schemas.microsoft.com/office/drawing/2014/main" id="{F212ADA4-4BD4-BCA0-0D72-6EE0EF1874C5}"/>
                    </a:ext>
                  </a:extLst>
                </p14:cNvPr>
                <p14:cNvContentPartPr/>
                <p14:nvPr/>
              </p14:nvContentPartPr>
              <p14:xfrm>
                <a:off x="2296405" y="4194931"/>
                <a:ext cx="17280" cy="160200"/>
              </p14:xfrm>
            </p:contentPart>
          </mc:Choice>
          <mc:Fallback>
            <p:pic>
              <p:nvPicPr>
                <p:cNvPr id="30" name="筆跡 29">
                  <a:extLst>
                    <a:ext uri="{FF2B5EF4-FFF2-40B4-BE49-F238E27FC236}">
                      <a16:creationId xmlns:a16="http://schemas.microsoft.com/office/drawing/2014/main" id="{F212ADA4-4BD4-BCA0-0D72-6EE0EF1874C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233765" y="4131931"/>
                  <a:ext cx="14292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1" name="筆跡 30">
                  <a:extLst>
                    <a:ext uri="{FF2B5EF4-FFF2-40B4-BE49-F238E27FC236}">
                      <a16:creationId xmlns:a16="http://schemas.microsoft.com/office/drawing/2014/main" id="{DEB2EA9B-3C80-147B-40FC-659519223D9C}"/>
                    </a:ext>
                  </a:extLst>
                </p14:cNvPr>
                <p14:cNvContentPartPr/>
                <p14:nvPr/>
              </p14:nvContentPartPr>
              <p14:xfrm>
                <a:off x="2384965" y="3926371"/>
                <a:ext cx="272520" cy="363960"/>
              </p14:xfrm>
            </p:contentPart>
          </mc:Choice>
          <mc:Fallback>
            <p:pic>
              <p:nvPicPr>
                <p:cNvPr id="31" name="筆跡 30">
                  <a:extLst>
                    <a:ext uri="{FF2B5EF4-FFF2-40B4-BE49-F238E27FC236}">
                      <a16:creationId xmlns:a16="http://schemas.microsoft.com/office/drawing/2014/main" id="{DEB2EA9B-3C80-147B-40FC-659519223D9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321965" y="3863731"/>
                  <a:ext cx="39816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4" name="筆跡 33">
                  <a:extLst>
                    <a:ext uri="{FF2B5EF4-FFF2-40B4-BE49-F238E27FC236}">
                      <a16:creationId xmlns:a16="http://schemas.microsoft.com/office/drawing/2014/main" id="{6371023F-05B6-8D84-901A-8512EAB8CFCA}"/>
                    </a:ext>
                  </a:extLst>
                </p14:cNvPr>
                <p14:cNvContentPartPr/>
                <p14:nvPr/>
              </p14:nvContentPartPr>
              <p14:xfrm>
                <a:off x="2964205" y="3244531"/>
                <a:ext cx="344880" cy="530280"/>
              </p14:xfrm>
            </p:contentPart>
          </mc:Choice>
          <mc:Fallback>
            <p:pic>
              <p:nvPicPr>
                <p:cNvPr id="34" name="筆跡 33">
                  <a:extLst>
                    <a:ext uri="{FF2B5EF4-FFF2-40B4-BE49-F238E27FC236}">
                      <a16:creationId xmlns:a16="http://schemas.microsoft.com/office/drawing/2014/main" id="{6371023F-05B6-8D84-901A-8512EAB8CFC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901565" y="3181531"/>
                  <a:ext cx="470520" cy="65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5" name="筆跡 34">
                  <a:extLst>
                    <a:ext uri="{FF2B5EF4-FFF2-40B4-BE49-F238E27FC236}">
                      <a16:creationId xmlns:a16="http://schemas.microsoft.com/office/drawing/2014/main" id="{F32DDBE3-E085-7AC5-BA73-E79685E5A0BA}"/>
                    </a:ext>
                  </a:extLst>
                </p14:cNvPr>
                <p14:cNvContentPartPr/>
                <p14:nvPr/>
              </p14:nvContentPartPr>
              <p14:xfrm>
                <a:off x="3065725" y="3599851"/>
                <a:ext cx="1012320" cy="589680"/>
              </p14:xfrm>
            </p:contentPart>
          </mc:Choice>
          <mc:Fallback>
            <p:pic>
              <p:nvPicPr>
                <p:cNvPr id="35" name="筆跡 34">
                  <a:extLst>
                    <a:ext uri="{FF2B5EF4-FFF2-40B4-BE49-F238E27FC236}">
                      <a16:creationId xmlns:a16="http://schemas.microsoft.com/office/drawing/2014/main" id="{F32DDBE3-E085-7AC5-BA73-E79685E5A0B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003085" y="3537211"/>
                  <a:ext cx="1137960" cy="71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6" name="筆跡 35">
                  <a:extLst>
                    <a:ext uri="{FF2B5EF4-FFF2-40B4-BE49-F238E27FC236}">
                      <a16:creationId xmlns:a16="http://schemas.microsoft.com/office/drawing/2014/main" id="{0CB87A73-E4B8-DB59-7829-29664746D4A6}"/>
                    </a:ext>
                  </a:extLst>
                </p14:cNvPr>
                <p14:cNvContentPartPr/>
                <p14:nvPr/>
              </p14:nvContentPartPr>
              <p14:xfrm>
                <a:off x="2995885" y="4193131"/>
                <a:ext cx="660240" cy="37440"/>
              </p14:xfrm>
            </p:contentPart>
          </mc:Choice>
          <mc:Fallback>
            <p:pic>
              <p:nvPicPr>
                <p:cNvPr id="36" name="筆跡 35">
                  <a:extLst>
                    <a:ext uri="{FF2B5EF4-FFF2-40B4-BE49-F238E27FC236}">
                      <a16:creationId xmlns:a16="http://schemas.microsoft.com/office/drawing/2014/main" id="{0CB87A73-E4B8-DB59-7829-29664746D4A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933245" y="4130491"/>
                  <a:ext cx="7858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7" name="筆跡 36">
                  <a:extLst>
                    <a:ext uri="{FF2B5EF4-FFF2-40B4-BE49-F238E27FC236}">
                      <a16:creationId xmlns:a16="http://schemas.microsoft.com/office/drawing/2014/main" id="{5FA72579-1F1F-DC94-6C40-63054FF560AD}"/>
                    </a:ext>
                  </a:extLst>
                </p14:cNvPr>
                <p14:cNvContentPartPr/>
                <p14:nvPr/>
              </p14:nvContentPartPr>
              <p14:xfrm>
                <a:off x="3284965" y="4053451"/>
                <a:ext cx="23760" cy="351360"/>
              </p14:xfrm>
            </p:contentPart>
          </mc:Choice>
          <mc:Fallback>
            <p:pic>
              <p:nvPicPr>
                <p:cNvPr id="37" name="筆跡 36">
                  <a:extLst>
                    <a:ext uri="{FF2B5EF4-FFF2-40B4-BE49-F238E27FC236}">
                      <a16:creationId xmlns:a16="http://schemas.microsoft.com/office/drawing/2014/main" id="{5FA72579-1F1F-DC94-6C40-63054FF560A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222325" y="3990811"/>
                  <a:ext cx="14940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8" name="筆跡 37">
                  <a:extLst>
                    <a:ext uri="{FF2B5EF4-FFF2-40B4-BE49-F238E27FC236}">
                      <a16:creationId xmlns:a16="http://schemas.microsoft.com/office/drawing/2014/main" id="{ABE0A19C-4F5A-B4C5-1C4F-9E8EAC429B2E}"/>
                    </a:ext>
                  </a:extLst>
                </p14:cNvPr>
                <p14:cNvContentPartPr/>
                <p14:nvPr/>
              </p14:nvContentPartPr>
              <p14:xfrm>
                <a:off x="3137005" y="4560691"/>
                <a:ext cx="47880" cy="82080"/>
              </p14:xfrm>
            </p:contentPart>
          </mc:Choice>
          <mc:Fallback>
            <p:pic>
              <p:nvPicPr>
                <p:cNvPr id="38" name="筆跡 37">
                  <a:extLst>
                    <a:ext uri="{FF2B5EF4-FFF2-40B4-BE49-F238E27FC236}">
                      <a16:creationId xmlns:a16="http://schemas.microsoft.com/office/drawing/2014/main" id="{ABE0A19C-4F5A-B4C5-1C4F-9E8EAC429B2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074365" y="4497691"/>
                  <a:ext cx="1735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9" name="筆跡 38">
                  <a:extLst>
                    <a:ext uri="{FF2B5EF4-FFF2-40B4-BE49-F238E27FC236}">
                      <a16:creationId xmlns:a16="http://schemas.microsoft.com/office/drawing/2014/main" id="{641C5785-A5EF-D054-5B4F-74DD57213086}"/>
                    </a:ext>
                  </a:extLst>
                </p14:cNvPr>
                <p14:cNvContentPartPr/>
                <p14:nvPr/>
              </p14:nvContentPartPr>
              <p14:xfrm>
                <a:off x="3272725" y="4463491"/>
                <a:ext cx="326520" cy="149760"/>
              </p14:xfrm>
            </p:contentPart>
          </mc:Choice>
          <mc:Fallback>
            <p:pic>
              <p:nvPicPr>
                <p:cNvPr id="39" name="筆跡 38">
                  <a:extLst>
                    <a:ext uri="{FF2B5EF4-FFF2-40B4-BE49-F238E27FC236}">
                      <a16:creationId xmlns:a16="http://schemas.microsoft.com/office/drawing/2014/main" id="{641C5785-A5EF-D054-5B4F-74DD5721308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210085" y="4400491"/>
                  <a:ext cx="45216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0" name="筆跡 39">
                  <a:extLst>
                    <a:ext uri="{FF2B5EF4-FFF2-40B4-BE49-F238E27FC236}">
                      <a16:creationId xmlns:a16="http://schemas.microsoft.com/office/drawing/2014/main" id="{D6C38381-CD81-CCEC-EB29-DFAC6808DE31}"/>
                    </a:ext>
                  </a:extLst>
                </p14:cNvPr>
                <p14:cNvContentPartPr/>
                <p14:nvPr/>
              </p14:nvContentPartPr>
              <p14:xfrm>
                <a:off x="3344725" y="4687771"/>
                <a:ext cx="41760" cy="34200"/>
              </p14:xfrm>
            </p:contentPart>
          </mc:Choice>
          <mc:Fallback>
            <p:pic>
              <p:nvPicPr>
                <p:cNvPr id="40" name="筆跡 39">
                  <a:extLst>
                    <a:ext uri="{FF2B5EF4-FFF2-40B4-BE49-F238E27FC236}">
                      <a16:creationId xmlns:a16="http://schemas.microsoft.com/office/drawing/2014/main" id="{D6C38381-CD81-CCEC-EB29-DFAC6808DE3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281725" y="4624771"/>
                  <a:ext cx="1674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1" name="筆跡 40">
                  <a:extLst>
                    <a:ext uri="{FF2B5EF4-FFF2-40B4-BE49-F238E27FC236}">
                      <a16:creationId xmlns:a16="http://schemas.microsoft.com/office/drawing/2014/main" id="{EBDCD87A-C09F-8A6A-0D28-DDF4C27B183E}"/>
                    </a:ext>
                  </a:extLst>
                </p14:cNvPr>
                <p14:cNvContentPartPr/>
                <p14:nvPr/>
              </p14:nvContentPartPr>
              <p14:xfrm>
                <a:off x="3344725" y="4721611"/>
                <a:ext cx="199080" cy="360"/>
              </p14:xfrm>
            </p:contentPart>
          </mc:Choice>
          <mc:Fallback>
            <p:pic>
              <p:nvPicPr>
                <p:cNvPr id="41" name="筆跡 40">
                  <a:extLst>
                    <a:ext uri="{FF2B5EF4-FFF2-40B4-BE49-F238E27FC236}">
                      <a16:creationId xmlns:a16="http://schemas.microsoft.com/office/drawing/2014/main" id="{EBDCD87A-C09F-8A6A-0D28-DDF4C27B183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281725" y="4658971"/>
                  <a:ext cx="32472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44" name="筆跡 43">
                <a:extLst>
                  <a:ext uri="{FF2B5EF4-FFF2-40B4-BE49-F238E27FC236}">
                    <a16:creationId xmlns:a16="http://schemas.microsoft.com/office/drawing/2014/main" id="{445EDF45-AD7F-5EB5-ED44-8D716F1B11BC}"/>
                  </a:ext>
                </a:extLst>
              </p14:cNvPr>
              <p14:cNvContentPartPr/>
              <p14:nvPr/>
            </p14:nvContentPartPr>
            <p14:xfrm>
              <a:off x="4146085" y="4937611"/>
              <a:ext cx="313200" cy="884880"/>
            </p14:xfrm>
          </p:contentPart>
        </mc:Choice>
        <mc:Fallback>
          <p:pic>
            <p:nvPicPr>
              <p:cNvPr id="44" name="筆跡 43">
                <a:extLst>
                  <a:ext uri="{FF2B5EF4-FFF2-40B4-BE49-F238E27FC236}">
                    <a16:creationId xmlns:a16="http://schemas.microsoft.com/office/drawing/2014/main" id="{445EDF45-AD7F-5EB5-ED44-8D716F1B11BC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4083085" y="4874611"/>
                <a:ext cx="438840" cy="10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45" name="筆跡 44">
                <a:extLst>
                  <a:ext uri="{FF2B5EF4-FFF2-40B4-BE49-F238E27FC236}">
                    <a16:creationId xmlns:a16="http://schemas.microsoft.com/office/drawing/2014/main" id="{FEA948A1-5A39-5372-42C1-EF3D3399A7DE}"/>
                  </a:ext>
                </a:extLst>
              </p14:cNvPr>
              <p14:cNvContentPartPr/>
              <p14:nvPr/>
            </p14:nvContentPartPr>
            <p14:xfrm>
              <a:off x="4137805" y="6279331"/>
              <a:ext cx="122400" cy="78120"/>
            </p14:xfrm>
          </p:contentPart>
        </mc:Choice>
        <mc:Fallback>
          <p:pic>
            <p:nvPicPr>
              <p:cNvPr id="45" name="筆跡 44">
                <a:extLst>
                  <a:ext uri="{FF2B5EF4-FFF2-40B4-BE49-F238E27FC236}">
                    <a16:creationId xmlns:a16="http://schemas.microsoft.com/office/drawing/2014/main" id="{FEA948A1-5A39-5372-42C1-EF3D3399A7DE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074805" y="6216691"/>
                <a:ext cx="248040" cy="20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群組 51">
            <a:extLst>
              <a:ext uri="{FF2B5EF4-FFF2-40B4-BE49-F238E27FC236}">
                <a16:creationId xmlns:a16="http://schemas.microsoft.com/office/drawing/2014/main" id="{E40D8006-EF9E-31EF-39E2-EDE34192D584}"/>
              </a:ext>
            </a:extLst>
          </p:cNvPr>
          <p:cNvGrpSpPr/>
          <p:nvPr/>
        </p:nvGrpSpPr>
        <p:grpSpPr>
          <a:xfrm>
            <a:off x="809320" y="5760120"/>
            <a:ext cx="687240" cy="403920"/>
            <a:chOff x="809320" y="5760120"/>
            <a:chExt cx="687240" cy="40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9" name="筆跡 48">
                  <a:extLst>
                    <a:ext uri="{FF2B5EF4-FFF2-40B4-BE49-F238E27FC236}">
                      <a16:creationId xmlns:a16="http://schemas.microsoft.com/office/drawing/2014/main" id="{450591B0-34D9-C52F-24D0-7FDC0500424C}"/>
                    </a:ext>
                  </a:extLst>
                </p14:cNvPr>
                <p14:cNvContentPartPr/>
                <p14:nvPr/>
              </p14:nvContentPartPr>
              <p14:xfrm>
                <a:off x="809320" y="5760120"/>
                <a:ext cx="308520" cy="403920"/>
              </p14:xfrm>
            </p:contentPart>
          </mc:Choice>
          <mc:Fallback>
            <p:pic>
              <p:nvPicPr>
                <p:cNvPr id="49" name="筆跡 48">
                  <a:extLst>
                    <a:ext uri="{FF2B5EF4-FFF2-40B4-BE49-F238E27FC236}">
                      <a16:creationId xmlns:a16="http://schemas.microsoft.com/office/drawing/2014/main" id="{450591B0-34D9-C52F-24D0-7FDC0500424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73320" y="5724480"/>
                  <a:ext cx="38016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0" name="筆跡 49">
                  <a:extLst>
                    <a:ext uri="{FF2B5EF4-FFF2-40B4-BE49-F238E27FC236}">
                      <a16:creationId xmlns:a16="http://schemas.microsoft.com/office/drawing/2014/main" id="{2F892B80-72A3-7948-16E8-63F5EBB949E0}"/>
                    </a:ext>
                  </a:extLst>
                </p14:cNvPr>
                <p14:cNvContentPartPr/>
                <p14:nvPr/>
              </p14:nvContentPartPr>
              <p14:xfrm>
                <a:off x="1271560" y="5867400"/>
                <a:ext cx="225000" cy="256320"/>
              </p14:xfrm>
            </p:contentPart>
          </mc:Choice>
          <mc:Fallback>
            <p:pic>
              <p:nvPicPr>
                <p:cNvPr id="50" name="筆跡 49">
                  <a:extLst>
                    <a:ext uri="{FF2B5EF4-FFF2-40B4-BE49-F238E27FC236}">
                      <a16:creationId xmlns:a16="http://schemas.microsoft.com/office/drawing/2014/main" id="{2F892B80-72A3-7948-16E8-63F5EBB949E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235920" y="5831760"/>
                  <a:ext cx="296640" cy="32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65" name="筆跡 64">
                <a:extLst>
                  <a:ext uri="{FF2B5EF4-FFF2-40B4-BE49-F238E27FC236}">
                    <a16:creationId xmlns:a16="http://schemas.microsoft.com/office/drawing/2014/main" id="{65D21F5D-A7CD-6BD4-2BA0-07D9AA4D9188}"/>
                  </a:ext>
                </a:extLst>
              </p14:cNvPr>
              <p14:cNvContentPartPr/>
              <p14:nvPr/>
            </p14:nvContentPartPr>
            <p14:xfrm>
              <a:off x="1803640" y="5259360"/>
              <a:ext cx="360" cy="932760"/>
            </p14:xfrm>
          </p:contentPart>
        </mc:Choice>
        <mc:Fallback>
          <p:pic>
            <p:nvPicPr>
              <p:cNvPr id="65" name="筆跡 64">
                <a:extLst>
                  <a:ext uri="{FF2B5EF4-FFF2-40B4-BE49-F238E27FC236}">
                    <a16:creationId xmlns:a16="http://schemas.microsoft.com/office/drawing/2014/main" id="{65D21F5D-A7CD-6BD4-2BA0-07D9AA4D9188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768000" y="5223360"/>
                <a:ext cx="72000" cy="100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群組 73">
            <a:extLst>
              <a:ext uri="{FF2B5EF4-FFF2-40B4-BE49-F238E27FC236}">
                <a16:creationId xmlns:a16="http://schemas.microsoft.com/office/drawing/2014/main" id="{F2DE8CA6-071C-B75B-E87C-4437FB709F80}"/>
              </a:ext>
            </a:extLst>
          </p:cNvPr>
          <p:cNvGrpSpPr/>
          <p:nvPr/>
        </p:nvGrpSpPr>
        <p:grpSpPr>
          <a:xfrm>
            <a:off x="2080840" y="5779560"/>
            <a:ext cx="691200" cy="416520"/>
            <a:chOff x="2080840" y="5779560"/>
            <a:chExt cx="691200" cy="41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68" name="筆跡 67">
                  <a:extLst>
                    <a:ext uri="{FF2B5EF4-FFF2-40B4-BE49-F238E27FC236}">
                      <a16:creationId xmlns:a16="http://schemas.microsoft.com/office/drawing/2014/main" id="{CC7D5E8B-337D-9D50-1208-10A8F2CD518D}"/>
                    </a:ext>
                  </a:extLst>
                </p14:cNvPr>
                <p14:cNvContentPartPr/>
                <p14:nvPr/>
              </p14:nvContentPartPr>
              <p14:xfrm>
                <a:off x="2080840" y="5913120"/>
                <a:ext cx="211320" cy="282960"/>
              </p14:xfrm>
            </p:contentPart>
          </mc:Choice>
          <mc:Fallback>
            <p:pic>
              <p:nvPicPr>
                <p:cNvPr id="68" name="筆跡 67">
                  <a:extLst>
                    <a:ext uri="{FF2B5EF4-FFF2-40B4-BE49-F238E27FC236}">
                      <a16:creationId xmlns:a16="http://schemas.microsoft.com/office/drawing/2014/main" id="{CC7D5E8B-337D-9D50-1208-10A8F2CD518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045200" y="5877480"/>
                  <a:ext cx="28296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69" name="筆跡 68">
                  <a:extLst>
                    <a:ext uri="{FF2B5EF4-FFF2-40B4-BE49-F238E27FC236}">
                      <a16:creationId xmlns:a16="http://schemas.microsoft.com/office/drawing/2014/main" id="{3C5953EE-3F73-1E14-BCC0-992E61398183}"/>
                    </a:ext>
                  </a:extLst>
                </p14:cNvPr>
                <p14:cNvContentPartPr/>
                <p14:nvPr/>
              </p14:nvContentPartPr>
              <p14:xfrm>
                <a:off x="2509240" y="5779560"/>
                <a:ext cx="171720" cy="296640"/>
              </p14:xfrm>
            </p:contentPart>
          </mc:Choice>
          <mc:Fallback>
            <p:pic>
              <p:nvPicPr>
                <p:cNvPr id="69" name="筆跡 68">
                  <a:extLst>
                    <a:ext uri="{FF2B5EF4-FFF2-40B4-BE49-F238E27FC236}">
                      <a16:creationId xmlns:a16="http://schemas.microsoft.com/office/drawing/2014/main" id="{3C5953EE-3F73-1E14-BCC0-992E6139818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473600" y="5743560"/>
                  <a:ext cx="24336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72" name="筆跡 71">
                  <a:extLst>
                    <a:ext uri="{FF2B5EF4-FFF2-40B4-BE49-F238E27FC236}">
                      <a16:creationId xmlns:a16="http://schemas.microsoft.com/office/drawing/2014/main" id="{3917445C-D851-767D-EE7D-F5BD67FA1680}"/>
                    </a:ext>
                  </a:extLst>
                </p14:cNvPr>
                <p14:cNvContentPartPr/>
                <p14:nvPr/>
              </p14:nvContentPartPr>
              <p14:xfrm>
                <a:off x="2771680" y="5786760"/>
                <a:ext cx="360" cy="360"/>
              </p14:xfrm>
            </p:contentPart>
          </mc:Choice>
          <mc:Fallback>
            <p:pic>
              <p:nvPicPr>
                <p:cNvPr id="72" name="筆跡 71">
                  <a:extLst>
                    <a:ext uri="{FF2B5EF4-FFF2-40B4-BE49-F238E27FC236}">
                      <a16:creationId xmlns:a16="http://schemas.microsoft.com/office/drawing/2014/main" id="{3917445C-D851-767D-EE7D-F5BD67FA168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735680" y="575112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497253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78953-8AB4-F12F-5BFF-D000F61EE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539E291-A8E1-8050-4FF1-DB560F3C6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045" y="0"/>
            <a:ext cx="7405955" cy="6858000"/>
          </a:xfrm>
          <a:prstGeom prst="rect">
            <a:avLst/>
          </a:prstGeom>
        </p:spPr>
      </p:pic>
      <p:grpSp>
        <p:nvGrpSpPr>
          <p:cNvPr id="12" name="群組 11">
            <a:extLst>
              <a:ext uri="{FF2B5EF4-FFF2-40B4-BE49-F238E27FC236}">
                <a16:creationId xmlns:a16="http://schemas.microsoft.com/office/drawing/2014/main" id="{C8F13B4A-AC47-FDFB-EAA6-5B58CBDD0227}"/>
              </a:ext>
            </a:extLst>
          </p:cNvPr>
          <p:cNvGrpSpPr/>
          <p:nvPr/>
        </p:nvGrpSpPr>
        <p:grpSpPr>
          <a:xfrm>
            <a:off x="1564525" y="1122691"/>
            <a:ext cx="1890360" cy="2378160"/>
            <a:chOff x="1564525" y="1122691"/>
            <a:chExt cx="1890360" cy="237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筆跡 1">
                  <a:extLst>
                    <a:ext uri="{FF2B5EF4-FFF2-40B4-BE49-F238E27FC236}">
                      <a16:creationId xmlns:a16="http://schemas.microsoft.com/office/drawing/2014/main" id="{8C5BB7F4-51E1-FFA1-4AF7-6270769BE376}"/>
                    </a:ext>
                  </a:extLst>
                </p14:cNvPr>
                <p14:cNvContentPartPr/>
                <p14:nvPr/>
              </p14:nvContentPartPr>
              <p14:xfrm>
                <a:off x="1564525" y="1122691"/>
                <a:ext cx="1519200" cy="1601640"/>
              </p14:xfrm>
            </p:contentPart>
          </mc:Choice>
          <mc:Fallback>
            <p:pic>
              <p:nvPicPr>
                <p:cNvPr id="2" name="筆跡 1">
                  <a:extLst>
                    <a:ext uri="{FF2B5EF4-FFF2-40B4-BE49-F238E27FC236}">
                      <a16:creationId xmlns:a16="http://schemas.microsoft.com/office/drawing/2014/main" id="{8C5BB7F4-51E1-FFA1-4AF7-6270769BE37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501525" y="1059691"/>
                  <a:ext cx="1644840" cy="172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筆跡 2">
                  <a:extLst>
                    <a:ext uri="{FF2B5EF4-FFF2-40B4-BE49-F238E27FC236}">
                      <a16:creationId xmlns:a16="http://schemas.microsoft.com/office/drawing/2014/main" id="{85530D32-057C-AE1C-31C4-69B4282EA2F1}"/>
                    </a:ext>
                  </a:extLst>
                </p14:cNvPr>
                <p14:cNvContentPartPr/>
                <p14:nvPr/>
              </p14:nvContentPartPr>
              <p14:xfrm>
                <a:off x="1815805" y="2514451"/>
                <a:ext cx="600120" cy="926280"/>
              </p14:xfrm>
            </p:contentPart>
          </mc:Choice>
          <mc:Fallback>
            <p:pic>
              <p:nvPicPr>
                <p:cNvPr id="3" name="筆跡 2">
                  <a:extLst>
                    <a:ext uri="{FF2B5EF4-FFF2-40B4-BE49-F238E27FC236}">
                      <a16:creationId xmlns:a16="http://schemas.microsoft.com/office/drawing/2014/main" id="{85530D32-057C-AE1C-31C4-69B4282EA2F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753165" y="2451451"/>
                  <a:ext cx="725760" cy="10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筆跡 3">
                  <a:extLst>
                    <a:ext uri="{FF2B5EF4-FFF2-40B4-BE49-F238E27FC236}">
                      <a16:creationId xmlns:a16="http://schemas.microsoft.com/office/drawing/2014/main" id="{3C53B634-D457-F743-B33A-3AA2DE5C0CE6}"/>
                    </a:ext>
                  </a:extLst>
                </p14:cNvPr>
                <p14:cNvContentPartPr/>
                <p14:nvPr/>
              </p14:nvContentPartPr>
              <p14:xfrm>
                <a:off x="2409445" y="2151571"/>
                <a:ext cx="1045440" cy="1266120"/>
              </p14:xfrm>
            </p:contentPart>
          </mc:Choice>
          <mc:Fallback>
            <p:pic>
              <p:nvPicPr>
                <p:cNvPr id="4" name="筆跡 3">
                  <a:extLst>
                    <a:ext uri="{FF2B5EF4-FFF2-40B4-BE49-F238E27FC236}">
                      <a16:creationId xmlns:a16="http://schemas.microsoft.com/office/drawing/2014/main" id="{3C53B634-D457-F743-B33A-3AA2DE5C0CE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346805" y="2088931"/>
                  <a:ext cx="1171080" cy="13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筆跡 6">
                  <a:extLst>
                    <a:ext uri="{FF2B5EF4-FFF2-40B4-BE49-F238E27FC236}">
                      <a16:creationId xmlns:a16="http://schemas.microsoft.com/office/drawing/2014/main" id="{CBD59DDD-2DBD-F530-76BC-369D1E4946FC}"/>
                    </a:ext>
                  </a:extLst>
                </p14:cNvPr>
                <p14:cNvContentPartPr/>
                <p14:nvPr/>
              </p14:nvContentPartPr>
              <p14:xfrm>
                <a:off x="2270485" y="2890291"/>
                <a:ext cx="333000" cy="43560"/>
              </p14:xfrm>
            </p:contentPart>
          </mc:Choice>
          <mc:Fallback>
            <p:pic>
              <p:nvPicPr>
                <p:cNvPr id="7" name="筆跡 6">
                  <a:extLst>
                    <a:ext uri="{FF2B5EF4-FFF2-40B4-BE49-F238E27FC236}">
                      <a16:creationId xmlns:a16="http://schemas.microsoft.com/office/drawing/2014/main" id="{CBD59DDD-2DBD-F530-76BC-369D1E4946F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207485" y="2827291"/>
                  <a:ext cx="4586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筆跡 9">
                  <a:extLst>
                    <a:ext uri="{FF2B5EF4-FFF2-40B4-BE49-F238E27FC236}">
                      <a16:creationId xmlns:a16="http://schemas.microsoft.com/office/drawing/2014/main" id="{D3BFCF55-50C2-0F03-5594-431E4AFFFD1D}"/>
                    </a:ext>
                  </a:extLst>
                </p14:cNvPr>
                <p14:cNvContentPartPr/>
                <p14:nvPr/>
              </p14:nvContentPartPr>
              <p14:xfrm>
                <a:off x="2515285" y="3274411"/>
                <a:ext cx="912960" cy="226440"/>
              </p14:xfrm>
            </p:contentPart>
          </mc:Choice>
          <mc:Fallback>
            <p:pic>
              <p:nvPicPr>
                <p:cNvPr id="10" name="筆跡 9">
                  <a:extLst>
                    <a:ext uri="{FF2B5EF4-FFF2-40B4-BE49-F238E27FC236}">
                      <a16:creationId xmlns:a16="http://schemas.microsoft.com/office/drawing/2014/main" id="{D3BFCF55-50C2-0F03-5594-431E4AFFFD1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452645" y="3211411"/>
                  <a:ext cx="1038600" cy="35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4C23D108-DE32-811B-A510-C35204D6986E}"/>
              </a:ext>
            </a:extLst>
          </p:cNvPr>
          <p:cNvGrpSpPr/>
          <p:nvPr/>
        </p:nvGrpSpPr>
        <p:grpSpPr>
          <a:xfrm>
            <a:off x="1315765" y="4349731"/>
            <a:ext cx="3970080" cy="1640520"/>
            <a:chOff x="1315765" y="4349731"/>
            <a:chExt cx="3970080" cy="164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4" name="筆跡 13">
                  <a:extLst>
                    <a:ext uri="{FF2B5EF4-FFF2-40B4-BE49-F238E27FC236}">
                      <a16:creationId xmlns:a16="http://schemas.microsoft.com/office/drawing/2014/main" id="{28EDEDEB-3DBF-C4C7-29B5-47DBCC9B3719}"/>
                    </a:ext>
                  </a:extLst>
                </p14:cNvPr>
                <p14:cNvContentPartPr/>
                <p14:nvPr/>
              </p14:nvContentPartPr>
              <p14:xfrm>
                <a:off x="1315765" y="5172691"/>
                <a:ext cx="842760" cy="774000"/>
              </p14:xfrm>
            </p:contentPart>
          </mc:Choice>
          <mc:Fallback>
            <p:pic>
              <p:nvPicPr>
                <p:cNvPr id="14" name="筆跡 13">
                  <a:extLst>
                    <a:ext uri="{FF2B5EF4-FFF2-40B4-BE49-F238E27FC236}">
                      <a16:creationId xmlns:a16="http://schemas.microsoft.com/office/drawing/2014/main" id="{28EDEDEB-3DBF-C4C7-29B5-47DBCC9B371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253125" y="5110051"/>
                  <a:ext cx="968400" cy="89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5" name="筆跡 14">
                  <a:extLst>
                    <a:ext uri="{FF2B5EF4-FFF2-40B4-BE49-F238E27FC236}">
                      <a16:creationId xmlns:a16="http://schemas.microsoft.com/office/drawing/2014/main" id="{551A7FC8-56DF-F4D5-CAA2-6664015FB294}"/>
                    </a:ext>
                  </a:extLst>
                </p14:cNvPr>
                <p14:cNvContentPartPr/>
                <p14:nvPr/>
              </p14:nvContentPartPr>
              <p14:xfrm>
                <a:off x="2317285" y="4349731"/>
                <a:ext cx="1245960" cy="1640520"/>
              </p14:xfrm>
            </p:contentPart>
          </mc:Choice>
          <mc:Fallback>
            <p:pic>
              <p:nvPicPr>
                <p:cNvPr id="15" name="筆跡 14">
                  <a:extLst>
                    <a:ext uri="{FF2B5EF4-FFF2-40B4-BE49-F238E27FC236}">
                      <a16:creationId xmlns:a16="http://schemas.microsoft.com/office/drawing/2014/main" id="{551A7FC8-56DF-F4D5-CAA2-6664015FB29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254645" y="4286731"/>
                  <a:ext cx="1371600" cy="176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6" name="筆跡 15">
                  <a:extLst>
                    <a:ext uri="{FF2B5EF4-FFF2-40B4-BE49-F238E27FC236}">
                      <a16:creationId xmlns:a16="http://schemas.microsoft.com/office/drawing/2014/main" id="{09235006-EA72-4F05-15DA-B79B3B59310A}"/>
                    </a:ext>
                  </a:extLst>
                </p14:cNvPr>
                <p14:cNvContentPartPr/>
                <p14:nvPr/>
              </p14:nvContentPartPr>
              <p14:xfrm>
                <a:off x="3698605" y="5249011"/>
                <a:ext cx="1074960" cy="482400"/>
              </p14:xfrm>
            </p:contentPart>
          </mc:Choice>
          <mc:Fallback>
            <p:pic>
              <p:nvPicPr>
                <p:cNvPr id="16" name="筆跡 15">
                  <a:extLst>
                    <a:ext uri="{FF2B5EF4-FFF2-40B4-BE49-F238E27FC236}">
                      <a16:creationId xmlns:a16="http://schemas.microsoft.com/office/drawing/2014/main" id="{09235006-EA72-4F05-15DA-B79B3B59310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635965" y="5186371"/>
                  <a:ext cx="1200600" cy="60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7" name="筆跡 16">
                  <a:extLst>
                    <a:ext uri="{FF2B5EF4-FFF2-40B4-BE49-F238E27FC236}">
                      <a16:creationId xmlns:a16="http://schemas.microsoft.com/office/drawing/2014/main" id="{BC99C032-F696-B59B-D911-F7E3D053FEAD}"/>
                    </a:ext>
                  </a:extLst>
                </p14:cNvPr>
                <p14:cNvContentPartPr/>
                <p14:nvPr/>
              </p14:nvContentPartPr>
              <p14:xfrm>
                <a:off x="4943845" y="5085571"/>
                <a:ext cx="342000" cy="709200"/>
              </p14:xfrm>
            </p:contentPart>
          </mc:Choice>
          <mc:Fallback>
            <p:pic>
              <p:nvPicPr>
                <p:cNvPr id="17" name="筆跡 16">
                  <a:extLst>
                    <a:ext uri="{FF2B5EF4-FFF2-40B4-BE49-F238E27FC236}">
                      <a16:creationId xmlns:a16="http://schemas.microsoft.com/office/drawing/2014/main" id="{BC99C032-F696-B59B-D911-F7E3D053FEA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880845" y="5022571"/>
                  <a:ext cx="467640" cy="83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0" name="筆跡 19">
                  <a:extLst>
                    <a:ext uri="{FF2B5EF4-FFF2-40B4-BE49-F238E27FC236}">
                      <a16:creationId xmlns:a16="http://schemas.microsoft.com/office/drawing/2014/main" id="{4956C6CB-25C8-5B61-EDC8-5D1DCA80A04B}"/>
                    </a:ext>
                  </a:extLst>
                </p14:cNvPr>
                <p14:cNvContentPartPr/>
                <p14:nvPr/>
              </p14:nvContentPartPr>
              <p14:xfrm>
                <a:off x="1536085" y="5107171"/>
                <a:ext cx="353520" cy="200520"/>
              </p14:xfrm>
            </p:contentPart>
          </mc:Choice>
          <mc:Fallback>
            <p:pic>
              <p:nvPicPr>
                <p:cNvPr id="20" name="筆跡 19">
                  <a:extLst>
                    <a:ext uri="{FF2B5EF4-FFF2-40B4-BE49-F238E27FC236}">
                      <a16:creationId xmlns:a16="http://schemas.microsoft.com/office/drawing/2014/main" id="{4956C6CB-25C8-5B61-EDC8-5D1DCA80A04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473445" y="5044531"/>
                  <a:ext cx="479160" cy="326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676748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7C012-176B-F69D-0C64-33BC87F46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0AE1BCE2-407E-7353-8359-7D9E01CFC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36977" y="0"/>
            <a:ext cx="13065954" cy="6858000"/>
          </a:xfrm>
          <a:prstGeom prst="rect">
            <a:avLst/>
          </a:prstGeom>
        </p:spPr>
      </p:pic>
      <p:sp>
        <p:nvSpPr>
          <p:cNvPr id="64" name="Example Rule"/>
          <p:cNvSpPr/>
          <p:nvPr/>
        </p:nvSpPr>
        <p:spPr>
          <a:xfrm>
            <a:off x="533400" y="5461000"/>
            <a:ext cx="50800" cy="7366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E2EF2650-0D13-C902-5634-CE857780CB1C}"/>
              </a:ext>
            </a:extLst>
          </p:cNvPr>
          <p:cNvGrpSpPr/>
          <p:nvPr/>
        </p:nvGrpSpPr>
        <p:grpSpPr>
          <a:xfrm>
            <a:off x="2439806" y="5129126"/>
            <a:ext cx="449640" cy="860040"/>
            <a:chOff x="2439806" y="5129126"/>
            <a:chExt cx="449640" cy="86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筆跡 2">
                  <a:extLst>
                    <a:ext uri="{FF2B5EF4-FFF2-40B4-BE49-F238E27FC236}">
                      <a16:creationId xmlns:a16="http://schemas.microsoft.com/office/drawing/2014/main" id="{63837B5A-E2FA-6FFA-5235-549302234E6F}"/>
                    </a:ext>
                  </a:extLst>
                </p14:cNvPr>
                <p14:cNvContentPartPr/>
                <p14:nvPr/>
              </p14:nvContentPartPr>
              <p14:xfrm>
                <a:off x="2439806" y="5129126"/>
                <a:ext cx="248040" cy="299520"/>
              </p14:xfrm>
            </p:contentPart>
          </mc:Choice>
          <mc:Fallback>
            <p:pic>
              <p:nvPicPr>
                <p:cNvPr id="3" name="筆跡 2">
                  <a:extLst>
                    <a:ext uri="{FF2B5EF4-FFF2-40B4-BE49-F238E27FC236}">
                      <a16:creationId xmlns:a16="http://schemas.microsoft.com/office/drawing/2014/main" id="{63837B5A-E2FA-6FFA-5235-549302234E6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377166" y="5066486"/>
                  <a:ext cx="37368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筆跡 3">
                  <a:extLst>
                    <a:ext uri="{FF2B5EF4-FFF2-40B4-BE49-F238E27FC236}">
                      <a16:creationId xmlns:a16="http://schemas.microsoft.com/office/drawing/2014/main" id="{18BD4E1F-35E1-6BAA-2A19-64318DF82A45}"/>
                    </a:ext>
                  </a:extLst>
                </p14:cNvPr>
                <p14:cNvContentPartPr/>
                <p14:nvPr/>
              </p14:nvContentPartPr>
              <p14:xfrm>
                <a:off x="2547806" y="5307326"/>
                <a:ext cx="173520" cy="499320"/>
              </p14:xfrm>
            </p:contentPart>
          </mc:Choice>
          <mc:Fallback>
            <p:pic>
              <p:nvPicPr>
                <p:cNvPr id="4" name="筆跡 3">
                  <a:extLst>
                    <a:ext uri="{FF2B5EF4-FFF2-40B4-BE49-F238E27FC236}">
                      <a16:creationId xmlns:a16="http://schemas.microsoft.com/office/drawing/2014/main" id="{18BD4E1F-35E1-6BAA-2A19-64318DF82A4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484806" y="5244686"/>
                  <a:ext cx="299160" cy="62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筆跡 4">
                  <a:extLst>
                    <a:ext uri="{FF2B5EF4-FFF2-40B4-BE49-F238E27FC236}">
                      <a16:creationId xmlns:a16="http://schemas.microsoft.com/office/drawing/2014/main" id="{0C63D62B-BFC4-B6CE-DE3D-8DF9C005D930}"/>
                    </a:ext>
                  </a:extLst>
                </p14:cNvPr>
                <p14:cNvContentPartPr/>
                <p14:nvPr/>
              </p14:nvContentPartPr>
              <p14:xfrm>
                <a:off x="2823206" y="5745806"/>
                <a:ext cx="66240" cy="243360"/>
              </p14:xfrm>
            </p:contentPart>
          </mc:Choice>
          <mc:Fallback>
            <p:pic>
              <p:nvPicPr>
                <p:cNvPr id="5" name="筆跡 4">
                  <a:extLst>
                    <a:ext uri="{FF2B5EF4-FFF2-40B4-BE49-F238E27FC236}">
                      <a16:creationId xmlns:a16="http://schemas.microsoft.com/office/drawing/2014/main" id="{0C63D62B-BFC4-B6CE-DE3D-8DF9C005D93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760206" y="5683166"/>
                  <a:ext cx="191880" cy="36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E4A681B7-B1D0-0E52-D585-742A5F3D39C1}"/>
              </a:ext>
            </a:extLst>
          </p:cNvPr>
          <p:cNvGrpSpPr/>
          <p:nvPr/>
        </p:nvGrpSpPr>
        <p:grpSpPr>
          <a:xfrm>
            <a:off x="2561126" y="6194726"/>
            <a:ext cx="385200" cy="113040"/>
            <a:chOff x="2561126" y="6194726"/>
            <a:chExt cx="385200" cy="11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筆跡 7">
                  <a:extLst>
                    <a:ext uri="{FF2B5EF4-FFF2-40B4-BE49-F238E27FC236}">
                      <a16:creationId xmlns:a16="http://schemas.microsoft.com/office/drawing/2014/main" id="{E0CD49F9-033D-D91F-392D-52C1FADDCBC3}"/>
                    </a:ext>
                  </a:extLst>
                </p14:cNvPr>
                <p14:cNvContentPartPr/>
                <p14:nvPr/>
              </p14:nvContentPartPr>
              <p14:xfrm>
                <a:off x="2561126" y="6194726"/>
                <a:ext cx="6840" cy="113040"/>
              </p14:xfrm>
            </p:contentPart>
          </mc:Choice>
          <mc:Fallback>
            <p:pic>
              <p:nvPicPr>
                <p:cNvPr id="8" name="筆跡 7">
                  <a:extLst>
                    <a:ext uri="{FF2B5EF4-FFF2-40B4-BE49-F238E27FC236}">
                      <a16:creationId xmlns:a16="http://schemas.microsoft.com/office/drawing/2014/main" id="{E0CD49F9-033D-D91F-392D-52C1FADDCBC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498486" y="6131726"/>
                  <a:ext cx="1324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筆跡 8">
                  <a:extLst>
                    <a:ext uri="{FF2B5EF4-FFF2-40B4-BE49-F238E27FC236}">
                      <a16:creationId xmlns:a16="http://schemas.microsoft.com/office/drawing/2014/main" id="{5FDC3168-F1D4-AF13-5B66-246BAB0DD5CE}"/>
                    </a:ext>
                  </a:extLst>
                </p14:cNvPr>
                <p14:cNvContentPartPr/>
                <p14:nvPr/>
              </p14:nvContentPartPr>
              <p14:xfrm>
                <a:off x="2660846" y="6273566"/>
                <a:ext cx="93240" cy="20160"/>
              </p14:xfrm>
            </p:contentPart>
          </mc:Choice>
          <mc:Fallback>
            <p:pic>
              <p:nvPicPr>
                <p:cNvPr id="9" name="筆跡 8">
                  <a:extLst>
                    <a:ext uri="{FF2B5EF4-FFF2-40B4-BE49-F238E27FC236}">
                      <a16:creationId xmlns:a16="http://schemas.microsoft.com/office/drawing/2014/main" id="{5FDC3168-F1D4-AF13-5B66-246BAB0DD5C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97846" y="6210926"/>
                  <a:ext cx="2188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筆跡 9">
                  <a:extLst>
                    <a:ext uri="{FF2B5EF4-FFF2-40B4-BE49-F238E27FC236}">
                      <a16:creationId xmlns:a16="http://schemas.microsoft.com/office/drawing/2014/main" id="{3238349E-19E6-8199-397A-91596FB9D93B}"/>
                    </a:ext>
                  </a:extLst>
                </p14:cNvPr>
                <p14:cNvContentPartPr/>
                <p14:nvPr/>
              </p14:nvContentPartPr>
              <p14:xfrm>
                <a:off x="2926166" y="6206246"/>
                <a:ext cx="20160" cy="360"/>
              </p14:xfrm>
            </p:contentPart>
          </mc:Choice>
          <mc:Fallback>
            <p:pic>
              <p:nvPicPr>
                <p:cNvPr id="10" name="筆跡 9">
                  <a:extLst>
                    <a:ext uri="{FF2B5EF4-FFF2-40B4-BE49-F238E27FC236}">
                      <a16:creationId xmlns:a16="http://schemas.microsoft.com/office/drawing/2014/main" id="{3238349E-19E6-8199-397A-91596FB9D93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863166" y="6143606"/>
                  <a:ext cx="14580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5" name="筆跡 14">
                <a:extLst>
                  <a:ext uri="{FF2B5EF4-FFF2-40B4-BE49-F238E27FC236}">
                    <a16:creationId xmlns:a16="http://schemas.microsoft.com/office/drawing/2014/main" id="{D88C09E0-FE7A-C2DE-5C72-1CB1FF40BD87}"/>
                  </a:ext>
                </a:extLst>
              </p14:cNvPr>
              <p14:cNvContentPartPr/>
              <p14:nvPr/>
            </p14:nvContentPartPr>
            <p14:xfrm>
              <a:off x="3137486" y="4843286"/>
              <a:ext cx="597240" cy="155880"/>
            </p14:xfrm>
          </p:contentPart>
        </mc:Choice>
        <mc:Fallback>
          <p:pic>
            <p:nvPicPr>
              <p:cNvPr id="15" name="筆跡 14">
                <a:extLst>
                  <a:ext uri="{FF2B5EF4-FFF2-40B4-BE49-F238E27FC236}">
                    <a16:creationId xmlns:a16="http://schemas.microsoft.com/office/drawing/2014/main" id="{D88C09E0-FE7A-C2DE-5C72-1CB1FF40BD8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074486" y="4780286"/>
                <a:ext cx="722880" cy="28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群組 26">
            <a:extLst>
              <a:ext uri="{FF2B5EF4-FFF2-40B4-BE49-F238E27FC236}">
                <a16:creationId xmlns:a16="http://schemas.microsoft.com/office/drawing/2014/main" id="{E4E8FC3A-B959-872D-5941-07B4C5CD6713}"/>
              </a:ext>
            </a:extLst>
          </p:cNvPr>
          <p:cNvGrpSpPr/>
          <p:nvPr/>
        </p:nvGrpSpPr>
        <p:grpSpPr>
          <a:xfrm>
            <a:off x="3115526" y="5229566"/>
            <a:ext cx="812520" cy="360720"/>
            <a:chOff x="3115526" y="5229566"/>
            <a:chExt cx="812520" cy="36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6" name="筆跡 15">
                  <a:extLst>
                    <a:ext uri="{FF2B5EF4-FFF2-40B4-BE49-F238E27FC236}">
                      <a16:creationId xmlns:a16="http://schemas.microsoft.com/office/drawing/2014/main" id="{12D99923-A051-4D9A-BDAC-5A7A070A8203}"/>
                    </a:ext>
                  </a:extLst>
                </p14:cNvPr>
                <p14:cNvContentPartPr/>
                <p14:nvPr/>
              </p14:nvContentPartPr>
              <p14:xfrm>
                <a:off x="3115526" y="5331086"/>
                <a:ext cx="113040" cy="259200"/>
              </p14:xfrm>
            </p:contentPart>
          </mc:Choice>
          <mc:Fallback>
            <p:pic>
              <p:nvPicPr>
                <p:cNvPr id="16" name="筆跡 15">
                  <a:extLst>
                    <a:ext uri="{FF2B5EF4-FFF2-40B4-BE49-F238E27FC236}">
                      <a16:creationId xmlns:a16="http://schemas.microsoft.com/office/drawing/2014/main" id="{12D99923-A051-4D9A-BDAC-5A7A070A820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052886" y="5268446"/>
                  <a:ext cx="23868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7" name="筆跡 16">
                  <a:extLst>
                    <a:ext uri="{FF2B5EF4-FFF2-40B4-BE49-F238E27FC236}">
                      <a16:creationId xmlns:a16="http://schemas.microsoft.com/office/drawing/2014/main" id="{232080F6-6278-D5FA-36B4-7C0ACDE02241}"/>
                    </a:ext>
                  </a:extLst>
                </p14:cNvPr>
                <p14:cNvContentPartPr/>
                <p14:nvPr/>
              </p14:nvContentPartPr>
              <p14:xfrm>
                <a:off x="3453926" y="5288246"/>
                <a:ext cx="99720" cy="212760"/>
              </p14:xfrm>
            </p:contentPart>
          </mc:Choice>
          <mc:Fallback>
            <p:pic>
              <p:nvPicPr>
                <p:cNvPr id="17" name="筆跡 16">
                  <a:extLst>
                    <a:ext uri="{FF2B5EF4-FFF2-40B4-BE49-F238E27FC236}">
                      <a16:creationId xmlns:a16="http://schemas.microsoft.com/office/drawing/2014/main" id="{232080F6-6278-D5FA-36B4-7C0ACDE0224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390926" y="5225246"/>
                  <a:ext cx="22536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0" name="筆跡 19">
                  <a:extLst>
                    <a:ext uri="{FF2B5EF4-FFF2-40B4-BE49-F238E27FC236}">
                      <a16:creationId xmlns:a16="http://schemas.microsoft.com/office/drawing/2014/main" id="{2C0D6A47-F415-1A76-A4E1-DA07154D7546}"/>
                    </a:ext>
                  </a:extLst>
                </p14:cNvPr>
                <p14:cNvContentPartPr/>
                <p14:nvPr/>
              </p14:nvContentPartPr>
              <p14:xfrm>
                <a:off x="3719246" y="5229566"/>
                <a:ext cx="208800" cy="182520"/>
              </p14:xfrm>
            </p:contentPart>
          </mc:Choice>
          <mc:Fallback>
            <p:pic>
              <p:nvPicPr>
                <p:cNvPr id="20" name="筆跡 19">
                  <a:extLst>
                    <a:ext uri="{FF2B5EF4-FFF2-40B4-BE49-F238E27FC236}">
                      <a16:creationId xmlns:a16="http://schemas.microsoft.com/office/drawing/2014/main" id="{2C0D6A47-F415-1A76-A4E1-DA07154D754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656606" y="5166926"/>
                  <a:ext cx="334440" cy="30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4998B80F-5CCF-3061-CF4D-B20B4EF3AD42}"/>
              </a:ext>
            </a:extLst>
          </p:cNvPr>
          <p:cNvGrpSpPr/>
          <p:nvPr/>
        </p:nvGrpSpPr>
        <p:grpSpPr>
          <a:xfrm>
            <a:off x="3328286" y="5861726"/>
            <a:ext cx="804960" cy="549720"/>
            <a:chOff x="3328286" y="5861726"/>
            <a:chExt cx="804960" cy="54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1" name="筆跡 20">
                  <a:extLst>
                    <a:ext uri="{FF2B5EF4-FFF2-40B4-BE49-F238E27FC236}">
                      <a16:creationId xmlns:a16="http://schemas.microsoft.com/office/drawing/2014/main" id="{E2D7EBF8-68E1-F2F8-9581-7E8044FCC9C8}"/>
                    </a:ext>
                  </a:extLst>
                </p14:cNvPr>
                <p14:cNvContentPartPr/>
                <p14:nvPr/>
              </p14:nvContentPartPr>
              <p14:xfrm>
                <a:off x="3330806" y="5861726"/>
                <a:ext cx="337320" cy="29880"/>
              </p14:xfrm>
            </p:contentPart>
          </mc:Choice>
          <mc:Fallback>
            <p:pic>
              <p:nvPicPr>
                <p:cNvPr id="21" name="筆跡 20">
                  <a:extLst>
                    <a:ext uri="{FF2B5EF4-FFF2-40B4-BE49-F238E27FC236}">
                      <a16:creationId xmlns:a16="http://schemas.microsoft.com/office/drawing/2014/main" id="{E2D7EBF8-68E1-F2F8-9581-7E8044FCC9C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267806" y="5799086"/>
                  <a:ext cx="4629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2" name="筆跡 21">
                  <a:extLst>
                    <a:ext uri="{FF2B5EF4-FFF2-40B4-BE49-F238E27FC236}">
                      <a16:creationId xmlns:a16="http://schemas.microsoft.com/office/drawing/2014/main" id="{495B6905-9DD3-6B36-C238-8816B4E6834C}"/>
                    </a:ext>
                  </a:extLst>
                </p14:cNvPr>
                <p14:cNvContentPartPr/>
                <p14:nvPr/>
              </p14:nvContentPartPr>
              <p14:xfrm>
                <a:off x="3617726" y="5994566"/>
                <a:ext cx="23400" cy="224640"/>
              </p14:xfrm>
            </p:contentPart>
          </mc:Choice>
          <mc:Fallback>
            <p:pic>
              <p:nvPicPr>
                <p:cNvPr id="22" name="筆跡 21">
                  <a:extLst>
                    <a:ext uri="{FF2B5EF4-FFF2-40B4-BE49-F238E27FC236}">
                      <a16:creationId xmlns:a16="http://schemas.microsoft.com/office/drawing/2014/main" id="{495B6905-9DD3-6B36-C238-8816B4E6834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555086" y="5931566"/>
                  <a:ext cx="14904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3" name="筆跡 22">
                  <a:extLst>
                    <a:ext uri="{FF2B5EF4-FFF2-40B4-BE49-F238E27FC236}">
                      <a16:creationId xmlns:a16="http://schemas.microsoft.com/office/drawing/2014/main" id="{51611D84-C793-1B03-9E7B-A160170F76E8}"/>
                    </a:ext>
                  </a:extLst>
                </p14:cNvPr>
                <p14:cNvContentPartPr/>
                <p14:nvPr/>
              </p14:nvContentPartPr>
              <p14:xfrm>
                <a:off x="3328286" y="6262046"/>
                <a:ext cx="804960" cy="149400"/>
              </p14:xfrm>
            </p:contentPart>
          </mc:Choice>
          <mc:Fallback>
            <p:pic>
              <p:nvPicPr>
                <p:cNvPr id="23" name="筆跡 22">
                  <a:extLst>
                    <a:ext uri="{FF2B5EF4-FFF2-40B4-BE49-F238E27FC236}">
                      <a16:creationId xmlns:a16="http://schemas.microsoft.com/office/drawing/2014/main" id="{51611D84-C793-1B03-9E7B-A160170F76E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265286" y="6199046"/>
                  <a:ext cx="930600" cy="27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6149EBF2-6E9A-4C74-2679-A341169E231C}"/>
              </a:ext>
            </a:extLst>
          </p:cNvPr>
          <p:cNvGrpSpPr/>
          <p:nvPr/>
        </p:nvGrpSpPr>
        <p:grpSpPr>
          <a:xfrm>
            <a:off x="4880606" y="6236126"/>
            <a:ext cx="318600" cy="146160"/>
            <a:chOff x="4880606" y="6236126"/>
            <a:chExt cx="318600" cy="14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4" name="筆跡 33">
                  <a:extLst>
                    <a:ext uri="{FF2B5EF4-FFF2-40B4-BE49-F238E27FC236}">
                      <a16:creationId xmlns:a16="http://schemas.microsoft.com/office/drawing/2014/main" id="{B057E1CB-6E36-FE5F-7663-F77C10F3FB08}"/>
                    </a:ext>
                  </a:extLst>
                </p14:cNvPr>
                <p14:cNvContentPartPr/>
                <p14:nvPr/>
              </p14:nvContentPartPr>
              <p14:xfrm>
                <a:off x="4880606" y="6236126"/>
                <a:ext cx="47520" cy="146160"/>
              </p14:xfrm>
            </p:contentPart>
          </mc:Choice>
          <mc:Fallback>
            <p:pic>
              <p:nvPicPr>
                <p:cNvPr id="34" name="筆跡 33">
                  <a:extLst>
                    <a:ext uri="{FF2B5EF4-FFF2-40B4-BE49-F238E27FC236}">
                      <a16:creationId xmlns:a16="http://schemas.microsoft.com/office/drawing/2014/main" id="{B057E1CB-6E36-FE5F-7663-F77C10F3FB0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817606" y="6173126"/>
                  <a:ext cx="1731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5" name="筆跡 34">
                  <a:extLst>
                    <a:ext uri="{FF2B5EF4-FFF2-40B4-BE49-F238E27FC236}">
                      <a16:creationId xmlns:a16="http://schemas.microsoft.com/office/drawing/2014/main" id="{F32D83F8-42ED-8D1F-EDD1-79BD49788C01}"/>
                    </a:ext>
                  </a:extLst>
                </p14:cNvPr>
                <p14:cNvContentPartPr/>
                <p14:nvPr/>
              </p14:nvContentPartPr>
              <p14:xfrm>
                <a:off x="5145926" y="6247646"/>
                <a:ext cx="53280" cy="46800"/>
              </p14:xfrm>
            </p:contentPart>
          </mc:Choice>
          <mc:Fallback>
            <p:pic>
              <p:nvPicPr>
                <p:cNvPr id="35" name="筆跡 34">
                  <a:extLst>
                    <a:ext uri="{FF2B5EF4-FFF2-40B4-BE49-F238E27FC236}">
                      <a16:creationId xmlns:a16="http://schemas.microsoft.com/office/drawing/2014/main" id="{F32D83F8-42ED-8D1F-EDD1-79BD49788C0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082926" y="6184646"/>
                  <a:ext cx="178920" cy="17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7EA759A8-B6B7-FABF-D838-8858EDFDA864}"/>
              </a:ext>
            </a:extLst>
          </p:cNvPr>
          <p:cNvGrpSpPr/>
          <p:nvPr/>
        </p:nvGrpSpPr>
        <p:grpSpPr>
          <a:xfrm>
            <a:off x="4473806" y="4819526"/>
            <a:ext cx="941760" cy="1155960"/>
            <a:chOff x="4473806" y="4819526"/>
            <a:chExt cx="941760" cy="115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8" name="筆跡 27">
                  <a:extLst>
                    <a:ext uri="{FF2B5EF4-FFF2-40B4-BE49-F238E27FC236}">
                      <a16:creationId xmlns:a16="http://schemas.microsoft.com/office/drawing/2014/main" id="{41E1BCAD-DF70-7616-0494-DAE1B7D07BE5}"/>
                    </a:ext>
                  </a:extLst>
                </p14:cNvPr>
                <p14:cNvContentPartPr/>
                <p14:nvPr/>
              </p14:nvContentPartPr>
              <p14:xfrm>
                <a:off x="4535366" y="5523686"/>
                <a:ext cx="106560" cy="60120"/>
              </p14:xfrm>
            </p:contentPart>
          </mc:Choice>
          <mc:Fallback>
            <p:pic>
              <p:nvPicPr>
                <p:cNvPr id="28" name="筆跡 27">
                  <a:extLst>
                    <a:ext uri="{FF2B5EF4-FFF2-40B4-BE49-F238E27FC236}">
                      <a16:creationId xmlns:a16="http://schemas.microsoft.com/office/drawing/2014/main" id="{41E1BCAD-DF70-7616-0494-DAE1B7D07BE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472726" y="5460686"/>
                  <a:ext cx="2322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9" name="筆跡 28">
                  <a:extLst>
                    <a:ext uri="{FF2B5EF4-FFF2-40B4-BE49-F238E27FC236}">
                      <a16:creationId xmlns:a16="http://schemas.microsoft.com/office/drawing/2014/main" id="{99CC285E-D1EA-C030-F8E5-08FDF826E794}"/>
                    </a:ext>
                  </a:extLst>
                </p14:cNvPr>
                <p14:cNvContentPartPr/>
                <p14:nvPr/>
              </p14:nvContentPartPr>
              <p14:xfrm>
                <a:off x="4635086" y="5067566"/>
                <a:ext cx="779040" cy="759600"/>
              </p14:xfrm>
            </p:contentPart>
          </mc:Choice>
          <mc:Fallback>
            <p:pic>
              <p:nvPicPr>
                <p:cNvPr id="29" name="筆跡 28">
                  <a:extLst>
                    <a:ext uri="{FF2B5EF4-FFF2-40B4-BE49-F238E27FC236}">
                      <a16:creationId xmlns:a16="http://schemas.microsoft.com/office/drawing/2014/main" id="{99CC285E-D1EA-C030-F8E5-08FDF826E79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572086" y="5004926"/>
                  <a:ext cx="904680" cy="88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0" name="筆跡 29">
                  <a:extLst>
                    <a:ext uri="{FF2B5EF4-FFF2-40B4-BE49-F238E27FC236}">
                      <a16:creationId xmlns:a16="http://schemas.microsoft.com/office/drawing/2014/main" id="{ACC7E285-E6A4-5133-9957-665A2240695B}"/>
                    </a:ext>
                  </a:extLst>
                </p14:cNvPr>
                <p14:cNvContentPartPr/>
                <p14:nvPr/>
              </p14:nvContentPartPr>
              <p14:xfrm>
                <a:off x="4844606" y="5660486"/>
                <a:ext cx="86760" cy="107640"/>
              </p14:xfrm>
            </p:contentPart>
          </mc:Choice>
          <mc:Fallback>
            <p:pic>
              <p:nvPicPr>
                <p:cNvPr id="30" name="筆跡 29">
                  <a:extLst>
                    <a:ext uri="{FF2B5EF4-FFF2-40B4-BE49-F238E27FC236}">
                      <a16:creationId xmlns:a16="http://schemas.microsoft.com/office/drawing/2014/main" id="{ACC7E285-E6A4-5133-9957-665A2240695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781966" y="5597486"/>
                  <a:ext cx="2124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1" name="筆跡 30">
                  <a:extLst>
                    <a:ext uri="{FF2B5EF4-FFF2-40B4-BE49-F238E27FC236}">
                      <a16:creationId xmlns:a16="http://schemas.microsoft.com/office/drawing/2014/main" id="{F7D8965B-4947-6482-BDBD-06DEF9BB3F0E}"/>
                    </a:ext>
                  </a:extLst>
                </p14:cNvPr>
                <p14:cNvContentPartPr/>
                <p14:nvPr/>
              </p14:nvContentPartPr>
              <p14:xfrm>
                <a:off x="4585046" y="5805206"/>
                <a:ext cx="517320" cy="146160"/>
              </p14:xfrm>
            </p:contentPart>
          </mc:Choice>
          <mc:Fallback>
            <p:pic>
              <p:nvPicPr>
                <p:cNvPr id="31" name="筆跡 30">
                  <a:extLst>
                    <a:ext uri="{FF2B5EF4-FFF2-40B4-BE49-F238E27FC236}">
                      <a16:creationId xmlns:a16="http://schemas.microsoft.com/office/drawing/2014/main" id="{F7D8965B-4947-6482-BDBD-06DEF9BB3F0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522046" y="5742206"/>
                  <a:ext cx="6429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2" name="筆跡 31">
                  <a:extLst>
                    <a:ext uri="{FF2B5EF4-FFF2-40B4-BE49-F238E27FC236}">
                      <a16:creationId xmlns:a16="http://schemas.microsoft.com/office/drawing/2014/main" id="{E5AD9790-A0AC-930E-6B7C-C4DDDFDD857F}"/>
                    </a:ext>
                  </a:extLst>
                </p14:cNvPr>
                <p14:cNvContentPartPr/>
                <p14:nvPr/>
              </p14:nvContentPartPr>
              <p14:xfrm>
                <a:off x="4783406" y="5123726"/>
                <a:ext cx="80640" cy="432720"/>
              </p14:xfrm>
            </p:contentPart>
          </mc:Choice>
          <mc:Fallback>
            <p:pic>
              <p:nvPicPr>
                <p:cNvPr id="32" name="筆跡 31">
                  <a:extLst>
                    <a:ext uri="{FF2B5EF4-FFF2-40B4-BE49-F238E27FC236}">
                      <a16:creationId xmlns:a16="http://schemas.microsoft.com/office/drawing/2014/main" id="{E5AD9790-A0AC-930E-6B7C-C4DDDFDD857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720766" y="5061086"/>
                  <a:ext cx="206280" cy="55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3" name="筆跡 32">
                  <a:extLst>
                    <a:ext uri="{FF2B5EF4-FFF2-40B4-BE49-F238E27FC236}">
                      <a16:creationId xmlns:a16="http://schemas.microsoft.com/office/drawing/2014/main" id="{B4E6DA8E-A694-E3AD-BB6F-DB5927D7A489}"/>
                    </a:ext>
                  </a:extLst>
                </p14:cNvPr>
                <p14:cNvContentPartPr/>
                <p14:nvPr/>
              </p14:nvContentPartPr>
              <p14:xfrm>
                <a:off x="5057006" y="4819526"/>
                <a:ext cx="91800" cy="1155960"/>
              </p14:xfrm>
            </p:contentPart>
          </mc:Choice>
          <mc:Fallback>
            <p:pic>
              <p:nvPicPr>
                <p:cNvPr id="33" name="筆跡 32">
                  <a:extLst>
                    <a:ext uri="{FF2B5EF4-FFF2-40B4-BE49-F238E27FC236}">
                      <a16:creationId xmlns:a16="http://schemas.microsoft.com/office/drawing/2014/main" id="{B4E6DA8E-A694-E3AD-BB6F-DB5927D7A48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994006" y="4756526"/>
                  <a:ext cx="217440" cy="12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6" name="筆跡 35">
                  <a:extLst>
                    <a:ext uri="{FF2B5EF4-FFF2-40B4-BE49-F238E27FC236}">
                      <a16:creationId xmlns:a16="http://schemas.microsoft.com/office/drawing/2014/main" id="{81F47F4C-20B4-AC48-EA49-A0004E8325E1}"/>
                    </a:ext>
                  </a:extLst>
                </p14:cNvPr>
                <p14:cNvContentPartPr/>
                <p14:nvPr/>
              </p14:nvContentPartPr>
              <p14:xfrm>
                <a:off x="4473806" y="5486606"/>
                <a:ext cx="941760" cy="236520"/>
              </p14:xfrm>
            </p:contentPart>
          </mc:Choice>
          <mc:Fallback>
            <p:pic>
              <p:nvPicPr>
                <p:cNvPr id="36" name="筆跡 35">
                  <a:extLst>
                    <a:ext uri="{FF2B5EF4-FFF2-40B4-BE49-F238E27FC236}">
                      <a16:creationId xmlns:a16="http://schemas.microsoft.com/office/drawing/2014/main" id="{81F47F4C-20B4-AC48-EA49-A0004E8325E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410806" y="5423966"/>
                  <a:ext cx="1067400" cy="36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0C0BF78D-7A48-19F1-13D4-EF6408636CEA}"/>
              </a:ext>
            </a:extLst>
          </p:cNvPr>
          <p:cNvGrpSpPr/>
          <p:nvPr/>
        </p:nvGrpSpPr>
        <p:grpSpPr>
          <a:xfrm>
            <a:off x="5965286" y="4985126"/>
            <a:ext cx="841680" cy="637560"/>
            <a:chOff x="5965286" y="4985126"/>
            <a:chExt cx="841680" cy="63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1" name="筆跡 40">
                  <a:extLst>
                    <a:ext uri="{FF2B5EF4-FFF2-40B4-BE49-F238E27FC236}">
                      <a16:creationId xmlns:a16="http://schemas.microsoft.com/office/drawing/2014/main" id="{1E1919C7-B364-AE32-B3F5-294133507331}"/>
                    </a:ext>
                  </a:extLst>
                </p14:cNvPr>
                <p14:cNvContentPartPr/>
                <p14:nvPr/>
              </p14:nvContentPartPr>
              <p14:xfrm>
                <a:off x="5965286" y="4985126"/>
                <a:ext cx="560160" cy="637560"/>
              </p14:xfrm>
            </p:contentPart>
          </mc:Choice>
          <mc:Fallback>
            <p:pic>
              <p:nvPicPr>
                <p:cNvPr id="41" name="筆跡 40">
                  <a:extLst>
                    <a:ext uri="{FF2B5EF4-FFF2-40B4-BE49-F238E27FC236}">
                      <a16:creationId xmlns:a16="http://schemas.microsoft.com/office/drawing/2014/main" id="{1E1919C7-B364-AE32-B3F5-29413350733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902646" y="4922486"/>
                  <a:ext cx="685800" cy="76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2" name="筆跡 41">
                  <a:extLst>
                    <a:ext uri="{FF2B5EF4-FFF2-40B4-BE49-F238E27FC236}">
                      <a16:creationId xmlns:a16="http://schemas.microsoft.com/office/drawing/2014/main" id="{BD48CDC9-2607-D1AD-AE9E-2BC8710E9DC1}"/>
                    </a:ext>
                  </a:extLst>
                </p14:cNvPr>
                <p14:cNvContentPartPr/>
                <p14:nvPr/>
              </p14:nvContentPartPr>
              <p14:xfrm>
                <a:off x="6551726" y="5503166"/>
                <a:ext cx="255240" cy="92880"/>
              </p14:xfrm>
            </p:contentPart>
          </mc:Choice>
          <mc:Fallback>
            <p:pic>
              <p:nvPicPr>
                <p:cNvPr id="42" name="筆跡 41">
                  <a:extLst>
                    <a:ext uri="{FF2B5EF4-FFF2-40B4-BE49-F238E27FC236}">
                      <a16:creationId xmlns:a16="http://schemas.microsoft.com/office/drawing/2014/main" id="{BD48CDC9-2607-D1AD-AE9E-2BC8710E9DC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489086" y="5440526"/>
                  <a:ext cx="380880" cy="21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群組 46">
            <a:extLst>
              <a:ext uri="{FF2B5EF4-FFF2-40B4-BE49-F238E27FC236}">
                <a16:creationId xmlns:a16="http://schemas.microsoft.com/office/drawing/2014/main" id="{62E9CCC8-8D41-FA20-1CA8-4B7DE5891B6F}"/>
              </a:ext>
            </a:extLst>
          </p:cNvPr>
          <p:cNvGrpSpPr/>
          <p:nvPr/>
        </p:nvGrpSpPr>
        <p:grpSpPr>
          <a:xfrm>
            <a:off x="6160046" y="5873966"/>
            <a:ext cx="539640" cy="308160"/>
            <a:chOff x="6160046" y="5873966"/>
            <a:chExt cx="539640" cy="30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3" name="筆跡 42">
                  <a:extLst>
                    <a:ext uri="{FF2B5EF4-FFF2-40B4-BE49-F238E27FC236}">
                      <a16:creationId xmlns:a16="http://schemas.microsoft.com/office/drawing/2014/main" id="{ECC92323-42B8-BFC0-DC9E-5D3974BCA326}"/>
                    </a:ext>
                  </a:extLst>
                </p14:cNvPr>
                <p14:cNvContentPartPr/>
                <p14:nvPr/>
              </p14:nvContentPartPr>
              <p14:xfrm>
                <a:off x="6160046" y="5985206"/>
                <a:ext cx="153000" cy="99720"/>
              </p14:xfrm>
            </p:contentPart>
          </mc:Choice>
          <mc:Fallback>
            <p:pic>
              <p:nvPicPr>
                <p:cNvPr id="43" name="筆跡 42">
                  <a:extLst>
                    <a:ext uri="{FF2B5EF4-FFF2-40B4-BE49-F238E27FC236}">
                      <a16:creationId xmlns:a16="http://schemas.microsoft.com/office/drawing/2014/main" id="{ECC92323-42B8-BFC0-DC9E-5D3974BCA32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097406" y="5922566"/>
                  <a:ext cx="2786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4" name="筆跡 43">
                  <a:extLst>
                    <a:ext uri="{FF2B5EF4-FFF2-40B4-BE49-F238E27FC236}">
                      <a16:creationId xmlns:a16="http://schemas.microsoft.com/office/drawing/2014/main" id="{49795B6A-C40C-0561-BC6E-AAE8F300F574}"/>
                    </a:ext>
                  </a:extLst>
                </p14:cNvPr>
                <p14:cNvContentPartPr/>
                <p14:nvPr/>
              </p14:nvContentPartPr>
              <p14:xfrm>
                <a:off x="6341486" y="5873966"/>
                <a:ext cx="358200" cy="225720"/>
              </p14:xfrm>
            </p:contentPart>
          </mc:Choice>
          <mc:Fallback>
            <p:pic>
              <p:nvPicPr>
                <p:cNvPr id="44" name="筆跡 43">
                  <a:extLst>
                    <a:ext uri="{FF2B5EF4-FFF2-40B4-BE49-F238E27FC236}">
                      <a16:creationId xmlns:a16="http://schemas.microsoft.com/office/drawing/2014/main" id="{49795B6A-C40C-0561-BC6E-AAE8F300F57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278846" y="5810966"/>
                  <a:ext cx="48384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5" name="筆跡 44">
                  <a:extLst>
                    <a:ext uri="{FF2B5EF4-FFF2-40B4-BE49-F238E27FC236}">
                      <a16:creationId xmlns:a16="http://schemas.microsoft.com/office/drawing/2014/main" id="{8A166D53-2E79-81F3-BDF2-5A266337F241}"/>
                    </a:ext>
                  </a:extLst>
                </p14:cNvPr>
                <p14:cNvContentPartPr/>
                <p14:nvPr/>
              </p14:nvContentPartPr>
              <p14:xfrm>
                <a:off x="6448046" y="6132446"/>
                <a:ext cx="178200" cy="49680"/>
              </p14:xfrm>
            </p:contentPart>
          </mc:Choice>
          <mc:Fallback>
            <p:pic>
              <p:nvPicPr>
                <p:cNvPr id="45" name="筆跡 44">
                  <a:extLst>
                    <a:ext uri="{FF2B5EF4-FFF2-40B4-BE49-F238E27FC236}">
                      <a16:creationId xmlns:a16="http://schemas.microsoft.com/office/drawing/2014/main" id="{8A166D53-2E79-81F3-BDF2-5A266337F24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385406" y="6069806"/>
                  <a:ext cx="303840" cy="17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群組 64">
            <a:extLst>
              <a:ext uri="{FF2B5EF4-FFF2-40B4-BE49-F238E27FC236}">
                <a16:creationId xmlns:a16="http://schemas.microsoft.com/office/drawing/2014/main" id="{58909B4D-DB22-8053-FCA5-56AD5FFD89CC}"/>
              </a:ext>
            </a:extLst>
          </p:cNvPr>
          <p:cNvGrpSpPr/>
          <p:nvPr/>
        </p:nvGrpSpPr>
        <p:grpSpPr>
          <a:xfrm>
            <a:off x="7427246" y="4973606"/>
            <a:ext cx="1444680" cy="1312920"/>
            <a:chOff x="7427246" y="4973606"/>
            <a:chExt cx="1444680" cy="131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0" name="筆跡 49">
                  <a:extLst>
                    <a:ext uri="{FF2B5EF4-FFF2-40B4-BE49-F238E27FC236}">
                      <a16:creationId xmlns:a16="http://schemas.microsoft.com/office/drawing/2014/main" id="{FC7E8A53-9A0B-27E0-98C9-F3A2B9984D4A}"/>
                    </a:ext>
                  </a:extLst>
                </p14:cNvPr>
                <p14:cNvContentPartPr/>
                <p14:nvPr/>
              </p14:nvContentPartPr>
              <p14:xfrm>
                <a:off x="7512206" y="5137406"/>
                <a:ext cx="79920" cy="53280"/>
              </p14:xfrm>
            </p:contentPart>
          </mc:Choice>
          <mc:Fallback>
            <p:pic>
              <p:nvPicPr>
                <p:cNvPr id="50" name="筆跡 49">
                  <a:extLst>
                    <a:ext uri="{FF2B5EF4-FFF2-40B4-BE49-F238E27FC236}">
                      <a16:creationId xmlns:a16="http://schemas.microsoft.com/office/drawing/2014/main" id="{FC7E8A53-9A0B-27E0-98C9-F3A2B9984D4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449206" y="5074406"/>
                  <a:ext cx="2055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1" name="筆跡 50">
                  <a:extLst>
                    <a:ext uri="{FF2B5EF4-FFF2-40B4-BE49-F238E27FC236}">
                      <a16:creationId xmlns:a16="http://schemas.microsoft.com/office/drawing/2014/main" id="{AB41F4D4-206B-1487-0C04-E1D920B88335}"/>
                    </a:ext>
                  </a:extLst>
                </p14:cNvPr>
                <p14:cNvContentPartPr/>
                <p14:nvPr/>
              </p14:nvContentPartPr>
              <p14:xfrm>
                <a:off x="7644326" y="5379326"/>
                <a:ext cx="27000" cy="7200"/>
              </p14:xfrm>
            </p:contentPart>
          </mc:Choice>
          <mc:Fallback>
            <p:pic>
              <p:nvPicPr>
                <p:cNvPr id="51" name="筆跡 50">
                  <a:extLst>
                    <a:ext uri="{FF2B5EF4-FFF2-40B4-BE49-F238E27FC236}">
                      <a16:creationId xmlns:a16="http://schemas.microsoft.com/office/drawing/2014/main" id="{AB41F4D4-206B-1487-0C04-E1D920B8833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581686" y="5316686"/>
                  <a:ext cx="1526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2" name="筆跡 51">
                  <a:extLst>
                    <a:ext uri="{FF2B5EF4-FFF2-40B4-BE49-F238E27FC236}">
                      <a16:creationId xmlns:a16="http://schemas.microsoft.com/office/drawing/2014/main" id="{D328CAB9-76A5-68CA-AD1D-E62E3AF6717B}"/>
                    </a:ext>
                  </a:extLst>
                </p14:cNvPr>
                <p14:cNvContentPartPr/>
                <p14:nvPr/>
              </p14:nvContentPartPr>
              <p14:xfrm>
                <a:off x="7427246" y="5436926"/>
                <a:ext cx="316800" cy="77760"/>
              </p14:xfrm>
            </p:contentPart>
          </mc:Choice>
          <mc:Fallback>
            <p:pic>
              <p:nvPicPr>
                <p:cNvPr id="52" name="筆跡 51">
                  <a:extLst>
                    <a:ext uri="{FF2B5EF4-FFF2-40B4-BE49-F238E27FC236}">
                      <a16:creationId xmlns:a16="http://schemas.microsoft.com/office/drawing/2014/main" id="{D328CAB9-76A5-68CA-AD1D-E62E3AF6717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364606" y="5373926"/>
                  <a:ext cx="4424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3" name="筆跡 52">
                  <a:extLst>
                    <a:ext uri="{FF2B5EF4-FFF2-40B4-BE49-F238E27FC236}">
                      <a16:creationId xmlns:a16="http://schemas.microsoft.com/office/drawing/2014/main" id="{9A40589D-C36A-0167-672C-C5C5408806C0}"/>
                    </a:ext>
                  </a:extLst>
                </p14:cNvPr>
                <p14:cNvContentPartPr/>
                <p14:nvPr/>
              </p14:nvContentPartPr>
              <p14:xfrm>
                <a:off x="7609766" y="5624126"/>
                <a:ext cx="81000" cy="522360"/>
              </p14:xfrm>
            </p:contentPart>
          </mc:Choice>
          <mc:Fallback>
            <p:pic>
              <p:nvPicPr>
                <p:cNvPr id="53" name="筆跡 52">
                  <a:extLst>
                    <a:ext uri="{FF2B5EF4-FFF2-40B4-BE49-F238E27FC236}">
                      <a16:creationId xmlns:a16="http://schemas.microsoft.com/office/drawing/2014/main" id="{9A40589D-C36A-0167-672C-C5C5408806C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547126" y="5561486"/>
                  <a:ext cx="206640" cy="64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4" name="筆跡 53">
                  <a:extLst>
                    <a:ext uri="{FF2B5EF4-FFF2-40B4-BE49-F238E27FC236}">
                      <a16:creationId xmlns:a16="http://schemas.microsoft.com/office/drawing/2014/main" id="{4744A890-DD49-23CB-F5BA-8FD8C0E1B809}"/>
                    </a:ext>
                  </a:extLst>
                </p14:cNvPr>
                <p14:cNvContentPartPr/>
                <p14:nvPr/>
              </p14:nvContentPartPr>
              <p14:xfrm>
                <a:off x="7696166" y="6052166"/>
                <a:ext cx="166320" cy="186120"/>
              </p14:xfrm>
            </p:contentPart>
          </mc:Choice>
          <mc:Fallback>
            <p:pic>
              <p:nvPicPr>
                <p:cNvPr id="54" name="筆跡 53">
                  <a:extLst>
                    <a:ext uri="{FF2B5EF4-FFF2-40B4-BE49-F238E27FC236}">
                      <a16:creationId xmlns:a16="http://schemas.microsoft.com/office/drawing/2014/main" id="{4744A890-DD49-23CB-F5BA-8FD8C0E1B80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633526" y="5989526"/>
                  <a:ext cx="29196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5" name="筆跡 54">
                  <a:extLst>
                    <a:ext uri="{FF2B5EF4-FFF2-40B4-BE49-F238E27FC236}">
                      <a16:creationId xmlns:a16="http://schemas.microsoft.com/office/drawing/2014/main" id="{8336315F-53EE-0F2C-EDE5-19EEB4388C09}"/>
                    </a:ext>
                  </a:extLst>
                </p14:cNvPr>
                <p14:cNvContentPartPr/>
                <p14:nvPr/>
              </p14:nvContentPartPr>
              <p14:xfrm>
                <a:off x="7970486" y="4973606"/>
                <a:ext cx="901440" cy="1312920"/>
              </p14:xfrm>
            </p:contentPart>
          </mc:Choice>
          <mc:Fallback>
            <p:pic>
              <p:nvPicPr>
                <p:cNvPr id="55" name="筆跡 54">
                  <a:extLst>
                    <a:ext uri="{FF2B5EF4-FFF2-40B4-BE49-F238E27FC236}">
                      <a16:creationId xmlns:a16="http://schemas.microsoft.com/office/drawing/2014/main" id="{8336315F-53EE-0F2C-EDE5-19EEB4388C0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907486" y="4910606"/>
                  <a:ext cx="1027080" cy="14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6" name="筆跡 55">
                  <a:extLst>
                    <a:ext uri="{FF2B5EF4-FFF2-40B4-BE49-F238E27FC236}">
                      <a16:creationId xmlns:a16="http://schemas.microsoft.com/office/drawing/2014/main" id="{93865936-BE2D-1ACB-D7E6-89254811F616}"/>
                    </a:ext>
                  </a:extLst>
                </p14:cNvPr>
                <p14:cNvContentPartPr/>
                <p14:nvPr/>
              </p14:nvContentPartPr>
              <p14:xfrm>
                <a:off x="8108366" y="5489486"/>
                <a:ext cx="109080" cy="57240"/>
              </p14:xfrm>
            </p:contentPart>
          </mc:Choice>
          <mc:Fallback>
            <p:pic>
              <p:nvPicPr>
                <p:cNvPr id="56" name="筆跡 55">
                  <a:extLst>
                    <a:ext uri="{FF2B5EF4-FFF2-40B4-BE49-F238E27FC236}">
                      <a16:creationId xmlns:a16="http://schemas.microsoft.com/office/drawing/2014/main" id="{93865936-BE2D-1ACB-D7E6-89254811F61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045726" y="5426846"/>
                  <a:ext cx="2347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7" name="筆跡 56">
                  <a:extLst>
                    <a:ext uri="{FF2B5EF4-FFF2-40B4-BE49-F238E27FC236}">
                      <a16:creationId xmlns:a16="http://schemas.microsoft.com/office/drawing/2014/main" id="{8E82D8D2-D054-E2F6-E3EA-97B9F1D8F18D}"/>
                    </a:ext>
                  </a:extLst>
                </p14:cNvPr>
                <p14:cNvContentPartPr/>
                <p14:nvPr/>
              </p14:nvContentPartPr>
              <p14:xfrm>
                <a:off x="8113766" y="5817446"/>
                <a:ext cx="60120" cy="99720"/>
              </p14:xfrm>
            </p:contentPart>
          </mc:Choice>
          <mc:Fallback>
            <p:pic>
              <p:nvPicPr>
                <p:cNvPr id="57" name="筆跡 56">
                  <a:extLst>
                    <a:ext uri="{FF2B5EF4-FFF2-40B4-BE49-F238E27FC236}">
                      <a16:creationId xmlns:a16="http://schemas.microsoft.com/office/drawing/2014/main" id="{8E82D8D2-D054-E2F6-E3EA-97B9F1D8F18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050766" y="5754446"/>
                  <a:ext cx="1857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8" name="筆跡 57">
                  <a:extLst>
                    <a:ext uri="{FF2B5EF4-FFF2-40B4-BE49-F238E27FC236}">
                      <a16:creationId xmlns:a16="http://schemas.microsoft.com/office/drawing/2014/main" id="{0812C217-B959-E477-AE1D-35BC6E9449F0}"/>
                    </a:ext>
                  </a:extLst>
                </p14:cNvPr>
                <p14:cNvContentPartPr/>
                <p14:nvPr/>
              </p14:nvContentPartPr>
              <p14:xfrm>
                <a:off x="8165966" y="5681726"/>
                <a:ext cx="312120" cy="311400"/>
              </p14:xfrm>
            </p:contentPart>
          </mc:Choice>
          <mc:Fallback>
            <p:pic>
              <p:nvPicPr>
                <p:cNvPr id="58" name="筆跡 57">
                  <a:extLst>
                    <a:ext uri="{FF2B5EF4-FFF2-40B4-BE49-F238E27FC236}">
                      <a16:creationId xmlns:a16="http://schemas.microsoft.com/office/drawing/2014/main" id="{0812C217-B959-E477-AE1D-35BC6E9449F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103326" y="5619086"/>
                  <a:ext cx="437760" cy="437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33588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BCD7B-8E11-1AF0-AECA-E91F17C05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D66425C5-0F7F-5ED1-F0B9-3273E7A02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47314" y="0"/>
            <a:ext cx="13086627" cy="6858000"/>
          </a:xfrm>
          <a:prstGeom prst="rect">
            <a:avLst/>
          </a:prstGeom>
        </p:spPr>
      </p:pic>
      <p:grpSp>
        <p:nvGrpSpPr>
          <p:cNvPr id="13" name="群組 12">
            <a:extLst>
              <a:ext uri="{FF2B5EF4-FFF2-40B4-BE49-F238E27FC236}">
                <a16:creationId xmlns:a16="http://schemas.microsoft.com/office/drawing/2014/main" id="{91102E2E-D0DF-1EB4-80EE-43575C812AF4}"/>
              </a:ext>
            </a:extLst>
          </p:cNvPr>
          <p:cNvGrpSpPr/>
          <p:nvPr/>
        </p:nvGrpSpPr>
        <p:grpSpPr>
          <a:xfrm>
            <a:off x="911606" y="4554926"/>
            <a:ext cx="2569680" cy="1863720"/>
            <a:chOff x="911606" y="4554926"/>
            <a:chExt cx="2569680" cy="186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筆跡 1">
                  <a:extLst>
                    <a:ext uri="{FF2B5EF4-FFF2-40B4-BE49-F238E27FC236}">
                      <a16:creationId xmlns:a16="http://schemas.microsoft.com/office/drawing/2014/main" id="{BF2682FC-3AF1-1B43-B2D8-86B1369387A5}"/>
                    </a:ext>
                  </a:extLst>
                </p14:cNvPr>
                <p14:cNvContentPartPr/>
                <p14:nvPr/>
              </p14:nvContentPartPr>
              <p14:xfrm>
                <a:off x="911606" y="5274926"/>
                <a:ext cx="226440" cy="1143720"/>
              </p14:xfrm>
            </p:contentPart>
          </mc:Choice>
          <mc:Fallback>
            <p:pic>
              <p:nvPicPr>
                <p:cNvPr id="2" name="筆跡 1">
                  <a:extLst>
                    <a:ext uri="{FF2B5EF4-FFF2-40B4-BE49-F238E27FC236}">
                      <a16:creationId xmlns:a16="http://schemas.microsoft.com/office/drawing/2014/main" id="{BF2682FC-3AF1-1B43-B2D8-86B1369387A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8966" y="5211926"/>
                  <a:ext cx="352080" cy="12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筆跡 2">
                  <a:extLst>
                    <a:ext uri="{FF2B5EF4-FFF2-40B4-BE49-F238E27FC236}">
                      <a16:creationId xmlns:a16="http://schemas.microsoft.com/office/drawing/2014/main" id="{4DE1D781-4528-526F-F4E5-6F9DC60D387F}"/>
                    </a:ext>
                  </a:extLst>
                </p14:cNvPr>
                <p14:cNvContentPartPr/>
                <p14:nvPr/>
              </p14:nvContentPartPr>
              <p14:xfrm>
                <a:off x="1330286" y="4554926"/>
                <a:ext cx="2151000" cy="1758960"/>
              </p14:xfrm>
            </p:contentPart>
          </mc:Choice>
          <mc:Fallback>
            <p:pic>
              <p:nvPicPr>
                <p:cNvPr id="3" name="筆跡 2">
                  <a:extLst>
                    <a:ext uri="{FF2B5EF4-FFF2-40B4-BE49-F238E27FC236}">
                      <a16:creationId xmlns:a16="http://schemas.microsoft.com/office/drawing/2014/main" id="{4DE1D781-4528-526F-F4E5-6F9DC60D387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267646" y="4492286"/>
                  <a:ext cx="2276640" cy="18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筆跡 6">
                  <a:extLst>
                    <a:ext uri="{FF2B5EF4-FFF2-40B4-BE49-F238E27FC236}">
                      <a16:creationId xmlns:a16="http://schemas.microsoft.com/office/drawing/2014/main" id="{99B3E636-8928-005D-FA06-56E6F27C6122}"/>
                    </a:ext>
                  </a:extLst>
                </p14:cNvPr>
                <p14:cNvContentPartPr/>
                <p14:nvPr/>
              </p14:nvContentPartPr>
              <p14:xfrm>
                <a:off x="1777766" y="5043446"/>
                <a:ext cx="737640" cy="322560"/>
              </p14:xfrm>
            </p:contentPart>
          </mc:Choice>
          <mc:Fallback>
            <p:pic>
              <p:nvPicPr>
                <p:cNvPr id="7" name="筆跡 6">
                  <a:extLst>
                    <a:ext uri="{FF2B5EF4-FFF2-40B4-BE49-F238E27FC236}">
                      <a16:creationId xmlns:a16="http://schemas.microsoft.com/office/drawing/2014/main" id="{99B3E636-8928-005D-FA06-56E6F27C612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714766" y="4980806"/>
                  <a:ext cx="86328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0" name="筆跡 9">
                  <a:extLst>
                    <a:ext uri="{FF2B5EF4-FFF2-40B4-BE49-F238E27FC236}">
                      <a16:creationId xmlns:a16="http://schemas.microsoft.com/office/drawing/2014/main" id="{96343FFB-8EA1-DD16-5C7E-0342EA7C8A2B}"/>
                    </a:ext>
                  </a:extLst>
                </p14:cNvPr>
                <p14:cNvContentPartPr/>
                <p14:nvPr/>
              </p14:nvContentPartPr>
              <p14:xfrm>
                <a:off x="1983686" y="5744366"/>
                <a:ext cx="33480" cy="190440"/>
              </p14:xfrm>
            </p:contentPart>
          </mc:Choice>
          <mc:Fallback>
            <p:pic>
              <p:nvPicPr>
                <p:cNvPr id="10" name="筆跡 9">
                  <a:extLst>
                    <a:ext uri="{FF2B5EF4-FFF2-40B4-BE49-F238E27FC236}">
                      <a16:creationId xmlns:a16="http://schemas.microsoft.com/office/drawing/2014/main" id="{96343FFB-8EA1-DD16-5C7E-0342EA7C8A2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20686" y="5681726"/>
                  <a:ext cx="15912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筆跡 10">
                  <a:extLst>
                    <a:ext uri="{FF2B5EF4-FFF2-40B4-BE49-F238E27FC236}">
                      <a16:creationId xmlns:a16="http://schemas.microsoft.com/office/drawing/2014/main" id="{1B929174-E779-6BC2-6BEA-2AAE823D4818}"/>
                    </a:ext>
                  </a:extLst>
                </p14:cNvPr>
                <p14:cNvContentPartPr/>
                <p14:nvPr/>
              </p14:nvContentPartPr>
              <p14:xfrm>
                <a:off x="2063246" y="5512886"/>
                <a:ext cx="476280" cy="387720"/>
              </p14:xfrm>
            </p:contentPart>
          </mc:Choice>
          <mc:Fallback>
            <p:pic>
              <p:nvPicPr>
                <p:cNvPr id="11" name="筆跡 10">
                  <a:extLst>
                    <a:ext uri="{FF2B5EF4-FFF2-40B4-BE49-F238E27FC236}">
                      <a16:creationId xmlns:a16="http://schemas.microsoft.com/office/drawing/2014/main" id="{1B929174-E779-6BC2-6BEA-2AAE823D481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000606" y="5449886"/>
                  <a:ext cx="601920" cy="51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784CC315-5601-F624-C968-E73869BA5E33}"/>
              </a:ext>
            </a:extLst>
          </p:cNvPr>
          <p:cNvGrpSpPr/>
          <p:nvPr/>
        </p:nvGrpSpPr>
        <p:grpSpPr>
          <a:xfrm>
            <a:off x="9437486" y="4448726"/>
            <a:ext cx="2293920" cy="1730880"/>
            <a:chOff x="9437486" y="4448726"/>
            <a:chExt cx="2293920" cy="173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4" name="筆跡 13">
                  <a:extLst>
                    <a:ext uri="{FF2B5EF4-FFF2-40B4-BE49-F238E27FC236}">
                      <a16:creationId xmlns:a16="http://schemas.microsoft.com/office/drawing/2014/main" id="{9B5F21AA-FBD3-80C1-8D42-52A1BF746137}"/>
                    </a:ext>
                  </a:extLst>
                </p14:cNvPr>
                <p14:cNvContentPartPr/>
                <p14:nvPr/>
              </p14:nvContentPartPr>
              <p14:xfrm>
                <a:off x="10263326" y="4448726"/>
                <a:ext cx="40320" cy="146160"/>
              </p14:xfrm>
            </p:contentPart>
          </mc:Choice>
          <mc:Fallback>
            <p:pic>
              <p:nvPicPr>
                <p:cNvPr id="14" name="筆跡 13">
                  <a:extLst>
                    <a:ext uri="{FF2B5EF4-FFF2-40B4-BE49-F238E27FC236}">
                      <a16:creationId xmlns:a16="http://schemas.microsoft.com/office/drawing/2014/main" id="{9B5F21AA-FBD3-80C1-8D42-52A1BF74613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200326" y="4386086"/>
                  <a:ext cx="1659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5" name="筆跡 14">
                  <a:extLst>
                    <a:ext uri="{FF2B5EF4-FFF2-40B4-BE49-F238E27FC236}">
                      <a16:creationId xmlns:a16="http://schemas.microsoft.com/office/drawing/2014/main" id="{5FD5C5BC-0DAF-79AA-8C71-59D352D71E73}"/>
                    </a:ext>
                  </a:extLst>
                </p14:cNvPr>
                <p14:cNvContentPartPr/>
                <p14:nvPr/>
              </p14:nvContentPartPr>
              <p14:xfrm>
                <a:off x="9542246" y="4609286"/>
                <a:ext cx="1407960" cy="215280"/>
              </p14:xfrm>
            </p:contentPart>
          </mc:Choice>
          <mc:Fallback>
            <p:pic>
              <p:nvPicPr>
                <p:cNvPr id="15" name="筆跡 14">
                  <a:extLst>
                    <a:ext uri="{FF2B5EF4-FFF2-40B4-BE49-F238E27FC236}">
                      <a16:creationId xmlns:a16="http://schemas.microsoft.com/office/drawing/2014/main" id="{5FD5C5BC-0DAF-79AA-8C71-59D352D71E7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479606" y="4546646"/>
                  <a:ext cx="153360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6" name="筆跡 15">
                  <a:extLst>
                    <a:ext uri="{FF2B5EF4-FFF2-40B4-BE49-F238E27FC236}">
                      <a16:creationId xmlns:a16="http://schemas.microsoft.com/office/drawing/2014/main" id="{B5722448-97E9-137F-EE8A-090E1CBDC821}"/>
                    </a:ext>
                  </a:extLst>
                </p14:cNvPr>
                <p14:cNvContentPartPr/>
                <p14:nvPr/>
              </p14:nvContentPartPr>
              <p14:xfrm>
                <a:off x="9997646" y="5156846"/>
                <a:ext cx="86760" cy="24120"/>
              </p14:xfrm>
            </p:contentPart>
          </mc:Choice>
          <mc:Fallback>
            <p:pic>
              <p:nvPicPr>
                <p:cNvPr id="16" name="筆跡 15">
                  <a:extLst>
                    <a:ext uri="{FF2B5EF4-FFF2-40B4-BE49-F238E27FC236}">
                      <a16:creationId xmlns:a16="http://schemas.microsoft.com/office/drawing/2014/main" id="{B5722448-97E9-137F-EE8A-090E1CBDC82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934646" y="5094206"/>
                  <a:ext cx="2124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7" name="筆跡 16">
                  <a:extLst>
                    <a:ext uri="{FF2B5EF4-FFF2-40B4-BE49-F238E27FC236}">
                      <a16:creationId xmlns:a16="http://schemas.microsoft.com/office/drawing/2014/main" id="{C5445D0C-0497-92B3-AC7E-8EB6071EEAFE}"/>
                    </a:ext>
                  </a:extLst>
                </p14:cNvPr>
                <p14:cNvContentPartPr/>
                <p14:nvPr/>
              </p14:nvContentPartPr>
              <p14:xfrm>
                <a:off x="10178366" y="4963886"/>
                <a:ext cx="258480" cy="250920"/>
              </p14:xfrm>
            </p:contentPart>
          </mc:Choice>
          <mc:Fallback>
            <p:pic>
              <p:nvPicPr>
                <p:cNvPr id="17" name="筆跡 16">
                  <a:extLst>
                    <a:ext uri="{FF2B5EF4-FFF2-40B4-BE49-F238E27FC236}">
                      <a16:creationId xmlns:a16="http://schemas.microsoft.com/office/drawing/2014/main" id="{C5445D0C-0497-92B3-AC7E-8EB6071EEAF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115366" y="4901246"/>
                  <a:ext cx="38412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8" name="筆跡 17">
                  <a:extLst>
                    <a:ext uri="{FF2B5EF4-FFF2-40B4-BE49-F238E27FC236}">
                      <a16:creationId xmlns:a16="http://schemas.microsoft.com/office/drawing/2014/main" id="{C41409E8-C3C1-1D0E-85A5-7F60E1E14B20}"/>
                    </a:ext>
                  </a:extLst>
                </p14:cNvPr>
                <p14:cNvContentPartPr/>
                <p14:nvPr/>
              </p14:nvContentPartPr>
              <p14:xfrm>
                <a:off x="9437486" y="5062166"/>
                <a:ext cx="2147040" cy="214920"/>
              </p14:xfrm>
            </p:contentPart>
          </mc:Choice>
          <mc:Fallback>
            <p:pic>
              <p:nvPicPr>
                <p:cNvPr id="18" name="筆跡 17">
                  <a:extLst>
                    <a:ext uri="{FF2B5EF4-FFF2-40B4-BE49-F238E27FC236}">
                      <a16:creationId xmlns:a16="http://schemas.microsoft.com/office/drawing/2014/main" id="{C41409E8-C3C1-1D0E-85A5-7F60E1E14B2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374846" y="4999166"/>
                  <a:ext cx="227268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9" name="筆跡 18">
                  <a:extLst>
                    <a:ext uri="{FF2B5EF4-FFF2-40B4-BE49-F238E27FC236}">
                      <a16:creationId xmlns:a16="http://schemas.microsoft.com/office/drawing/2014/main" id="{A02A879E-256E-7F36-E101-10084DDCC09C}"/>
                    </a:ext>
                  </a:extLst>
                </p14:cNvPr>
                <p14:cNvContentPartPr/>
                <p14:nvPr/>
              </p14:nvContentPartPr>
              <p14:xfrm>
                <a:off x="10156046" y="5577326"/>
                <a:ext cx="40320" cy="133560"/>
              </p14:xfrm>
            </p:contentPart>
          </mc:Choice>
          <mc:Fallback>
            <p:pic>
              <p:nvPicPr>
                <p:cNvPr id="19" name="筆跡 18">
                  <a:extLst>
                    <a:ext uri="{FF2B5EF4-FFF2-40B4-BE49-F238E27FC236}">
                      <a16:creationId xmlns:a16="http://schemas.microsoft.com/office/drawing/2014/main" id="{A02A879E-256E-7F36-E101-10084DDCC09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093046" y="5514686"/>
                  <a:ext cx="1659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0" name="筆跡 19">
                  <a:extLst>
                    <a:ext uri="{FF2B5EF4-FFF2-40B4-BE49-F238E27FC236}">
                      <a16:creationId xmlns:a16="http://schemas.microsoft.com/office/drawing/2014/main" id="{A0C5491D-C810-7948-FF80-C1CB894A757B}"/>
                    </a:ext>
                  </a:extLst>
                </p14:cNvPr>
                <p14:cNvContentPartPr/>
                <p14:nvPr/>
              </p14:nvContentPartPr>
              <p14:xfrm>
                <a:off x="10202486" y="5306606"/>
                <a:ext cx="495720" cy="344160"/>
              </p14:xfrm>
            </p:contentPart>
          </mc:Choice>
          <mc:Fallback>
            <p:pic>
              <p:nvPicPr>
                <p:cNvPr id="20" name="筆跡 19">
                  <a:extLst>
                    <a:ext uri="{FF2B5EF4-FFF2-40B4-BE49-F238E27FC236}">
                      <a16:creationId xmlns:a16="http://schemas.microsoft.com/office/drawing/2014/main" id="{A0C5491D-C810-7948-FF80-C1CB894A757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139486" y="5243606"/>
                  <a:ext cx="62136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1" name="筆跡 20">
                  <a:extLst>
                    <a:ext uri="{FF2B5EF4-FFF2-40B4-BE49-F238E27FC236}">
                      <a16:creationId xmlns:a16="http://schemas.microsoft.com/office/drawing/2014/main" id="{A674AC88-0460-C2E0-677A-AB2861B4E173}"/>
                    </a:ext>
                  </a:extLst>
                </p14:cNvPr>
                <p14:cNvContentPartPr/>
                <p14:nvPr/>
              </p14:nvContentPartPr>
              <p14:xfrm>
                <a:off x="9826646" y="5592806"/>
                <a:ext cx="596880" cy="399600"/>
              </p14:xfrm>
            </p:contentPart>
          </mc:Choice>
          <mc:Fallback>
            <p:pic>
              <p:nvPicPr>
                <p:cNvPr id="21" name="筆跡 20">
                  <a:extLst>
                    <a:ext uri="{FF2B5EF4-FFF2-40B4-BE49-F238E27FC236}">
                      <a16:creationId xmlns:a16="http://schemas.microsoft.com/office/drawing/2014/main" id="{A674AC88-0460-C2E0-677A-AB2861B4E17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763646" y="5529806"/>
                  <a:ext cx="72252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2" name="筆跡 21">
                  <a:extLst>
                    <a:ext uri="{FF2B5EF4-FFF2-40B4-BE49-F238E27FC236}">
                      <a16:creationId xmlns:a16="http://schemas.microsoft.com/office/drawing/2014/main" id="{54784868-EC81-959A-C7F2-BFF7E17BBF7C}"/>
                    </a:ext>
                  </a:extLst>
                </p14:cNvPr>
                <p14:cNvContentPartPr/>
                <p14:nvPr/>
              </p14:nvContentPartPr>
              <p14:xfrm>
                <a:off x="10080086" y="6028406"/>
                <a:ext cx="1109160" cy="151200"/>
              </p14:xfrm>
            </p:contentPart>
          </mc:Choice>
          <mc:Fallback>
            <p:pic>
              <p:nvPicPr>
                <p:cNvPr id="22" name="筆跡 21">
                  <a:extLst>
                    <a:ext uri="{FF2B5EF4-FFF2-40B4-BE49-F238E27FC236}">
                      <a16:creationId xmlns:a16="http://schemas.microsoft.com/office/drawing/2014/main" id="{54784868-EC81-959A-C7F2-BFF7E17BBF7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017446" y="5965406"/>
                  <a:ext cx="12348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3" name="筆跡 22">
                  <a:extLst>
                    <a:ext uri="{FF2B5EF4-FFF2-40B4-BE49-F238E27FC236}">
                      <a16:creationId xmlns:a16="http://schemas.microsoft.com/office/drawing/2014/main" id="{D70E7B70-994E-A658-068A-0F1049A05825}"/>
                    </a:ext>
                  </a:extLst>
                </p14:cNvPr>
                <p14:cNvContentPartPr/>
                <p14:nvPr/>
              </p14:nvContentPartPr>
              <p14:xfrm>
                <a:off x="10742126" y="5910326"/>
                <a:ext cx="98640" cy="49680"/>
              </p14:xfrm>
            </p:contentPart>
          </mc:Choice>
          <mc:Fallback>
            <p:pic>
              <p:nvPicPr>
                <p:cNvPr id="23" name="筆跡 22">
                  <a:extLst>
                    <a:ext uri="{FF2B5EF4-FFF2-40B4-BE49-F238E27FC236}">
                      <a16:creationId xmlns:a16="http://schemas.microsoft.com/office/drawing/2014/main" id="{D70E7B70-994E-A658-068A-0F1049A0582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679486" y="5847326"/>
                  <a:ext cx="2242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4" name="筆跡 23">
                  <a:extLst>
                    <a:ext uri="{FF2B5EF4-FFF2-40B4-BE49-F238E27FC236}">
                      <a16:creationId xmlns:a16="http://schemas.microsoft.com/office/drawing/2014/main" id="{019FAD1C-CDC6-793A-77AD-BFE6EB497357}"/>
                    </a:ext>
                  </a:extLst>
                </p14:cNvPr>
                <p14:cNvContentPartPr/>
                <p14:nvPr/>
              </p14:nvContentPartPr>
              <p14:xfrm>
                <a:off x="11183126" y="5846606"/>
                <a:ext cx="548280" cy="129960"/>
              </p14:xfrm>
            </p:contentPart>
          </mc:Choice>
          <mc:Fallback>
            <p:pic>
              <p:nvPicPr>
                <p:cNvPr id="24" name="筆跡 23">
                  <a:extLst>
                    <a:ext uri="{FF2B5EF4-FFF2-40B4-BE49-F238E27FC236}">
                      <a16:creationId xmlns:a16="http://schemas.microsoft.com/office/drawing/2014/main" id="{019FAD1C-CDC6-793A-77AD-BFE6EB49735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120126" y="5783966"/>
                  <a:ext cx="673920" cy="255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907803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B008F-3944-9B5E-54D7-651E4FABC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38526258568-1-192">
            <a:hlinkClick r:id="" action="ppaction://media"/>
            <a:extLst>
              <a:ext uri="{FF2B5EF4-FFF2-40B4-BE49-F238E27FC236}">
                <a16:creationId xmlns:a16="http://schemas.microsoft.com/office/drawing/2014/main" id="{A199AA9F-96BC-F0B3-1BAE-A47F5BD8C0D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136249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33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0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62196-BAD5-45D0-BA04-08D342DEF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4750202191-1-192">
            <a:hlinkClick r:id="" action="ppaction://media"/>
            <a:extLst>
              <a:ext uri="{FF2B5EF4-FFF2-40B4-BE49-F238E27FC236}">
                <a16:creationId xmlns:a16="http://schemas.microsoft.com/office/drawing/2014/main" id="{90E299A8-F5E8-482F-5349-A29C4673F65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938" y="635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24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86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C3D4C-8A19-9CAA-CB03-2391906EB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8DBD8F85-F98E-8495-EBC0-2A4509C79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453" y="0"/>
            <a:ext cx="8969094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筆跡 1">
                <a:extLst>
                  <a:ext uri="{FF2B5EF4-FFF2-40B4-BE49-F238E27FC236}">
                    <a16:creationId xmlns:a16="http://schemas.microsoft.com/office/drawing/2014/main" id="{52DA6D47-04F3-72C7-4F95-6F449203F954}"/>
                  </a:ext>
                </a:extLst>
              </p14:cNvPr>
              <p14:cNvContentPartPr/>
              <p14:nvPr/>
            </p14:nvContentPartPr>
            <p14:xfrm>
              <a:off x="5708246" y="2057606"/>
              <a:ext cx="1088640" cy="1159920"/>
            </p14:xfrm>
          </p:contentPart>
        </mc:Choice>
        <mc:Fallback>
          <p:pic>
            <p:nvPicPr>
              <p:cNvPr id="2" name="筆跡 1">
                <a:extLst>
                  <a:ext uri="{FF2B5EF4-FFF2-40B4-BE49-F238E27FC236}">
                    <a16:creationId xmlns:a16="http://schemas.microsoft.com/office/drawing/2014/main" id="{52DA6D47-04F3-72C7-4F95-6F449203F95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45246" y="1994966"/>
                <a:ext cx="1214280" cy="128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群組 17">
            <a:extLst>
              <a:ext uri="{FF2B5EF4-FFF2-40B4-BE49-F238E27FC236}">
                <a16:creationId xmlns:a16="http://schemas.microsoft.com/office/drawing/2014/main" id="{1E51CDEA-10C6-D9C1-E20F-9720471779D9}"/>
              </a:ext>
            </a:extLst>
          </p:cNvPr>
          <p:cNvGrpSpPr/>
          <p:nvPr/>
        </p:nvGrpSpPr>
        <p:grpSpPr>
          <a:xfrm>
            <a:off x="2871806" y="6052886"/>
            <a:ext cx="2234160" cy="404640"/>
            <a:chOff x="2871806" y="6052886"/>
            <a:chExt cx="2234160" cy="40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1" name="筆跡 10">
                  <a:extLst>
                    <a:ext uri="{FF2B5EF4-FFF2-40B4-BE49-F238E27FC236}">
                      <a16:creationId xmlns:a16="http://schemas.microsoft.com/office/drawing/2014/main" id="{C2D9D8D3-9E67-C835-5264-C5B7F307456D}"/>
                    </a:ext>
                  </a:extLst>
                </p14:cNvPr>
                <p14:cNvContentPartPr/>
                <p14:nvPr/>
              </p14:nvContentPartPr>
              <p14:xfrm>
                <a:off x="2871806" y="6097886"/>
                <a:ext cx="431280" cy="359640"/>
              </p14:xfrm>
            </p:contentPart>
          </mc:Choice>
          <mc:Fallback>
            <p:pic>
              <p:nvPicPr>
                <p:cNvPr id="11" name="筆跡 10">
                  <a:extLst>
                    <a:ext uri="{FF2B5EF4-FFF2-40B4-BE49-F238E27FC236}">
                      <a16:creationId xmlns:a16="http://schemas.microsoft.com/office/drawing/2014/main" id="{C2D9D8D3-9E67-C835-5264-C5B7F307456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809166" y="6034886"/>
                  <a:ext cx="55692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2" name="筆跡 11">
                  <a:extLst>
                    <a:ext uri="{FF2B5EF4-FFF2-40B4-BE49-F238E27FC236}">
                      <a16:creationId xmlns:a16="http://schemas.microsoft.com/office/drawing/2014/main" id="{E97FF524-DDBB-81E5-A027-46FB4FFFA533}"/>
                    </a:ext>
                  </a:extLst>
                </p14:cNvPr>
                <p14:cNvContentPartPr/>
                <p14:nvPr/>
              </p14:nvContentPartPr>
              <p14:xfrm>
                <a:off x="2952086" y="6052886"/>
                <a:ext cx="511920" cy="357120"/>
              </p14:xfrm>
            </p:contentPart>
          </mc:Choice>
          <mc:Fallback>
            <p:pic>
              <p:nvPicPr>
                <p:cNvPr id="12" name="筆跡 11">
                  <a:extLst>
                    <a:ext uri="{FF2B5EF4-FFF2-40B4-BE49-F238E27FC236}">
                      <a16:creationId xmlns:a16="http://schemas.microsoft.com/office/drawing/2014/main" id="{E97FF524-DDBB-81E5-A027-46FB4FFFA53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889446" y="5989886"/>
                  <a:ext cx="637560" cy="48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5" name="筆跡 14">
                  <a:extLst>
                    <a:ext uri="{FF2B5EF4-FFF2-40B4-BE49-F238E27FC236}">
                      <a16:creationId xmlns:a16="http://schemas.microsoft.com/office/drawing/2014/main" id="{FB8BE2A2-5DC9-0AED-D3D5-0B810D037B28}"/>
                    </a:ext>
                  </a:extLst>
                </p14:cNvPr>
                <p14:cNvContentPartPr/>
                <p14:nvPr/>
              </p14:nvContentPartPr>
              <p14:xfrm>
                <a:off x="3889886" y="6065126"/>
                <a:ext cx="526680" cy="348480"/>
              </p14:xfrm>
            </p:contentPart>
          </mc:Choice>
          <mc:Fallback>
            <p:pic>
              <p:nvPicPr>
                <p:cNvPr id="15" name="筆跡 14">
                  <a:extLst>
                    <a:ext uri="{FF2B5EF4-FFF2-40B4-BE49-F238E27FC236}">
                      <a16:creationId xmlns:a16="http://schemas.microsoft.com/office/drawing/2014/main" id="{FB8BE2A2-5DC9-0AED-D3D5-0B810D037B2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826886" y="6002126"/>
                  <a:ext cx="65232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6" name="筆跡 15">
                  <a:extLst>
                    <a:ext uri="{FF2B5EF4-FFF2-40B4-BE49-F238E27FC236}">
                      <a16:creationId xmlns:a16="http://schemas.microsoft.com/office/drawing/2014/main" id="{8CA6F508-A0D7-1359-8DA4-409281C27367}"/>
                    </a:ext>
                  </a:extLst>
                </p14:cNvPr>
                <p14:cNvContentPartPr/>
                <p14:nvPr/>
              </p14:nvContentPartPr>
              <p14:xfrm>
                <a:off x="4751006" y="6112646"/>
                <a:ext cx="354960" cy="294480"/>
              </p14:xfrm>
            </p:contentPart>
          </mc:Choice>
          <mc:Fallback>
            <p:pic>
              <p:nvPicPr>
                <p:cNvPr id="16" name="筆跡 15">
                  <a:extLst>
                    <a:ext uri="{FF2B5EF4-FFF2-40B4-BE49-F238E27FC236}">
                      <a16:creationId xmlns:a16="http://schemas.microsoft.com/office/drawing/2014/main" id="{8CA6F508-A0D7-1359-8DA4-409281C2736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688006" y="6050006"/>
                  <a:ext cx="480600" cy="42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C7F3969C-D7C4-D563-A338-219200C246C6}"/>
              </a:ext>
            </a:extLst>
          </p:cNvPr>
          <p:cNvGrpSpPr/>
          <p:nvPr/>
        </p:nvGrpSpPr>
        <p:grpSpPr>
          <a:xfrm>
            <a:off x="5606726" y="6125246"/>
            <a:ext cx="1021320" cy="325440"/>
            <a:chOff x="5606726" y="6125246"/>
            <a:chExt cx="1021320" cy="32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9" name="筆跡 18">
                  <a:extLst>
                    <a:ext uri="{FF2B5EF4-FFF2-40B4-BE49-F238E27FC236}">
                      <a16:creationId xmlns:a16="http://schemas.microsoft.com/office/drawing/2014/main" id="{A36E7E43-8328-2199-886A-996E1257C4D4}"/>
                    </a:ext>
                  </a:extLst>
                </p14:cNvPr>
                <p14:cNvContentPartPr/>
                <p14:nvPr/>
              </p14:nvContentPartPr>
              <p14:xfrm>
                <a:off x="5606726" y="6152966"/>
                <a:ext cx="354960" cy="297720"/>
              </p14:xfrm>
            </p:contentPart>
          </mc:Choice>
          <mc:Fallback>
            <p:pic>
              <p:nvPicPr>
                <p:cNvPr id="19" name="筆跡 18">
                  <a:extLst>
                    <a:ext uri="{FF2B5EF4-FFF2-40B4-BE49-F238E27FC236}">
                      <a16:creationId xmlns:a16="http://schemas.microsoft.com/office/drawing/2014/main" id="{A36E7E43-8328-2199-886A-996E1257C4D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543726" y="6090326"/>
                  <a:ext cx="48060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0" name="筆跡 19">
                  <a:extLst>
                    <a:ext uri="{FF2B5EF4-FFF2-40B4-BE49-F238E27FC236}">
                      <a16:creationId xmlns:a16="http://schemas.microsoft.com/office/drawing/2014/main" id="{1BCC4B55-F38C-7BC6-4DA5-8CB6CCFFD63B}"/>
                    </a:ext>
                  </a:extLst>
                </p14:cNvPr>
                <p14:cNvContentPartPr/>
                <p14:nvPr/>
              </p14:nvContentPartPr>
              <p14:xfrm>
                <a:off x="6335726" y="6125246"/>
                <a:ext cx="292320" cy="268560"/>
              </p14:xfrm>
            </p:contentPart>
          </mc:Choice>
          <mc:Fallback>
            <p:pic>
              <p:nvPicPr>
                <p:cNvPr id="20" name="筆跡 19">
                  <a:extLst>
                    <a:ext uri="{FF2B5EF4-FFF2-40B4-BE49-F238E27FC236}">
                      <a16:creationId xmlns:a16="http://schemas.microsoft.com/office/drawing/2014/main" id="{1BCC4B55-F38C-7BC6-4DA5-8CB6CCFFD63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273086" y="6062606"/>
                  <a:ext cx="417960" cy="39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9480EB8D-37C8-D29A-2A57-F7A8F5714A5A}"/>
              </a:ext>
            </a:extLst>
          </p:cNvPr>
          <p:cNvGrpSpPr/>
          <p:nvPr/>
        </p:nvGrpSpPr>
        <p:grpSpPr>
          <a:xfrm>
            <a:off x="7004606" y="6206966"/>
            <a:ext cx="920160" cy="315720"/>
            <a:chOff x="7004606" y="6206966"/>
            <a:chExt cx="920160" cy="31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3" name="筆跡 22">
                  <a:extLst>
                    <a:ext uri="{FF2B5EF4-FFF2-40B4-BE49-F238E27FC236}">
                      <a16:creationId xmlns:a16="http://schemas.microsoft.com/office/drawing/2014/main" id="{F8C21D81-8786-9B37-6D3F-9134A219B07D}"/>
                    </a:ext>
                  </a:extLst>
                </p14:cNvPr>
                <p14:cNvContentPartPr/>
                <p14:nvPr/>
              </p14:nvContentPartPr>
              <p14:xfrm>
                <a:off x="7004606" y="6206966"/>
                <a:ext cx="252360" cy="284400"/>
              </p14:xfrm>
            </p:contentPart>
          </mc:Choice>
          <mc:Fallback>
            <p:pic>
              <p:nvPicPr>
                <p:cNvPr id="23" name="筆跡 22">
                  <a:extLst>
                    <a:ext uri="{FF2B5EF4-FFF2-40B4-BE49-F238E27FC236}">
                      <a16:creationId xmlns:a16="http://schemas.microsoft.com/office/drawing/2014/main" id="{F8C21D81-8786-9B37-6D3F-9134A219B07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941966" y="6143966"/>
                  <a:ext cx="37800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4" name="筆跡 23">
                  <a:extLst>
                    <a:ext uri="{FF2B5EF4-FFF2-40B4-BE49-F238E27FC236}">
                      <a16:creationId xmlns:a16="http://schemas.microsoft.com/office/drawing/2014/main" id="{7258473B-A2C9-ECA7-9A28-437E1BD1A870}"/>
                    </a:ext>
                  </a:extLst>
                </p14:cNvPr>
                <p14:cNvContentPartPr/>
                <p14:nvPr/>
              </p14:nvContentPartPr>
              <p14:xfrm>
                <a:off x="7707326" y="6252326"/>
                <a:ext cx="217440" cy="270360"/>
              </p14:xfrm>
            </p:contentPart>
          </mc:Choice>
          <mc:Fallback>
            <p:pic>
              <p:nvPicPr>
                <p:cNvPr id="24" name="筆跡 23">
                  <a:extLst>
                    <a:ext uri="{FF2B5EF4-FFF2-40B4-BE49-F238E27FC236}">
                      <a16:creationId xmlns:a16="http://schemas.microsoft.com/office/drawing/2014/main" id="{7258473B-A2C9-ECA7-9A28-437E1BD1A87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644326" y="6189686"/>
                  <a:ext cx="343080" cy="39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76987B03-36CB-F00C-5D52-68C5C7187594}"/>
              </a:ext>
            </a:extLst>
          </p:cNvPr>
          <p:cNvGrpSpPr/>
          <p:nvPr/>
        </p:nvGrpSpPr>
        <p:grpSpPr>
          <a:xfrm>
            <a:off x="8489246" y="5958206"/>
            <a:ext cx="1817640" cy="692640"/>
            <a:chOff x="8489246" y="5958206"/>
            <a:chExt cx="1817640" cy="69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7" name="筆跡 26">
                  <a:extLst>
                    <a:ext uri="{FF2B5EF4-FFF2-40B4-BE49-F238E27FC236}">
                      <a16:creationId xmlns:a16="http://schemas.microsoft.com/office/drawing/2014/main" id="{66910044-F4CF-682D-8E2A-3C7E00E5991A}"/>
                    </a:ext>
                  </a:extLst>
                </p14:cNvPr>
                <p14:cNvContentPartPr/>
                <p14:nvPr/>
              </p14:nvContentPartPr>
              <p14:xfrm>
                <a:off x="8489246" y="6176006"/>
                <a:ext cx="27000" cy="139680"/>
              </p14:xfrm>
            </p:contentPart>
          </mc:Choice>
          <mc:Fallback>
            <p:pic>
              <p:nvPicPr>
                <p:cNvPr id="27" name="筆跡 26">
                  <a:extLst>
                    <a:ext uri="{FF2B5EF4-FFF2-40B4-BE49-F238E27FC236}">
                      <a16:creationId xmlns:a16="http://schemas.microsoft.com/office/drawing/2014/main" id="{66910044-F4CF-682D-8E2A-3C7E00E5991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426246" y="6113006"/>
                  <a:ext cx="1526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8" name="筆跡 27">
                  <a:extLst>
                    <a:ext uri="{FF2B5EF4-FFF2-40B4-BE49-F238E27FC236}">
                      <a16:creationId xmlns:a16="http://schemas.microsoft.com/office/drawing/2014/main" id="{29D84C1B-DA42-8CD4-FB61-CFC0AD705EA1}"/>
                    </a:ext>
                  </a:extLst>
                </p14:cNvPr>
                <p14:cNvContentPartPr/>
                <p14:nvPr/>
              </p14:nvContentPartPr>
              <p14:xfrm>
                <a:off x="8651606" y="6044966"/>
                <a:ext cx="205920" cy="401040"/>
              </p14:xfrm>
            </p:contentPart>
          </mc:Choice>
          <mc:Fallback>
            <p:pic>
              <p:nvPicPr>
                <p:cNvPr id="28" name="筆跡 27">
                  <a:extLst>
                    <a:ext uri="{FF2B5EF4-FFF2-40B4-BE49-F238E27FC236}">
                      <a16:creationId xmlns:a16="http://schemas.microsoft.com/office/drawing/2014/main" id="{29D84C1B-DA42-8CD4-FB61-CFC0AD705EA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588606" y="5981966"/>
                  <a:ext cx="331560" cy="52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9" name="筆跡 28">
                  <a:extLst>
                    <a:ext uri="{FF2B5EF4-FFF2-40B4-BE49-F238E27FC236}">
                      <a16:creationId xmlns:a16="http://schemas.microsoft.com/office/drawing/2014/main" id="{B803520C-A43F-FD56-1E69-A111CA36DFF6}"/>
                    </a:ext>
                  </a:extLst>
                </p14:cNvPr>
                <p14:cNvContentPartPr/>
                <p14:nvPr/>
              </p14:nvContentPartPr>
              <p14:xfrm>
                <a:off x="9068486" y="6140366"/>
                <a:ext cx="139680" cy="79920"/>
              </p14:xfrm>
            </p:contentPart>
          </mc:Choice>
          <mc:Fallback>
            <p:pic>
              <p:nvPicPr>
                <p:cNvPr id="29" name="筆跡 28">
                  <a:extLst>
                    <a:ext uri="{FF2B5EF4-FFF2-40B4-BE49-F238E27FC236}">
                      <a16:creationId xmlns:a16="http://schemas.microsoft.com/office/drawing/2014/main" id="{B803520C-A43F-FD56-1E69-A111CA36DFF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005846" y="6077366"/>
                  <a:ext cx="2653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0" name="筆跡 29">
                  <a:extLst>
                    <a:ext uri="{FF2B5EF4-FFF2-40B4-BE49-F238E27FC236}">
                      <a16:creationId xmlns:a16="http://schemas.microsoft.com/office/drawing/2014/main" id="{F4B32325-4949-D2B1-D1A7-423090906EA2}"/>
                    </a:ext>
                  </a:extLst>
                </p14:cNvPr>
                <p14:cNvContentPartPr/>
                <p14:nvPr/>
              </p14:nvContentPartPr>
              <p14:xfrm>
                <a:off x="9437126" y="5958206"/>
                <a:ext cx="519120" cy="567000"/>
              </p14:xfrm>
            </p:contentPart>
          </mc:Choice>
          <mc:Fallback>
            <p:pic>
              <p:nvPicPr>
                <p:cNvPr id="30" name="筆跡 29">
                  <a:extLst>
                    <a:ext uri="{FF2B5EF4-FFF2-40B4-BE49-F238E27FC236}">
                      <a16:creationId xmlns:a16="http://schemas.microsoft.com/office/drawing/2014/main" id="{F4B32325-4949-D2B1-D1A7-423090906EA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374486" y="5895566"/>
                  <a:ext cx="644760" cy="69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1" name="筆跡 30">
                  <a:extLst>
                    <a:ext uri="{FF2B5EF4-FFF2-40B4-BE49-F238E27FC236}">
                      <a16:creationId xmlns:a16="http://schemas.microsoft.com/office/drawing/2014/main" id="{434D86A2-1B19-5935-516C-F9ACED876CBD}"/>
                    </a:ext>
                  </a:extLst>
                </p14:cNvPr>
                <p14:cNvContentPartPr/>
                <p14:nvPr/>
              </p14:nvContentPartPr>
              <p14:xfrm>
                <a:off x="9514526" y="6187166"/>
                <a:ext cx="101520" cy="172800"/>
              </p14:xfrm>
            </p:contentPart>
          </mc:Choice>
          <mc:Fallback>
            <p:pic>
              <p:nvPicPr>
                <p:cNvPr id="31" name="筆跡 30">
                  <a:extLst>
                    <a:ext uri="{FF2B5EF4-FFF2-40B4-BE49-F238E27FC236}">
                      <a16:creationId xmlns:a16="http://schemas.microsoft.com/office/drawing/2014/main" id="{434D86A2-1B19-5935-516C-F9ACED876CB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451886" y="6124166"/>
                  <a:ext cx="22716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2" name="筆跡 31">
                  <a:extLst>
                    <a:ext uri="{FF2B5EF4-FFF2-40B4-BE49-F238E27FC236}">
                      <a16:creationId xmlns:a16="http://schemas.microsoft.com/office/drawing/2014/main" id="{EB524B7C-2A7B-EB7B-0E5B-26BE31DD32A3}"/>
                    </a:ext>
                  </a:extLst>
                </p14:cNvPr>
                <p14:cNvContentPartPr/>
                <p14:nvPr/>
              </p14:nvContentPartPr>
              <p14:xfrm>
                <a:off x="9434246" y="6215966"/>
                <a:ext cx="290880" cy="144000"/>
              </p14:xfrm>
            </p:contentPart>
          </mc:Choice>
          <mc:Fallback>
            <p:pic>
              <p:nvPicPr>
                <p:cNvPr id="32" name="筆跡 31">
                  <a:extLst>
                    <a:ext uri="{FF2B5EF4-FFF2-40B4-BE49-F238E27FC236}">
                      <a16:creationId xmlns:a16="http://schemas.microsoft.com/office/drawing/2014/main" id="{EB524B7C-2A7B-EB7B-0E5B-26BE31DD32A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371606" y="6152966"/>
                  <a:ext cx="4165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3" name="筆跡 32">
                  <a:extLst>
                    <a:ext uri="{FF2B5EF4-FFF2-40B4-BE49-F238E27FC236}">
                      <a16:creationId xmlns:a16="http://schemas.microsoft.com/office/drawing/2014/main" id="{CD70949E-C3FD-E576-2655-C4A527432FD5}"/>
                    </a:ext>
                  </a:extLst>
                </p14:cNvPr>
                <p14:cNvContentPartPr/>
                <p14:nvPr/>
              </p14:nvContentPartPr>
              <p14:xfrm>
                <a:off x="9379886" y="6421526"/>
                <a:ext cx="927000" cy="229320"/>
              </p14:xfrm>
            </p:contentPart>
          </mc:Choice>
          <mc:Fallback>
            <p:pic>
              <p:nvPicPr>
                <p:cNvPr id="33" name="筆跡 32">
                  <a:extLst>
                    <a:ext uri="{FF2B5EF4-FFF2-40B4-BE49-F238E27FC236}">
                      <a16:creationId xmlns:a16="http://schemas.microsoft.com/office/drawing/2014/main" id="{CD70949E-C3FD-E576-2655-C4A527432FD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317246" y="6358526"/>
                  <a:ext cx="1052640" cy="354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482508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426CC-50F9-6CD6-0319-E4D69E990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CDF06BF-AF2A-8D03-3796-78A158C76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555" y="0"/>
            <a:ext cx="89568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1034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32E94-ECA3-47FE-C71D-D0D7613DB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87AAAD34-C7C5-1E55-F24B-F73F5CE58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068" y="0"/>
            <a:ext cx="7423932" cy="7414721"/>
          </a:xfrm>
          <a:prstGeom prst="rect">
            <a:avLst/>
          </a:prstGeom>
        </p:spPr>
      </p:pic>
      <p:grpSp>
        <p:nvGrpSpPr>
          <p:cNvPr id="33" name="群組 32">
            <a:extLst>
              <a:ext uri="{FF2B5EF4-FFF2-40B4-BE49-F238E27FC236}">
                <a16:creationId xmlns:a16="http://schemas.microsoft.com/office/drawing/2014/main" id="{A1EFAA9A-65C5-E860-798E-289239EA9E3F}"/>
              </a:ext>
            </a:extLst>
          </p:cNvPr>
          <p:cNvGrpSpPr/>
          <p:nvPr/>
        </p:nvGrpSpPr>
        <p:grpSpPr>
          <a:xfrm>
            <a:off x="4729576" y="549657"/>
            <a:ext cx="3409920" cy="3688920"/>
            <a:chOff x="4729576" y="549657"/>
            <a:chExt cx="3409920" cy="368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0" name="筆跡 29">
                  <a:extLst>
                    <a:ext uri="{FF2B5EF4-FFF2-40B4-BE49-F238E27FC236}">
                      <a16:creationId xmlns:a16="http://schemas.microsoft.com/office/drawing/2014/main" id="{53F6C616-78FC-3759-E5FC-6697B4C667F2}"/>
                    </a:ext>
                  </a:extLst>
                </p14:cNvPr>
                <p14:cNvContentPartPr/>
                <p14:nvPr/>
              </p14:nvContentPartPr>
              <p14:xfrm>
                <a:off x="4729576" y="549657"/>
                <a:ext cx="3409920" cy="1899000"/>
              </p14:xfrm>
            </p:contentPart>
          </mc:Choice>
          <mc:Fallback>
            <p:pic>
              <p:nvPicPr>
                <p:cNvPr id="30" name="筆跡 29">
                  <a:extLst>
                    <a:ext uri="{FF2B5EF4-FFF2-40B4-BE49-F238E27FC236}">
                      <a16:creationId xmlns:a16="http://schemas.microsoft.com/office/drawing/2014/main" id="{53F6C616-78FC-3759-E5FC-6697B4C667F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693576" y="513657"/>
                  <a:ext cx="3481560" cy="19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1" name="筆跡 30">
                  <a:extLst>
                    <a:ext uri="{FF2B5EF4-FFF2-40B4-BE49-F238E27FC236}">
                      <a16:creationId xmlns:a16="http://schemas.microsoft.com/office/drawing/2014/main" id="{EC144AD9-8145-BBDA-7197-A98308778078}"/>
                    </a:ext>
                  </a:extLst>
                </p14:cNvPr>
                <p14:cNvContentPartPr/>
                <p14:nvPr/>
              </p14:nvContentPartPr>
              <p14:xfrm>
                <a:off x="5327536" y="2430297"/>
                <a:ext cx="2788560" cy="1808280"/>
              </p14:xfrm>
            </p:contentPart>
          </mc:Choice>
          <mc:Fallback>
            <p:pic>
              <p:nvPicPr>
                <p:cNvPr id="31" name="筆跡 30">
                  <a:extLst>
                    <a:ext uri="{FF2B5EF4-FFF2-40B4-BE49-F238E27FC236}">
                      <a16:creationId xmlns:a16="http://schemas.microsoft.com/office/drawing/2014/main" id="{EC144AD9-8145-BBDA-7197-A9830877807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291896" y="2394657"/>
                  <a:ext cx="2860200" cy="187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4" name="筆跡 33">
                <a:extLst>
                  <a:ext uri="{FF2B5EF4-FFF2-40B4-BE49-F238E27FC236}">
                    <a16:creationId xmlns:a16="http://schemas.microsoft.com/office/drawing/2014/main" id="{05FCB63F-2653-E787-AE63-8EAE7E205211}"/>
                  </a:ext>
                </a:extLst>
              </p14:cNvPr>
              <p14:cNvContentPartPr/>
              <p14:nvPr/>
            </p14:nvContentPartPr>
            <p14:xfrm>
              <a:off x="5822896" y="4142097"/>
              <a:ext cx="2273040" cy="1148040"/>
            </p14:xfrm>
          </p:contentPart>
        </mc:Choice>
        <mc:Fallback>
          <p:pic>
            <p:nvPicPr>
              <p:cNvPr id="34" name="筆跡 33">
                <a:extLst>
                  <a:ext uri="{FF2B5EF4-FFF2-40B4-BE49-F238E27FC236}">
                    <a16:creationId xmlns:a16="http://schemas.microsoft.com/office/drawing/2014/main" id="{05FCB63F-2653-E787-AE63-8EAE7E20521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87256" y="4106457"/>
                <a:ext cx="2344680" cy="121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群組 69">
            <a:extLst>
              <a:ext uri="{FF2B5EF4-FFF2-40B4-BE49-F238E27FC236}">
                <a16:creationId xmlns:a16="http://schemas.microsoft.com/office/drawing/2014/main" id="{C5F3D045-C1A0-ECFE-19B9-583AC32AB9D2}"/>
              </a:ext>
            </a:extLst>
          </p:cNvPr>
          <p:cNvGrpSpPr/>
          <p:nvPr/>
        </p:nvGrpSpPr>
        <p:grpSpPr>
          <a:xfrm>
            <a:off x="560416" y="508617"/>
            <a:ext cx="1202760" cy="1417320"/>
            <a:chOff x="560416" y="508617"/>
            <a:chExt cx="1202760" cy="141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5" name="筆跡 34">
                  <a:extLst>
                    <a:ext uri="{FF2B5EF4-FFF2-40B4-BE49-F238E27FC236}">
                      <a16:creationId xmlns:a16="http://schemas.microsoft.com/office/drawing/2014/main" id="{DED17765-2858-C64D-3DB2-68608B58BF83}"/>
                    </a:ext>
                  </a:extLst>
                </p14:cNvPr>
                <p14:cNvContentPartPr/>
                <p14:nvPr/>
              </p14:nvContentPartPr>
              <p14:xfrm>
                <a:off x="627016" y="660177"/>
                <a:ext cx="381240" cy="64440"/>
              </p14:xfrm>
            </p:contentPart>
          </mc:Choice>
          <mc:Fallback>
            <p:pic>
              <p:nvPicPr>
                <p:cNvPr id="35" name="筆跡 34">
                  <a:extLst>
                    <a:ext uri="{FF2B5EF4-FFF2-40B4-BE49-F238E27FC236}">
                      <a16:creationId xmlns:a16="http://schemas.microsoft.com/office/drawing/2014/main" id="{DED17765-2858-C64D-3DB2-68608B58BF8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91016" y="624177"/>
                  <a:ext cx="4528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6" name="筆跡 35">
                  <a:extLst>
                    <a:ext uri="{FF2B5EF4-FFF2-40B4-BE49-F238E27FC236}">
                      <a16:creationId xmlns:a16="http://schemas.microsoft.com/office/drawing/2014/main" id="{AE62D633-9B4A-AD32-9B61-4E747D77F811}"/>
                    </a:ext>
                  </a:extLst>
                </p14:cNvPr>
                <p14:cNvContentPartPr/>
                <p14:nvPr/>
              </p14:nvContentPartPr>
              <p14:xfrm>
                <a:off x="834376" y="508617"/>
                <a:ext cx="360" cy="1126080"/>
              </p14:xfrm>
            </p:contentPart>
          </mc:Choice>
          <mc:Fallback>
            <p:pic>
              <p:nvPicPr>
                <p:cNvPr id="36" name="筆跡 35">
                  <a:extLst>
                    <a:ext uri="{FF2B5EF4-FFF2-40B4-BE49-F238E27FC236}">
                      <a16:creationId xmlns:a16="http://schemas.microsoft.com/office/drawing/2014/main" id="{AE62D633-9B4A-AD32-9B61-4E747D77F81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98376" y="472977"/>
                  <a:ext cx="72000" cy="11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9" name="筆跡 38">
                  <a:extLst>
                    <a:ext uri="{FF2B5EF4-FFF2-40B4-BE49-F238E27FC236}">
                      <a16:creationId xmlns:a16="http://schemas.microsoft.com/office/drawing/2014/main" id="{6F9CE1B9-81EA-FB4C-E13B-B34BC1E21BEB}"/>
                    </a:ext>
                  </a:extLst>
                </p14:cNvPr>
                <p14:cNvContentPartPr/>
                <p14:nvPr/>
              </p14:nvContentPartPr>
              <p14:xfrm>
                <a:off x="647176" y="848457"/>
                <a:ext cx="118440" cy="633960"/>
              </p14:xfrm>
            </p:contentPart>
          </mc:Choice>
          <mc:Fallback>
            <p:pic>
              <p:nvPicPr>
                <p:cNvPr id="39" name="筆跡 38">
                  <a:extLst>
                    <a:ext uri="{FF2B5EF4-FFF2-40B4-BE49-F238E27FC236}">
                      <a16:creationId xmlns:a16="http://schemas.microsoft.com/office/drawing/2014/main" id="{6F9CE1B9-81EA-FB4C-E13B-B34BC1E21BE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11176" y="812817"/>
                  <a:ext cx="190080" cy="70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42" name="筆跡 41">
                  <a:extLst>
                    <a:ext uri="{FF2B5EF4-FFF2-40B4-BE49-F238E27FC236}">
                      <a16:creationId xmlns:a16="http://schemas.microsoft.com/office/drawing/2014/main" id="{B3786370-095B-C580-488E-4A095050B9C8}"/>
                    </a:ext>
                  </a:extLst>
                </p14:cNvPr>
                <p14:cNvContentPartPr/>
                <p14:nvPr/>
              </p14:nvContentPartPr>
              <p14:xfrm>
                <a:off x="930856" y="1005057"/>
                <a:ext cx="60840" cy="243360"/>
              </p14:xfrm>
            </p:contentPart>
          </mc:Choice>
          <mc:Fallback>
            <p:pic>
              <p:nvPicPr>
                <p:cNvPr id="42" name="筆跡 41">
                  <a:extLst>
                    <a:ext uri="{FF2B5EF4-FFF2-40B4-BE49-F238E27FC236}">
                      <a16:creationId xmlns:a16="http://schemas.microsoft.com/office/drawing/2014/main" id="{B3786370-095B-C580-488E-4A095050B9C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94856" y="969057"/>
                  <a:ext cx="13248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45" name="筆跡 44">
                  <a:extLst>
                    <a:ext uri="{FF2B5EF4-FFF2-40B4-BE49-F238E27FC236}">
                      <a16:creationId xmlns:a16="http://schemas.microsoft.com/office/drawing/2014/main" id="{9BEE9B67-455D-DBAE-08F5-55FD0AAC6145}"/>
                    </a:ext>
                  </a:extLst>
                </p14:cNvPr>
                <p14:cNvContentPartPr/>
                <p14:nvPr/>
              </p14:nvContentPartPr>
              <p14:xfrm>
                <a:off x="1125976" y="713817"/>
                <a:ext cx="360" cy="264600"/>
              </p14:xfrm>
            </p:contentPart>
          </mc:Choice>
          <mc:Fallback>
            <p:pic>
              <p:nvPicPr>
                <p:cNvPr id="45" name="筆跡 44">
                  <a:extLst>
                    <a:ext uri="{FF2B5EF4-FFF2-40B4-BE49-F238E27FC236}">
                      <a16:creationId xmlns:a16="http://schemas.microsoft.com/office/drawing/2014/main" id="{9BEE9B67-455D-DBAE-08F5-55FD0AAC614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89976" y="678177"/>
                  <a:ext cx="7200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8" name="筆跡 47">
                  <a:extLst>
                    <a:ext uri="{FF2B5EF4-FFF2-40B4-BE49-F238E27FC236}">
                      <a16:creationId xmlns:a16="http://schemas.microsoft.com/office/drawing/2014/main" id="{E603E5AE-D7F7-8840-6ED2-58E50271F5C0}"/>
                    </a:ext>
                  </a:extLst>
                </p14:cNvPr>
                <p14:cNvContentPartPr/>
                <p14:nvPr/>
              </p14:nvContentPartPr>
              <p14:xfrm>
                <a:off x="1179616" y="628137"/>
                <a:ext cx="353520" cy="784440"/>
              </p14:xfrm>
            </p:contentPart>
          </mc:Choice>
          <mc:Fallback>
            <p:pic>
              <p:nvPicPr>
                <p:cNvPr id="48" name="筆跡 47">
                  <a:extLst>
                    <a:ext uri="{FF2B5EF4-FFF2-40B4-BE49-F238E27FC236}">
                      <a16:creationId xmlns:a16="http://schemas.microsoft.com/office/drawing/2014/main" id="{E603E5AE-D7F7-8840-6ED2-58E50271F5C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43976" y="592137"/>
                  <a:ext cx="425160" cy="85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51" name="筆跡 50">
                  <a:extLst>
                    <a:ext uri="{FF2B5EF4-FFF2-40B4-BE49-F238E27FC236}">
                      <a16:creationId xmlns:a16="http://schemas.microsoft.com/office/drawing/2014/main" id="{E69D7507-E5D7-616A-A7A5-F00D495C121D}"/>
                    </a:ext>
                  </a:extLst>
                </p14:cNvPr>
                <p14:cNvContentPartPr/>
                <p14:nvPr/>
              </p14:nvContentPartPr>
              <p14:xfrm>
                <a:off x="1184296" y="895617"/>
                <a:ext cx="138960" cy="360"/>
              </p14:xfrm>
            </p:contentPart>
          </mc:Choice>
          <mc:Fallback>
            <p:pic>
              <p:nvPicPr>
                <p:cNvPr id="51" name="筆跡 50">
                  <a:extLst>
                    <a:ext uri="{FF2B5EF4-FFF2-40B4-BE49-F238E27FC236}">
                      <a16:creationId xmlns:a16="http://schemas.microsoft.com/office/drawing/2014/main" id="{E69D7507-E5D7-616A-A7A5-F00D495C121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148296" y="859617"/>
                  <a:ext cx="2106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54" name="筆跡 53">
                  <a:extLst>
                    <a:ext uri="{FF2B5EF4-FFF2-40B4-BE49-F238E27FC236}">
                      <a16:creationId xmlns:a16="http://schemas.microsoft.com/office/drawing/2014/main" id="{D5924DC3-AC39-6FD7-9890-D806D857313B}"/>
                    </a:ext>
                  </a:extLst>
                </p14:cNvPr>
                <p14:cNvContentPartPr/>
                <p14:nvPr/>
              </p14:nvContentPartPr>
              <p14:xfrm>
                <a:off x="1195456" y="1066257"/>
                <a:ext cx="164880" cy="360"/>
              </p14:xfrm>
            </p:contentPart>
          </mc:Choice>
          <mc:Fallback>
            <p:pic>
              <p:nvPicPr>
                <p:cNvPr id="54" name="筆跡 53">
                  <a:extLst>
                    <a:ext uri="{FF2B5EF4-FFF2-40B4-BE49-F238E27FC236}">
                      <a16:creationId xmlns:a16="http://schemas.microsoft.com/office/drawing/2014/main" id="{D5924DC3-AC39-6FD7-9890-D806D857313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159456" y="1030257"/>
                  <a:ext cx="2365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57" name="筆跡 56">
                  <a:extLst>
                    <a:ext uri="{FF2B5EF4-FFF2-40B4-BE49-F238E27FC236}">
                      <a16:creationId xmlns:a16="http://schemas.microsoft.com/office/drawing/2014/main" id="{BDC2F072-6C63-CFAB-1D42-563F1F62B917}"/>
                    </a:ext>
                  </a:extLst>
                </p14:cNvPr>
                <p14:cNvContentPartPr/>
                <p14:nvPr/>
              </p14:nvContentPartPr>
              <p14:xfrm>
                <a:off x="1154056" y="1330137"/>
                <a:ext cx="266760" cy="2160"/>
              </p14:xfrm>
            </p:contentPart>
          </mc:Choice>
          <mc:Fallback>
            <p:pic>
              <p:nvPicPr>
                <p:cNvPr id="57" name="筆跡 56">
                  <a:extLst>
                    <a:ext uri="{FF2B5EF4-FFF2-40B4-BE49-F238E27FC236}">
                      <a16:creationId xmlns:a16="http://schemas.microsoft.com/office/drawing/2014/main" id="{BDC2F072-6C63-CFAB-1D42-563F1F62B91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18056" y="1294497"/>
                  <a:ext cx="3384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58" name="筆跡 57">
                  <a:extLst>
                    <a:ext uri="{FF2B5EF4-FFF2-40B4-BE49-F238E27FC236}">
                      <a16:creationId xmlns:a16="http://schemas.microsoft.com/office/drawing/2014/main" id="{0ED84810-A4BA-4798-CDF5-5447E5DB3A11}"/>
                    </a:ext>
                  </a:extLst>
                </p14:cNvPr>
                <p14:cNvContentPartPr/>
                <p14:nvPr/>
              </p14:nvContentPartPr>
              <p14:xfrm>
                <a:off x="560416" y="1711377"/>
                <a:ext cx="7560" cy="99000"/>
              </p14:xfrm>
            </p:contentPart>
          </mc:Choice>
          <mc:Fallback>
            <p:pic>
              <p:nvPicPr>
                <p:cNvPr id="58" name="筆跡 57">
                  <a:extLst>
                    <a:ext uri="{FF2B5EF4-FFF2-40B4-BE49-F238E27FC236}">
                      <a16:creationId xmlns:a16="http://schemas.microsoft.com/office/drawing/2014/main" id="{0ED84810-A4BA-4798-CDF5-5447E5DB3A1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24776" y="1675377"/>
                  <a:ext cx="792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59" name="筆跡 58">
                  <a:extLst>
                    <a:ext uri="{FF2B5EF4-FFF2-40B4-BE49-F238E27FC236}">
                      <a16:creationId xmlns:a16="http://schemas.microsoft.com/office/drawing/2014/main" id="{2E667B3A-0CCA-262F-1F7B-56FAD5D0D82D}"/>
                    </a:ext>
                  </a:extLst>
                </p14:cNvPr>
                <p14:cNvContentPartPr/>
                <p14:nvPr/>
              </p14:nvContentPartPr>
              <p14:xfrm>
                <a:off x="666976" y="1703097"/>
                <a:ext cx="855720" cy="222840"/>
              </p14:xfrm>
            </p:contentPart>
          </mc:Choice>
          <mc:Fallback>
            <p:pic>
              <p:nvPicPr>
                <p:cNvPr id="59" name="筆跡 58">
                  <a:extLst>
                    <a:ext uri="{FF2B5EF4-FFF2-40B4-BE49-F238E27FC236}">
                      <a16:creationId xmlns:a16="http://schemas.microsoft.com/office/drawing/2014/main" id="{2E667B3A-0CCA-262F-1F7B-56FAD5D0D82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30976" y="1667457"/>
                  <a:ext cx="92736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65" name="筆跡 64">
                  <a:extLst>
                    <a:ext uri="{FF2B5EF4-FFF2-40B4-BE49-F238E27FC236}">
                      <a16:creationId xmlns:a16="http://schemas.microsoft.com/office/drawing/2014/main" id="{A7BA6E64-0587-FFBE-F74B-2EC0A44189D2}"/>
                    </a:ext>
                  </a:extLst>
                </p14:cNvPr>
                <p14:cNvContentPartPr/>
                <p14:nvPr/>
              </p14:nvContentPartPr>
              <p14:xfrm>
                <a:off x="996376" y="1613817"/>
                <a:ext cx="127440" cy="50400"/>
              </p14:xfrm>
            </p:contentPart>
          </mc:Choice>
          <mc:Fallback>
            <p:pic>
              <p:nvPicPr>
                <p:cNvPr id="65" name="筆跡 64">
                  <a:extLst>
                    <a:ext uri="{FF2B5EF4-FFF2-40B4-BE49-F238E27FC236}">
                      <a16:creationId xmlns:a16="http://schemas.microsoft.com/office/drawing/2014/main" id="{A7BA6E64-0587-FFBE-F74B-2EC0A44189D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60736" y="1577817"/>
                  <a:ext cx="1990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68" name="筆跡 67">
                  <a:extLst>
                    <a:ext uri="{FF2B5EF4-FFF2-40B4-BE49-F238E27FC236}">
                      <a16:creationId xmlns:a16="http://schemas.microsoft.com/office/drawing/2014/main" id="{4492A9C6-AB5C-5CF9-03BD-C723FBD91AEE}"/>
                    </a:ext>
                  </a:extLst>
                </p14:cNvPr>
                <p14:cNvContentPartPr/>
                <p14:nvPr/>
              </p14:nvContentPartPr>
              <p14:xfrm>
                <a:off x="1434856" y="1624617"/>
                <a:ext cx="328320" cy="257760"/>
              </p14:xfrm>
            </p:contentPart>
          </mc:Choice>
          <mc:Fallback>
            <p:pic>
              <p:nvPicPr>
                <p:cNvPr id="68" name="筆跡 67">
                  <a:extLst>
                    <a:ext uri="{FF2B5EF4-FFF2-40B4-BE49-F238E27FC236}">
                      <a16:creationId xmlns:a16="http://schemas.microsoft.com/office/drawing/2014/main" id="{4492A9C6-AB5C-5CF9-03BD-C723FBD91AE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399216" y="1588617"/>
                  <a:ext cx="399960" cy="32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群組 73">
            <a:extLst>
              <a:ext uri="{FF2B5EF4-FFF2-40B4-BE49-F238E27FC236}">
                <a16:creationId xmlns:a16="http://schemas.microsoft.com/office/drawing/2014/main" id="{CBF92AFE-8DB3-C2FC-1898-DD8F2E1FC983}"/>
              </a:ext>
            </a:extLst>
          </p:cNvPr>
          <p:cNvGrpSpPr/>
          <p:nvPr/>
        </p:nvGrpSpPr>
        <p:grpSpPr>
          <a:xfrm>
            <a:off x="2071696" y="711657"/>
            <a:ext cx="748440" cy="209880"/>
            <a:chOff x="2071696" y="711657"/>
            <a:chExt cx="748440" cy="20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71" name="筆跡 70">
                  <a:extLst>
                    <a:ext uri="{FF2B5EF4-FFF2-40B4-BE49-F238E27FC236}">
                      <a16:creationId xmlns:a16="http://schemas.microsoft.com/office/drawing/2014/main" id="{DBE96C8F-7534-8C46-6887-1ECEF74D0071}"/>
                    </a:ext>
                  </a:extLst>
                </p14:cNvPr>
                <p14:cNvContentPartPr/>
                <p14:nvPr/>
              </p14:nvContentPartPr>
              <p14:xfrm>
                <a:off x="2288416" y="711657"/>
                <a:ext cx="69480" cy="58320"/>
              </p14:xfrm>
            </p:contentPart>
          </mc:Choice>
          <mc:Fallback>
            <p:pic>
              <p:nvPicPr>
                <p:cNvPr id="71" name="筆跡 70">
                  <a:extLst>
                    <a:ext uri="{FF2B5EF4-FFF2-40B4-BE49-F238E27FC236}">
                      <a16:creationId xmlns:a16="http://schemas.microsoft.com/office/drawing/2014/main" id="{DBE96C8F-7534-8C46-6887-1ECEF74D007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252776" y="675657"/>
                  <a:ext cx="1411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72" name="筆跡 71">
                  <a:extLst>
                    <a:ext uri="{FF2B5EF4-FFF2-40B4-BE49-F238E27FC236}">
                      <a16:creationId xmlns:a16="http://schemas.microsoft.com/office/drawing/2014/main" id="{C1AEAFDB-4994-664A-F202-F5A22208B82E}"/>
                    </a:ext>
                  </a:extLst>
                </p14:cNvPr>
                <p14:cNvContentPartPr/>
                <p14:nvPr/>
              </p14:nvContentPartPr>
              <p14:xfrm>
                <a:off x="2071696" y="777537"/>
                <a:ext cx="748440" cy="144000"/>
              </p14:xfrm>
            </p:contentPart>
          </mc:Choice>
          <mc:Fallback>
            <p:pic>
              <p:nvPicPr>
                <p:cNvPr id="72" name="筆跡 71">
                  <a:extLst>
                    <a:ext uri="{FF2B5EF4-FFF2-40B4-BE49-F238E27FC236}">
                      <a16:creationId xmlns:a16="http://schemas.microsoft.com/office/drawing/2014/main" id="{C1AEAFDB-4994-664A-F202-F5A22208B82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035696" y="741537"/>
                  <a:ext cx="820080" cy="21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群組 77">
            <a:extLst>
              <a:ext uri="{FF2B5EF4-FFF2-40B4-BE49-F238E27FC236}">
                <a16:creationId xmlns:a16="http://schemas.microsoft.com/office/drawing/2014/main" id="{1DBCA88F-9807-7E8F-5786-3ABD054707D0}"/>
              </a:ext>
            </a:extLst>
          </p:cNvPr>
          <p:cNvGrpSpPr/>
          <p:nvPr/>
        </p:nvGrpSpPr>
        <p:grpSpPr>
          <a:xfrm>
            <a:off x="2144056" y="1124577"/>
            <a:ext cx="595440" cy="495000"/>
            <a:chOff x="2144056" y="1124577"/>
            <a:chExt cx="595440" cy="49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75" name="筆跡 74">
                  <a:extLst>
                    <a:ext uri="{FF2B5EF4-FFF2-40B4-BE49-F238E27FC236}">
                      <a16:creationId xmlns:a16="http://schemas.microsoft.com/office/drawing/2014/main" id="{EE5349DA-6907-D3EF-39B9-6848A96BEF5B}"/>
                    </a:ext>
                  </a:extLst>
                </p14:cNvPr>
                <p14:cNvContentPartPr/>
                <p14:nvPr/>
              </p14:nvContentPartPr>
              <p14:xfrm>
                <a:off x="2169976" y="1124577"/>
                <a:ext cx="384840" cy="339840"/>
              </p14:xfrm>
            </p:contentPart>
          </mc:Choice>
          <mc:Fallback>
            <p:pic>
              <p:nvPicPr>
                <p:cNvPr id="75" name="筆跡 74">
                  <a:extLst>
                    <a:ext uri="{FF2B5EF4-FFF2-40B4-BE49-F238E27FC236}">
                      <a16:creationId xmlns:a16="http://schemas.microsoft.com/office/drawing/2014/main" id="{EE5349DA-6907-D3EF-39B9-6848A96BEF5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133976" y="1088577"/>
                  <a:ext cx="45648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76" name="筆跡 75">
                  <a:extLst>
                    <a:ext uri="{FF2B5EF4-FFF2-40B4-BE49-F238E27FC236}">
                      <a16:creationId xmlns:a16="http://schemas.microsoft.com/office/drawing/2014/main" id="{2841788D-9250-4D57-5D0B-4C58196DB7A3}"/>
                    </a:ext>
                  </a:extLst>
                </p14:cNvPr>
                <p14:cNvContentPartPr/>
                <p14:nvPr/>
              </p14:nvContentPartPr>
              <p14:xfrm>
                <a:off x="2144056" y="1183257"/>
                <a:ext cx="595440" cy="436320"/>
              </p14:xfrm>
            </p:contentPart>
          </mc:Choice>
          <mc:Fallback>
            <p:pic>
              <p:nvPicPr>
                <p:cNvPr id="76" name="筆跡 75">
                  <a:extLst>
                    <a:ext uri="{FF2B5EF4-FFF2-40B4-BE49-F238E27FC236}">
                      <a16:creationId xmlns:a16="http://schemas.microsoft.com/office/drawing/2014/main" id="{2841788D-9250-4D57-5D0B-4C58196DB7A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108056" y="1147617"/>
                  <a:ext cx="667080" cy="50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群組 118">
            <a:extLst>
              <a:ext uri="{FF2B5EF4-FFF2-40B4-BE49-F238E27FC236}">
                <a16:creationId xmlns:a16="http://schemas.microsoft.com/office/drawing/2014/main" id="{384933AB-8DB7-9FBB-B6D8-8A57625C760F}"/>
              </a:ext>
            </a:extLst>
          </p:cNvPr>
          <p:cNvGrpSpPr/>
          <p:nvPr/>
        </p:nvGrpSpPr>
        <p:grpSpPr>
          <a:xfrm>
            <a:off x="3216856" y="501777"/>
            <a:ext cx="1259640" cy="1361160"/>
            <a:chOff x="3216856" y="501777"/>
            <a:chExt cx="1259640" cy="136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79" name="筆跡 78">
                  <a:extLst>
                    <a:ext uri="{FF2B5EF4-FFF2-40B4-BE49-F238E27FC236}">
                      <a16:creationId xmlns:a16="http://schemas.microsoft.com/office/drawing/2014/main" id="{C2D8288A-DEB8-A272-F86C-6E778707691A}"/>
                    </a:ext>
                  </a:extLst>
                </p14:cNvPr>
                <p14:cNvContentPartPr/>
                <p14:nvPr/>
              </p14:nvContentPartPr>
              <p14:xfrm>
                <a:off x="3642016" y="628497"/>
                <a:ext cx="20520" cy="9360"/>
              </p14:xfrm>
            </p:contentPart>
          </mc:Choice>
          <mc:Fallback>
            <p:pic>
              <p:nvPicPr>
                <p:cNvPr id="79" name="筆跡 78">
                  <a:extLst>
                    <a:ext uri="{FF2B5EF4-FFF2-40B4-BE49-F238E27FC236}">
                      <a16:creationId xmlns:a16="http://schemas.microsoft.com/office/drawing/2014/main" id="{C2D8288A-DEB8-A272-F86C-6E778707691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606016" y="592497"/>
                  <a:ext cx="921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80" name="筆跡 79">
                  <a:extLst>
                    <a:ext uri="{FF2B5EF4-FFF2-40B4-BE49-F238E27FC236}">
                      <a16:creationId xmlns:a16="http://schemas.microsoft.com/office/drawing/2014/main" id="{F5774F4A-1FBD-11CD-A2E8-058B53B9765B}"/>
                    </a:ext>
                  </a:extLst>
                </p14:cNvPr>
                <p14:cNvContentPartPr/>
                <p14:nvPr/>
              </p14:nvContentPartPr>
              <p14:xfrm>
                <a:off x="3390736" y="751617"/>
                <a:ext cx="360" cy="360"/>
              </p14:xfrm>
            </p:contentPart>
          </mc:Choice>
          <mc:Fallback>
            <p:pic>
              <p:nvPicPr>
                <p:cNvPr id="80" name="筆跡 79">
                  <a:extLst>
                    <a:ext uri="{FF2B5EF4-FFF2-40B4-BE49-F238E27FC236}">
                      <a16:creationId xmlns:a16="http://schemas.microsoft.com/office/drawing/2014/main" id="{F5774F4A-1FBD-11CD-A2E8-058B53B9765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354736" y="715617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86" name="筆跡 85">
                  <a:extLst>
                    <a:ext uri="{FF2B5EF4-FFF2-40B4-BE49-F238E27FC236}">
                      <a16:creationId xmlns:a16="http://schemas.microsoft.com/office/drawing/2014/main" id="{D2FB40B6-D5DD-6BB7-CA3A-CF684C18207B}"/>
                    </a:ext>
                  </a:extLst>
                </p14:cNvPr>
                <p14:cNvContentPartPr/>
                <p14:nvPr/>
              </p14:nvContentPartPr>
              <p14:xfrm>
                <a:off x="3472816" y="501777"/>
                <a:ext cx="182520" cy="136440"/>
              </p14:xfrm>
            </p:contentPart>
          </mc:Choice>
          <mc:Fallback>
            <p:pic>
              <p:nvPicPr>
                <p:cNvPr id="86" name="筆跡 85">
                  <a:extLst>
                    <a:ext uri="{FF2B5EF4-FFF2-40B4-BE49-F238E27FC236}">
                      <a16:creationId xmlns:a16="http://schemas.microsoft.com/office/drawing/2014/main" id="{D2FB40B6-D5DD-6BB7-CA3A-CF684C18207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437176" y="466137"/>
                  <a:ext cx="2541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89" name="筆跡 88">
                  <a:extLst>
                    <a:ext uri="{FF2B5EF4-FFF2-40B4-BE49-F238E27FC236}">
                      <a16:creationId xmlns:a16="http://schemas.microsoft.com/office/drawing/2014/main" id="{D7FBE784-2CA0-F312-6DC1-25C8F5D6697F}"/>
                    </a:ext>
                  </a:extLst>
                </p14:cNvPr>
                <p14:cNvContentPartPr/>
                <p14:nvPr/>
              </p14:nvContentPartPr>
              <p14:xfrm>
                <a:off x="3282736" y="770697"/>
                <a:ext cx="59760" cy="71280"/>
              </p14:xfrm>
            </p:contentPart>
          </mc:Choice>
          <mc:Fallback>
            <p:pic>
              <p:nvPicPr>
                <p:cNvPr id="89" name="筆跡 88">
                  <a:extLst>
                    <a:ext uri="{FF2B5EF4-FFF2-40B4-BE49-F238E27FC236}">
                      <a16:creationId xmlns:a16="http://schemas.microsoft.com/office/drawing/2014/main" id="{D7FBE784-2CA0-F312-6DC1-25C8F5D6697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247096" y="735057"/>
                  <a:ext cx="1314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92" name="筆跡 91">
                  <a:extLst>
                    <a:ext uri="{FF2B5EF4-FFF2-40B4-BE49-F238E27FC236}">
                      <a16:creationId xmlns:a16="http://schemas.microsoft.com/office/drawing/2014/main" id="{4C923B7C-5398-82A3-A1B5-6EF57A42BF61}"/>
                    </a:ext>
                  </a:extLst>
                </p14:cNvPr>
                <p14:cNvContentPartPr/>
                <p14:nvPr/>
              </p14:nvContentPartPr>
              <p14:xfrm>
                <a:off x="3405496" y="749817"/>
                <a:ext cx="756720" cy="146520"/>
              </p14:xfrm>
            </p:contentPart>
          </mc:Choice>
          <mc:Fallback>
            <p:pic>
              <p:nvPicPr>
                <p:cNvPr id="92" name="筆跡 91">
                  <a:extLst>
                    <a:ext uri="{FF2B5EF4-FFF2-40B4-BE49-F238E27FC236}">
                      <a16:creationId xmlns:a16="http://schemas.microsoft.com/office/drawing/2014/main" id="{4C923B7C-5398-82A3-A1B5-6EF57A42BF6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369496" y="713817"/>
                  <a:ext cx="8283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98" name="筆跡 97">
                  <a:extLst>
                    <a:ext uri="{FF2B5EF4-FFF2-40B4-BE49-F238E27FC236}">
                      <a16:creationId xmlns:a16="http://schemas.microsoft.com/office/drawing/2014/main" id="{43F5076B-2AD8-AF4A-EEC1-A5B13E92F40C}"/>
                    </a:ext>
                  </a:extLst>
                </p14:cNvPr>
                <p14:cNvContentPartPr/>
                <p14:nvPr/>
              </p14:nvContentPartPr>
              <p14:xfrm>
                <a:off x="3216856" y="1104057"/>
                <a:ext cx="1259640" cy="360"/>
              </p14:xfrm>
            </p:contentPart>
          </mc:Choice>
          <mc:Fallback>
            <p:pic>
              <p:nvPicPr>
                <p:cNvPr id="98" name="筆跡 97">
                  <a:extLst>
                    <a:ext uri="{FF2B5EF4-FFF2-40B4-BE49-F238E27FC236}">
                      <a16:creationId xmlns:a16="http://schemas.microsoft.com/office/drawing/2014/main" id="{43F5076B-2AD8-AF4A-EEC1-A5B13E92F40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181216" y="1068057"/>
                  <a:ext cx="13312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99" name="筆跡 98">
                  <a:extLst>
                    <a:ext uri="{FF2B5EF4-FFF2-40B4-BE49-F238E27FC236}">
                      <a16:creationId xmlns:a16="http://schemas.microsoft.com/office/drawing/2014/main" id="{42441B65-DD0D-CAB9-42E7-B597D6537DE8}"/>
                    </a:ext>
                  </a:extLst>
                </p14:cNvPr>
                <p14:cNvContentPartPr/>
                <p14:nvPr/>
              </p14:nvContentPartPr>
              <p14:xfrm>
                <a:off x="3516016" y="932697"/>
                <a:ext cx="452160" cy="451080"/>
              </p14:xfrm>
            </p:contentPart>
          </mc:Choice>
          <mc:Fallback>
            <p:pic>
              <p:nvPicPr>
                <p:cNvPr id="99" name="筆跡 98">
                  <a:extLst>
                    <a:ext uri="{FF2B5EF4-FFF2-40B4-BE49-F238E27FC236}">
                      <a16:creationId xmlns:a16="http://schemas.microsoft.com/office/drawing/2014/main" id="{42441B65-DD0D-CAB9-42E7-B597D6537DE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480376" y="897057"/>
                  <a:ext cx="523800" cy="5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02" name="筆跡 101">
                  <a:extLst>
                    <a:ext uri="{FF2B5EF4-FFF2-40B4-BE49-F238E27FC236}">
                      <a16:creationId xmlns:a16="http://schemas.microsoft.com/office/drawing/2014/main" id="{93435620-6E96-1D57-C12E-FAA82F5F718E}"/>
                    </a:ext>
                  </a:extLst>
                </p14:cNvPr>
                <p14:cNvContentPartPr/>
                <p14:nvPr/>
              </p14:nvContentPartPr>
              <p14:xfrm>
                <a:off x="3341416" y="991017"/>
                <a:ext cx="532080" cy="452880"/>
              </p14:xfrm>
            </p:contentPart>
          </mc:Choice>
          <mc:Fallback>
            <p:pic>
              <p:nvPicPr>
                <p:cNvPr id="102" name="筆跡 101">
                  <a:extLst>
                    <a:ext uri="{FF2B5EF4-FFF2-40B4-BE49-F238E27FC236}">
                      <a16:creationId xmlns:a16="http://schemas.microsoft.com/office/drawing/2014/main" id="{93435620-6E96-1D57-C12E-FAA82F5F718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305776" y="955377"/>
                  <a:ext cx="603720" cy="52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05" name="筆跡 104">
                  <a:extLst>
                    <a:ext uri="{FF2B5EF4-FFF2-40B4-BE49-F238E27FC236}">
                      <a16:creationId xmlns:a16="http://schemas.microsoft.com/office/drawing/2014/main" id="{007EFD20-F422-961D-B74F-58BDB1B1819C}"/>
                    </a:ext>
                  </a:extLst>
                </p14:cNvPr>
                <p14:cNvContentPartPr/>
                <p14:nvPr/>
              </p14:nvContentPartPr>
              <p14:xfrm>
                <a:off x="3312616" y="1581057"/>
                <a:ext cx="609120" cy="13320"/>
              </p14:xfrm>
            </p:contentPart>
          </mc:Choice>
          <mc:Fallback>
            <p:pic>
              <p:nvPicPr>
                <p:cNvPr id="105" name="筆跡 104">
                  <a:extLst>
                    <a:ext uri="{FF2B5EF4-FFF2-40B4-BE49-F238E27FC236}">
                      <a16:creationId xmlns:a16="http://schemas.microsoft.com/office/drawing/2014/main" id="{007EFD20-F422-961D-B74F-58BDB1B1819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276976" y="1545057"/>
                  <a:ext cx="6807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08" name="筆跡 107">
                  <a:extLst>
                    <a:ext uri="{FF2B5EF4-FFF2-40B4-BE49-F238E27FC236}">
                      <a16:creationId xmlns:a16="http://schemas.microsoft.com/office/drawing/2014/main" id="{D2B41D58-F6E0-521C-46D8-95CB1805D950}"/>
                    </a:ext>
                  </a:extLst>
                </p14:cNvPr>
                <p14:cNvContentPartPr/>
                <p14:nvPr/>
              </p14:nvContentPartPr>
              <p14:xfrm>
                <a:off x="3698536" y="1462617"/>
                <a:ext cx="32040" cy="370800"/>
              </p14:xfrm>
            </p:contentPart>
          </mc:Choice>
          <mc:Fallback>
            <p:pic>
              <p:nvPicPr>
                <p:cNvPr id="108" name="筆跡 107">
                  <a:extLst>
                    <a:ext uri="{FF2B5EF4-FFF2-40B4-BE49-F238E27FC236}">
                      <a16:creationId xmlns:a16="http://schemas.microsoft.com/office/drawing/2014/main" id="{D2B41D58-F6E0-521C-46D8-95CB1805D95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662896" y="1426617"/>
                  <a:ext cx="10368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14" name="筆跡 113">
                  <a:extLst>
                    <a:ext uri="{FF2B5EF4-FFF2-40B4-BE49-F238E27FC236}">
                      <a16:creationId xmlns:a16="http://schemas.microsoft.com/office/drawing/2014/main" id="{973F377D-1B33-CD9C-B259-C929F036E93B}"/>
                    </a:ext>
                  </a:extLst>
                </p14:cNvPr>
                <p14:cNvContentPartPr/>
                <p14:nvPr/>
              </p14:nvContentPartPr>
              <p14:xfrm>
                <a:off x="3370576" y="1658097"/>
                <a:ext cx="260280" cy="43200"/>
              </p14:xfrm>
            </p:contentPart>
          </mc:Choice>
          <mc:Fallback>
            <p:pic>
              <p:nvPicPr>
                <p:cNvPr id="114" name="筆跡 113">
                  <a:extLst>
                    <a:ext uri="{FF2B5EF4-FFF2-40B4-BE49-F238E27FC236}">
                      <a16:creationId xmlns:a16="http://schemas.microsoft.com/office/drawing/2014/main" id="{973F377D-1B33-CD9C-B259-C929F036E93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334936" y="1622097"/>
                  <a:ext cx="3319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17" name="筆跡 116">
                  <a:extLst>
                    <a:ext uri="{FF2B5EF4-FFF2-40B4-BE49-F238E27FC236}">
                      <a16:creationId xmlns:a16="http://schemas.microsoft.com/office/drawing/2014/main" id="{DD6C16B9-ADCE-DF9B-DA8A-D88C3257870D}"/>
                    </a:ext>
                  </a:extLst>
                </p14:cNvPr>
                <p14:cNvContentPartPr/>
                <p14:nvPr/>
              </p14:nvContentPartPr>
              <p14:xfrm>
                <a:off x="3831736" y="1746297"/>
                <a:ext cx="228600" cy="116640"/>
              </p14:xfrm>
            </p:contentPart>
          </mc:Choice>
          <mc:Fallback>
            <p:pic>
              <p:nvPicPr>
                <p:cNvPr id="117" name="筆跡 116">
                  <a:extLst>
                    <a:ext uri="{FF2B5EF4-FFF2-40B4-BE49-F238E27FC236}">
                      <a16:creationId xmlns:a16="http://schemas.microsoft.com/office/drawing/2014/main" id="{DD6C16B9-ADCE-DF9B-DA8A-D88C3257870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795736" y="1710297"/>
                  <a:ext cx="300240" cy="188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253541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EFF82-AB6C-36DD-EBD6-FF783615E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F486188-DDBB-E6A5-2125-D2330DAEA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068" y="-10161"/>
            <a:ext cx="7423932" cy="7405511"/>
          </a:xfrm>
          <a:prstGeom prst="rect">
            <a:avLst/>
          </a:prstGeom>
        </p:spPr>
      </p:pic>
      <p:grpSp>
        <p:nvGrpSpPr>
          <p:cNvPr id="63" name="群組 62">
            <a:extLst>
              <a:ext uri="{FF2B5EF4-FFF2-40B4-BE49-F238E27FC236}">
                <a16:creationId xmlns:a16="http://schemas.microsoft.com/office/drawing/2014/main" id="{ED837F52-731D-CEB4-16CD-294B7E483403}"/>
              </a:ext>
            </a:extLst>
          </p:cNvPr>
          <p:cNvGrpSpPr/>
          <p:nvPr/>
        </p:nvGrpSpPr>
        <p:grpSpPr>
          <a:xfrm>
            <a:off x="599305" y="575350"/>
            <a:ext cx="1126440" cy="1328040"/>
            <a:chOff x="599305" y="575350"/>
            <a:chExt cx="1126440" cy="132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9" name="筆跡 28">
                  <a:extLst>
                    <a:ext uri="{FF2B5EF4-FFF2-40B4-BE49-F238E27FC236}">
                      <a16:creationId xmlns:a16="http://schemas.microsoft.com/office/drawing/2014/main" id="{6B5B7FFC-590D-50BD-793D-3D3379777C01}"/>
                    </a:ext>
                  </a:extLst>
                </p14:cNvPr>
                <p14:cNvContentPartPr/>
                <p14:nvPr/>
              </p14:nvContentPartPr>
              <p14:xfrm>
                <a:off x="599305" y="619990"/>
                <a:ext cx="691560" cy="200520"/>
              </p14:xfrm>
            </p:contentPart>
          </mc:Choice>
          <mc:Fallback>
            <p:pic>
              <p:nvPicPr>
                <p:cNvPr id="29" name="筆跡 28">
                  <a:extLst>
                    <a:ext uri="{FF2B5EF4-FFF2-40B4-BE49-F238E27FC236}">
                      <a16:creationId xmlns:a16="http://schemas.microsoft.com/office/drawing/2014/main" id="{6B5B7FFC-590D-50BD-793D-3D3379777C0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81665" y="602350"/>
                  <a:ext cx="7272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0" name="筆跡 29">
                  <a:extLst>
                    <a:ext uri="{FF2B5EF4-FFF2-40B4-BE49-F238E27FC236}">
                      <a16:creationId xmlns:a16="http://schemas.microsoft.com/office/drawing/2014/main" id="{A4534615-714E-82FD-2485-7BD7F6E26074}"/>
                    </a:ext>
                  </a:extLst>
                </p14:cNvPr>
                <p14:cNvContentPartPr/>
                <p14:nvPr/>
              </p14:nvContentPartPr>
              <p14:xfrm>
                <a:off x="786865" y="641950"/>
                <a:ext cx="129600" cy="123840"/>
              </p14:xfrm>
            </p:contentPart>
          </mc:Choice>
          <mc:Fallback>
            <p:pic>
              <p:nvPicPr>
                <p:cNvPr id="30" name="筆跡 29">
                  <a:extLst>
                    <a:ext uri="{FF2B5EF4-FFF2-40B4-BE49-F238E27FC236}">
                      <a16:creationId xmlns:a16="http://schemas.microsoft.com/office/drawing/2014/main" id="{A4534615-714E-82FD-2485-7BD7F6E2607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69225" y="623950"/>
                  <a:ext cx="1652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1" name="筆跡 30">
                  <a:extLst>
                    <a:ext uri="{FF2B5EF4-FFF2-40B4-BE49-F238E27FC236}">
                      <a16:creationId xmlns:a16="http://schemas.microsoft.com/office/drawing/2014/main" id="{554807A8-5B78-231E-AF47-7CAB29D8EF75}"/>
                    </a:ext>
                  </a:extLst>
                </p14:cNvPr>
                <p14:cNvContentPartPr/>
                <p14:nvPr/>
              </p14:nvContentPartPr>
              <p14:xfrm>
                <a:off x="1151905" y="575350"/>
                <a:ext cx="18360" cy="237240"/>
              </p14:xfrm>
            </p:contentPart>
          </mc:Choice>
          <mc:Fallback>
            <p:pic>
              <p:nvPicPr>
                <p:cNvPr id="31" name="筆跡 30">
                  <a:extLst>
                    <a:ext uri="{FF2B5EF4-FFF2-40B4-BE49-F238E27FC236}">
                      <a16:creationId xmlns:a16="http://schemas.microsoft.com/office/drawing/2014/main" id="{554807A8-5B78-231E-AF47-7CAB29D8EF7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34265" y="557350"/>
                  <a:ext cx="540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4" name="筆跡 33">
                  <a:extLst>
                    <a:ext uri="{FF2B5EF4-FFF2-40B4-BE49-F238E27FC236}">
                      <a16:creationId xmlns:a16="http://schemas.microsoft.com/office/drawing/2014/main" id="{C8A0FEEE-C8A3-FFC2-7D34-38262238FD34}"/>
                    </a:ext>
                  </a:extLst>
                </p14:cNvPr>
                <p14:cNvContentPartPr/>
                <p14:nvPr/>
              </p14:nvContentPartPr>
              <p14:xfrm>
                <a:off x="713785" y="1072150"/>
                <a:ext cx="263880" cy="7920"/>
              </p14:xfrm>
            </p:contentPart>
          </mc:Choice>
          <mc:Fallback>
            <p:pic>
              <p:nvPicPr>
                <p:cNvPr id="34" name="筆跡 33">
                  <a:extLst>
                    <a:ext uri="{FF2B5EF4-FFF2-40B4-BE49-F238E27FC236}">
                      <a16:creationId xmlns:a16="http://schemas.microsoft.com/office/drawing/2014/main" id="{C8A0FEEE-C8A3-FFC2-7D34-38262238FD3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6145" y="1054510"/>
                  <a:ext cx="2995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5" name="筆跡 34">
                  <a:extLst>
                    <a:ext uri="{FF2B5EF4-FFF2-40B4-BE49-F238E27FC236}">
                      <a16:creationId xmlns:a16="http://schemas.microsoft.com/office/drawing/2014/main" id="{3A3FBCE5-290D-BA15-B14B-3586AD8A01B2}"/>
                    </a:ext>
                  </a:extLst>
                </p14:cNvPr>
                <p14:cNvContentPartPr/>
                <p14:nvPr/>
              </p14:nvContentPartPr>
              <p14:xfrm>
                <a:off x="720265" y="1336030"/>
                <a:ext cx="255240" cy="3600"/>
              </p14:xfrm>
            </p:contentPart>
          </mc:Choice>
          <mc:Fallback>
            <p:pic>
              <p:nvPicPr>
                <p:cNvPr id="35" name="筆跡 34">
                  <a:extLst>
                    <a:ext uri="{FF2B5EF4-FFF2-40B4-BE49-F238E27FC236}">
                      <a16:creationId xmlns:a16="http://schemas.microsoft.com/office/drawing/2014/main" id="{3A3FBCE5-290D-BA15-B14B-3586AD8A01B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02265" y="1318030"/>
                  <a:ext cx="2908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6" name="筆跡 35">
                  <a:extLst>
                    <a:ext uri="{FF2B5EF4-FFF2-40B4-BE49-F238E27FC236}">
                      <a16:creationId xmlns:a16="http://schemas.microsoft.com/office/drawing/2014/main" id="{12644ABD-8F74-4954-C65E-3667C32C0E31}"/>
                    </a:ext>
                  </a:extLst>
                </p14:cNvPr>
                <p14:cNvContentPartPr/>
                <p14:nvPr/>
              </p14:nvContentPartPr>
              <p14:xfrm>
                <a:off x="830425" y="1532590"/>
                <a:ext cx="156240" cy="370800"/>
              </p14:xfrm>
            </p:contentPart>
          </mc:Choice>
          <mc:Fallback>
            <p:pic>
              <p:nvPicPr>
                <p:cNvPr id="36" name="筆跡 35">
                  <a:extLst>
                    <a:ext uri="{FF2B5EF4-FFF2-40B4-BE49-F238E27FC236}">
                      <a16:creationId xmlns:a16="http://schemas.microsoft.com/office/drawing/2014/main" id="{12644ABD-8F74-4954-C65E-3667C32C0E3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12785" y="1514950"/>
                  <a:ext cx="19188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7" name="筆跡 36">
                  <a:extLst>
                    <a:ext uri="{FF2B5EF4-FFF2-40B4-BE49-F238E27FC236}">
                      <a16:creationId xmlns:a16="http://schemas.microsoft.com/office/drawing/2014/main" id="{44F8D9C7-4D18-AF3C-BD2F-B532C3303292}"/>
                    </a:ext>
                  </a:extLst>
                </p14:cNvPr>
                <p14:cNvContentPartPr/>
                <p14:nvPr/>
              </p14:nvContentPartPr>
              <p14:xfrm>
                <a:off x="1038865" y="987910"/>
                <a:ext cx="181080" cy="137520"/>
              </p14:xfrm>
            </p:contentPart>
          </mc:Choice>
          <mc:Fallback>
            <p:pic>
              <p:nvPicPr>
                <p:cNvPr id="37" name="筆跡 36">
                  <a:extLst>
                    <a:ext uri="{FF2B5EF4-FFF2-40B4-BE49-F238E27FC236}">
                      <a16:creationId xmlns:a16="http://schemas.microsoft.com/office/drawing/2014/main" id="{44F8D9C7-4D18-AF3C-BD2F-B532C330329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21225" y="969910"/>
                  <a:ext cx="2167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8" name="筆跡 37">
                  <a:extLst>
                    <a:ext uri="{FF2B5EF4-FFF2-40B4-BE49-F238E27FC236}">
                      <a16:creationId xmlns:a16="http://schemas.microsoft.com/office/drawing/2014/main" id="{849E406C-CE59-08CF-343D-2EBAD2A0C101}"/>
                    </a:ext>
                  </a:extLst>
                </p14:cNvPr>
                <p14:cNvContentPartPr/>
                <p14:nvPr/>
              </p14:nvContentPartPr>
              <p14:xfrm>
                <a:off x="1024465" y="1334950"/>
                <a:ext cx="34920" cy="114840"/>
              </p14:xfrm>
            </p:contentPart>
          </mc:Choice>
          <mc:Fallback>
            <p:pic>
              <p:nvPicPr>
                <p:cNvPr id="38" name="筆跡 37">
                  <a:extLst>
                    <a:ext uri="{FF2B5EF4-FFF2-40B4-BE49-F238E27FC236}">
                      <a16:creationId xmlns:a16="http://schemas.microsoft.com/office/drawing/2014/main" id="{849E406C-CE59-08CF-343D-2EBAD2A0C10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06825" y="1317310"/>
                  <a:ext cx="705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9" name="筆跡 38">
                  <a:extLst>
                    <a:ext uri="{FF2B5EF4-FFF2-40B4-BE49-F238E27FC236}">
                      <a16:creationId xmlns:a16="http://schemas.microsoft.com/office/drawing/2014/main" id="{0D7CE2FD-D865-CBCF-721E-2E6D86CECBCE}"/>
                    </a:ext>
                  </a:extLst>
                </p14:cNvPr>
                <p14:cNvContentPartPr/>
                <p14:nvPr/>
              </p14:nvContentPartPr>
              <p14:xfrm>
                <a:off x="1129585" y="1148110"/>
                <a:ext cx="312840" cy="298800"/>
              </p14:xfrm>
            </p:contentPart>
          </mc:Choice>
          <mc:Fallback>
            <p:pic>
              <p:nvPicPr>
                <p:cNvPr id="39" name="筆跡 38">
                  <a:extLst>
                    <a:ext uri="{FF2B5EF4-FFF2-40B4-BE49-F238E27FC236}">
                      <a16:creationId xmlns:a16="http://schemas.microsoft.com/office/drawing/2014/main" id="{0D7CE2FD-D865-CBCF-721E-2E6D86CECBC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11945" y="1130110"/>
                  <a:ext cx="34848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0" name="筆跡 39">
                  <a:extLst>
                    <a:ext uri="{FF2B5EF4-FFF2-40B4-BE49-F238E27FC236}">
                      <a16:creationId xmlns:a16="http://schemas.microsoft.com/office/drawing/2014/main" id="{CA39F584-5430-1E4B-8420-C7D3D833CCF6}"/>
                    </a:ext>
                  </a:extLst>
                </p14:cNvPr>
                <p14:cNvContentPartPr/>
                <p14:nvPr/>
              </p14:nvContentPartPr>
              <p14:xfrm>
                <a:off x="1120945" y="1316950"/>
                <a:ext cx="122760" cy="184680"/>
              </p14:xfrm>
            </p:contentPart>
          </mc:Choice>
          <mc:Fallback>
            <p:pic>
              <p:nvPicPr>
                <p:cNvPr id="40" name="筆跡 39">
                  <a:extLst>
                    <a:ext uri="{FF2B5EF4-FFF2-40B4-BE49-F238E27FC236}">
                      <a16:creationId xmlns:a16="http://schemas.microsoft.com/office/drawing/2014/main" id="{CA39F584-5430-1E4B-8420-C7D3D833CCF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102945" y="1298950"/>
                  <a:ext cx="1584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3" name="筆跡 42">
                  <a:extLst>
                    <a:ext uri="{FF2B5EF4-FFF2-40B4-BE49-F238E27FC236}">
                      <a16:creationId xmlns:a16="http://schemas.microsoft.com/office/drawing/2014/main" id="{C946CD10-96C4-80B6-CF92-961D4C02C1E4}"/>
                    </a:ext>
                  </a:extLst>
                </p14:cNvPr>
                <p14:cNvContentPartPr/>
                <p14:nvPr/>
              </p14:nvContentPartPr>
              <p14:xfrm>
                <a:off x="1184305" y="919150"/>
                <a:ext cx="74880" cy="563040"/>
              </p14:xfrm>
            </p:contentPart>
          </mc:Choice>
          <mc:Fallback>
            <p:pic>
              <p:nvPicPr>
                <p:cNvPr id="43" name="筆跡 42">
                  <a:extLst>
                    <a:ext uri="{FF2B5EF4-FFF2-40B4-BE49-F238E27FC236}">
                      <a16:creationId xmlns:a16="http://schemas.microsoft.com/office/drawing/2014/main" id="{C946CD10-96C4-80B6-CF92-961D4C02C1E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166305" y="901150"/>
                  <a:ext cx="110520" cy="59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6" name="筆跡 45">
                  <a:extLst>
                    <a:ext uri="{FF2B5EF4-FFF2-40B4-BE49-F238E27FC236}">
                      <a16:creationId xmlns:a16="http://schemas.microsoft.com/office/drawing/2014/main" id="{960600AF-0B07-D859-48C7-F04A48758C38}"/>
                    </a:ext>
                  </a:extLst>
                </p14:cNvPr>
                <p14:cNvContentPartPr/>
                <p14:nvPr/>
              </p14:nvContentPartPr>
              <p14:xfrm>
                <a:off x="1311025" y="886390"/>
                <a:ext cx="62640" cy="32040"/>
              </p14:xfrm>
            </p:contentPart>
          </mc:Choice>
          <mc:Fallback>
            <p:pic>
              <p:nvPicPr>
                <p:cNvPr id="46" name="筆跡 45">
                  <a:extLst>
                    <a:ext uri="{FF2B5EF4-FFF2-40B4-BE49-F238E27FC236}">
                      <a16:creationId xmlns:a16="http://schemas.microsoft.com/office/drawing/2014/main" id="{960600AF-0B07-D859-48C7-F04A48758C3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293025" y="868390"/>
                  <a:ext cx="982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9" name="筆跡 48">
                  <a:extLst>
                    <a:ext uri="{FF2B5EF4-FFF2-40B4-BE49-F238E27FC236}">
                      <a16:creationId xmlns:a16="http://schemas.microsoft.com/office/drawing/2014/main" id="{F9929CBC-7079-8EAA-4390-AE89AA87CF6C}"/>
                    </a:ext>
                  </a:extLst>
                </p14:cNvPr>
                <p14:cNvContentPartPr/>
                <p14:nvPr/>
              </p14:nvContentPartPr>
              <p14:xfrm>
                <a:off x="1096465" y="1563190"/>
                <a:ext cx="404280" cy="101160"/>
              </p14:xfrm>
            </p:contentPart>
          </mc:Choice>
          <mc:Fallback>
            <p:pic>
              <p:nvPicPr>
                <p:cNvPr id="49" name="筆跡 48">
                  <a:extLst>
                    <a:ext uri="{FF2B5EF4-FFF2-40B4-BE49-F238E27FC236}">
                      <a16:creationId xmlns:a16="http://schemas.microsoft.com/office/drawing/2014/main" id="{F9929CBC-7079-8EAA-4390-AE89AA87CF6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78825" y="1545550"/>
                  <a:ext cx="4399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52" name="筆跡 51">
                  <a:extLst>
                    <a:ext uri="{FF2B5EF4-FFF2-40B4-BE49-F238E27FC236}">
                      <a16:creationId xmlns:a16="http://schemas.microsoft.com/office/drawing/2014/main" id="{59E4930A-9C21-A157-8C8E-98372F7E5C71}"/>
                    </a:ext>
                  </a:extLst>
                </p14:cNvPr>
                <p14:cNvContentPartPr/>
                <p14:nvPr/>
              </p14:nvContentPartPr>
              <p14:xfrm>
                <a:off x="1327585" y="1517830"/>
                <a:ext cx="127440" cy="280440"/>
              </p14:xfrm>
            </p:contentPart>
          </mc:Choice>
          <mc:Fallback>
            <p:pic>
              <p:nvPicPr>
                <p:cNvPr id="52" name="筆跡 51">
                  <a:extLst>
                    <a:ext uri="{FF2B5EF4-FFF2-40B4-BE49-F238E27FC236}">
                      <a16:creationId xmlns:a16="http://schemas.microsoft.com/office/drawing/2014/main" id="{59E4930A-9C21-A157-8C8E-98372F7E5C7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309585" y="1500190"/>
                  <a:ext cx="16308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53" name="筆跡 52">
                  <a:extLst>
                    <a:ext uri="{FF2B5EF4-FFF2-40B4-BE49-F238E27FC236}">
                      <a16:creationId xmlns:a16="http://schemas.microsoft.com/office/drawing/2014/main" id="{6C449E07-DF74-B684-60D1-B674BCBF8C01}"/>
                    </a:ext>
                  </a:extLst>
                </p14:cNvPr>
                <p14:cNvContentPartPr/>
                <p14:nvPr/>
              </p14:nvContentPartPr>
              <p14:xfrm>
                <a:off x="1158745" y="1739590"/>
                <a:ext cx="45360" cy="23040"/>
              </p14:xfrm>
            </p:contentPart>
          </mc:Choice>
          <mc:Fallback>
            <p:pic>
              <p:nvPicPr>
                <p:cNvPr id="53" name="筆跡 52">
                  <a:extLst>
                    <a:ext uri="{FF2B5EF4-FFF2-40B4-BE49-F238E27FC236}">
                      <a16:creationId xmlns:a16="http://schemas.microsoft.com/office/drawing/2014/main" id="{6C449E07-DF74-B684-60D1-B674BCBF8C0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41105" y="1721590"/>
                  <a:ext cx="810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56" name="筆跡 55">
                  <a:extLst>
                    <a:ext uri="{FF2B5EF4-FFF2-40B4-BE49-F238E27FC236}">
                      <a16:creationId xmlns:a16="http://schemas.microsoft.com/office/drawing/2014/main" id="{AA9BDBF1-F222-8DB3-ADAD-FF9060624FD3}"/>
                    </a:ext>
                  </a:extLst>
                </p14:cNvPr>
                <p14:cNvContentPartPr/>
                <p14:nvPr/>
              </p14:nvContentPartPr>
              <p14:xfrm>
                <a:off x="1505425" y="1533670"/>
                <a:ext cx="220320" cy="33840"/>
              </p14:xfrm>
            </p:contentPart>
          </mc:Choice>
          <mc:Fallback>
            <p:pic>
              <p:nvPicPr>
                <p:cNvPr id="56" name="筆跡 55">
                  <a:extLst>
                    <a:ext uri="{FF2B5EF4-FFF2-40B4-BE49-F238E27FC236}">
                      <a16:creationId xmlns:a16="http://schemas.microsoft.com/office/drawing/2014/main" id="{AA9BDBF1-F222-8DB3-ADAD-FF9060624FD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487425" y="1515670"/>
                  <a:ext cx="2559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59" name="筆跡 58">
                  <a:extLst>
                    <a:ext uri="{FF2B5EF4-FFF2-40B4-BE49-F238E27FC236}">
                      <a16:creationId xmlns:a16="http://schemas.microsoft.com/office/drawing/2014/main" id="{71C87746-6FD4-D1D2-029D-9D2BF25EEF13}"/>
                    </a:ext>
                  </a:extLst>
                </p14:cNvPr>
                <p14:cNvContentPartPr/>
                <p14:nvPr/>
              </p14:nvContentPartPr>
              <p14:xfrm>
                <a:off x="1341985" y="900430"/>
                <a:ext cx="163800" cy="138240"/>
              </p14:xfrm>
            </p:contentPart>
          </mc:Choice>
          <mc:Fallback>
            <p:pic>
              <p:nvPicPr>
                <p:cNvPr id="59" name="筆跡 58">
                  <a:extLst>
                    <a:ext uri="{FF2B5EF4-FFF2-40B4-BE49-F238E27FC236}">
                      <a16:creationId xmlns:a16="http://schemas.microsoft.com/office/drawing/2014/main" id="{71C87746-6FD4-D1D2-029D-9D2BF25EEF1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323985" y="882790"/>
                  <a:ext cx="199440" cy="17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群組 76">
            <a:extLst>
              <a:ext uri="{FF2B5EF4-FFF2-40B4-BE49-F238E27FC236}">
                <a16:creationId xmlns:a16="http://schemas.microsoft.com/office/drawing/2014/main" id="{15788EA0-48A1-D6CB-86D1-6C13D0BC13E7}"/>
              </a:ext>
            </a:extLst>
          </p:cNvPr>
          <p:cNvGrpSpPr/>
          <p:nvPr/>
        </p:nvGrpSpPr>
        <p:grpSpPr>
          <a:xfrm>
            <a:off x="1949098" y="1070710"/>
            <a:ext cx="943022" cy="808920"/>
            <a:chOff x="1949098" y="1070710"/>
            <a:chExt cx="943022" cy="80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64" name="筆跡 63">
                  <a:extLst>
                    <a:ext uri="{FF2B5EF4-FFF2-40B4-BE49-F238E27FC236}">
                      <a16:creationId xmlns:a16="http://schemas.microsoft.com/office/drawing/2014/main" id="{EA8099D9-7AB9-5977-7DE8-8F507E00666C}"/>
                    </a:ext>
                  </a:extLst>
                </p14:cNvPr>
                <p14:cNvContentPartPr/>
                <p14:nvPr/>
              </p14:nvContentPartPr>
              <p14:xfrm>
                <a:off x="2009218" y="1367350"/>
                <a:ext cx="70920" cy="42120"/>
              </p14:xfrm>
            </p:contentPart>
          </mc:Choice>
          <mc:Fallback>
            <p:pic>
              <p:nvPicPr>
                <p:cNvPr id="64" name="筆跡 63">
                  <a:extLst>
                    <a:ext uri="{FF2B5EF4-FFF2-40B4-BE49-F238E27FC236}">
                      <a16:creationId xmlns:a16="http://schemas.microsoft.com/office/drawing/2014/main" id="{EA8099D9-7AB9-5977-7DE8-8F507E00666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991218" y="1349710"/>
                  <a:ext cx="1065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65" name="筆跡 64">
                  <a:extLst>
                    <a:ext uri="{FF2B5EF4-FFF2-40B4-BE49-F238E27FC236}">
                      <a16:creationId xmlns:a16="http://schemas.microsoft.com/office/drawing/2014/main" id="{7A82695A-3534-EDA7-5F58-060FD91D71A2}"/>
                    </a:ext>
                  </a:extLst>
                </p14:cNvPr>
                <p14:cNvContentPartPr/>
                <p14:nvPr/>
              </p14:nvContentPartPr>
              <p14:xfrm>
                <a:off x="1949098" y="1485790"/>
                <a:ext cx="212760" cy="318960"/>
              </p14:xfrm>
            </p:contentPart>
          </mc:Choice>
          <mc:Fallback>
            <p:pic>
              <p:nvPicPr>
                <p:cNvPr id="65" name="筆跡 64">
                  <a:extLst>
                    <a:ext uri="{FF2B5EF4-FFF2-40B4-BE49-F238E27FC236}">
                      <a16:creationId xmlns:a16="http://schemas.microsoft.com/office/drawing/2014/main" id="{7A82695A-3534-EDA7-5F58-060FD91D71A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931098" y="1468150"/>
                  <a:ext cx="24840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71" name="筆跡 70">
                  <a:extLst>
                    <a:ext uri="{FF2B5EF4-FFF2-40B4-BE49-F238E27FC236}">
                      <a16:creationId xmlns:a16="http://schemas.microsoft.com/office/drawing/2014/main" id="{62260504-21DA-1759-FA09-FBCD2F75B03F}"/>
                    </a:ext>
                  </a:extLst>
                </p14:cNvPr>
                <p14:cNvContentPartPr/>
                <p14:nvPr/>
              </p14:nvContentPartPr>
              <p14:xfrm>
                <a:off x="2236560" y="1376350"/>
                <a:ext cx="169560" cy="200160"/>
              </p14:xfrm>
            </p:contentPart>
          </mc:Choice>
          <mc:Fallback>
            <p:pic>
              <p:nvPicPr>
                <p:cNvPr id="71" name="筆跡 70">
                  <a:extLst>
                    <a:ext uri="{FF2B5EF4-FFF2-40B4-BE49-F238E27FC236}">
                      <a16:creationId xmlns:a16="http://schemas.microsoft.com/office/drawing/2014/main" id="{62260504-21DA-1759-FA09-FBCD2F75B03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218560" y="1358710"/>
                  <a:ext cx="2052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72" name="筆跡 71">
                  <a:extLst>
                    <a:ext uri="{FF2B5EF4-FFF2-40B4-BE49-F238E27FC236}">
                      <a16:creationId xmlns:a16="http://schemas.microsoft.com/office/drawing/2014/main" id="{B422A816-A560-5B80-3F72-411203E254ED}"/>
                    </a:ext>
                  </a:extLst>
                </p14:cNvPr>
                <p14:cNvContentPartPr/>
                <p14:nvPr/>
              </p14:nvContentPartPr>
              <p14:xfrm>
                <a:off x="2285520" y="1070710"/>
                <a:ext cx="223200" cy="721800"/>
              </p14:xfrm>
            </p:contentPart>
          </mc:Choice>
          <mc:Fallback>
            <p:pic>
              <p:nvPicPr>
                <p:cNvPr id="72" name="筆跡 71">
                  <a:extLst>
                    <a:ext uri="{FF2B5EF4-FFF2-40B4-BE49-F238E27FC236}">
                      <a16:creationId xmlns:a16="http://schemas.microsoft.com/office/drawing/2014/main" id="{B422A816-A560-5B80-3F72-411203E254E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267880" y="1052710"/>
                  <a:ext cx="258840" cy="75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75" name="筆跡 74">
                  <a:extLst>
                    <a:ext uri="{FF2B5EF4-FFF2-40B4-BE49-F238E27FC236}">
                      <a16:creationId xmlns:a16="http://schemas.microsoft.com/office/drawing/2014/main" id="{53A227A0-CDC4-520E-D180-F9C8EF946951}"/>
                    </a:ext>
                  </a:extLst>
                </p14:cNvPr>
                <p14:cNvContentPartPr/>
                <p14:nvPr/>
              </p14:nvContentPartPr>
              <p14:xfrm>
                <a:off x="2607000" y="1210390"/>
                <a:ext cx="285120" cy="669240"/>
              </p14:xfrm>
            </p:contentPart>
          </mc:Choice>
          <mc:Fallback>
            <p:pic>
              <p:nvPicPr>
                <p:cNvPr id="75" name="筆跡 74">
                  <a:extLst>
                    <a:ext uri="{FF2B5EF4-FFF2-40B4-BE49-F238E27FC236}">
                      <a16:creationId xmlns:a16="http://schemas.microsoft.com/office/drawing/2014/main" id="{53A227A0-CDC4-520E-D180-F9C8EF94695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589360" y="1192750"/>
                  <a:ext cx="320760" cy="70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群組 92">
            <a:extLst>
              <a:ext uri="{FF2B5EF4-FFF2-40B4-BE49-F238E27FC236}">
                <a16:creationId xmlns:a16="http://schemas.microsoft.com/office/drawing/2014/main" id="{26254A45-7B98-D793-277B-D9A5E2D32159}"/>
              </a:ext>
            </a:extLst>
          </p:cNvPr>
          <p:cNvGrpSpPr/>
          <p:nvPr/>
        </p:nvGrpSpPr>
        <p:grpSpPr>
          <a:xfrm>
            <a:off x="3311520" y="1499830"/>
            <a:ext cx="611280" cy="742680"/>
            <a:chOff x="3311520" y="1499830"/>
            <a:chExt cx="611280" cy="74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78" name="筆跡 77">
                  <a:extLst>
                    <a:ext uri="{FF2B5EF4-FFF2-40B4-BE49-F238E27FC236}">
                      <a16:creationId xmlns:a16="http://schemas.microsoft.com/office/drawing/2014/main" id="{8EB065E1-7B2A-0311-B1D6-429EA7FB3A06}"/>
                    </a:ext>
                  </a:extLst>
                </p14:cNvPr>
                <p14:cNvContentPartPr/>
                <p14:nvPr/>
              </p14:nvContentPartPr>
              <p14:xfrm>
                <a:off x="3328080" y="1499830"/>
                <a:ext cx="478800" cy="137160"/>
              </p14:xfrm>
            </p:contentPart>
          </mc:Choice>
          <mc:Fallback>
            <p:pic>
              <p:nvPicPr>
                <p:cNvPr id="78" name="筆跡 77">
                  <a:extLst>
                    <a:ext uri="{FF2B5EF4-FFF2-40B4-BE49-F238E27FC236}">
                      <a16:creationId xmlns:a16="http://schemas.microsoft.com/office/drawing/2014/main" id="{8EB065E1-7B2A-0311-B1D6-429EA7FB3A0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310080" y="1481830"/>
                  <a:ext cx="5144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79" name="筆跡 78">
                  <a:extLst>
                    <a:ext uri="{FF2B5EF4-FFF2-40B4-BE49-F238E27FC236}">
                      <a16:creationId xmlns:a16="http://schemas.microsoft.com/office/drawing/2014/main" id="{C3B61FF2-7843-97C3-23A8-52F9C82903F6}"/>
                    </a:ext>
                  </a:extLst>
                </p14:cNvPr>
                <p14:cNvContentPartPr/>
                <p14:nvPr/>
              </p14:nvContentPartPr>
              <p14:xfrm>
                <a:off x="3462720" y="1719070"/>
                <a:ext cx="32760" cy="90000"/>
              </p14:xfrm>
            </p:contentPart>
          </mc:Choice>
          <mc:Fallback>
            <p:pic>
              <p:nvPicPr>
                <p:cNvPr id="79" name="筆跡 78">
                  <a:extLst>
                    <a:ext uri="{FF2B5EF4-FFF2-40B4-BE49-F238E27FC236}">
                      <a16:creationId xmlns:a16="http://schemas.microsoft.com/office/drawing/2014/main" id="{C3B61FF2-7843-97C3-23A8-52F9C82903F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444720" y="1701430"/>
                  <a:ext cx="684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80" name="筆跡 79">
                  <a:extLst>
                    <a:ext uri="{FF2B5EF4-FFF2-40B4-BE49-F238E27FC236}">
                      <a16:creationId xmlns:a16="http://schemas.microsoft.com/office/drawing/2014/main" id="{CE46192B-864D-E438-5CB7-A3E5302AD2F6}"/>
                    </a:ext>
                  </a:extLst>
                </p14:cNvPr>
                <p14:cNvContentPartPr/>
                <p14:nvPr/>
              </p14:nvContentPartPr>
              <p14:xfrm>
                <a:off x="3491160" y="1695310"/>
                <a:ext cx="146520" cy="142200"/>
              </p14:xfrm>
            </p:contentPart>
          </mc:Choice>
          <mc:Fallback>
            <p:pic>
              <p:nvPicPr>
                <p:cNvPr id="80" name="筆跡 79">
                  <a:extLst>
                    <a:ext uri="{FF2B5EF4-FFF2-40B4-BE49-F238E27FC236}">
                      <a16:creationId xmlns:a16="http://schemas.microsoft.com/office/drawing/2014/main" id="{CE46192B-864D-E438-5CB7-A3E5302AD2F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473520" y="1677670"/>
                  <a:ext cx="1821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81" name="筆跡 80">
                  <a:extLst>
                    <a:ext uri="{FF2B5EF4-FFF2-40B4-BE49-F238E27FC236}">
                      <a16:creationId xmlns:a16="http://schemas.microsoft.com/office/drawing/2014/main" id="{D9FB86A4-106E-932A-147F-8C5115451872}"/>
                    </a:ext>
                  </a:extLst>
                </p14:cNvPr>
                <p14:cNvContentPartPr/>
                <p14:nvPr/>
              </p14:nvContentPartPr>
              <p14:xfrm>
                <a:off x="3497640" y="1833910"/>
                <a:ext cx="74160" cy="6840"/>
              </p14:xfrm>
            </p:contentPart>
          </mc:Choice>
          <mc:Fallback>
            <p:pic>
              <p:nvPicPr>
                <p:cNvPr id="81" name="筆跡 80">
                  <a:extLst>
                    <a:ext uri="{FF2B5EF4-FFF2-40B4-BE49-F238E27FC236}">
                      <a16:creationId xmlns:a16="http://schemas.microsoft.com/office/drawing/2014/main" id="{D9FB86A4-106E-932A-147F-8C511545187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479640" y="1816270"/>
                  <a:ext cx="1098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84" name="筆跡 83">
                  <a:extLst>
                    <a:ext uri="{FF2B5EF4-FFF2-40B4-BE49-F238E27FC236}">
                      <a16:creationId xmlns:a16="http://schemas.microsoft.com/office/drawing/2014/main" id="{8ED0F6D9-B644-F741-9FDC-F66064BCF700}"/>
                    </a:ext>
                  </a:extLst>
                </p14:cNvPr>
                <p14:cNvContentPartPr/>
                <p14:nvPr/>
              </p14:nvContentPartPr>
              <p14:xfrm>
                <a:off x="3618960" y="1589830"/>
                <a:ext cx="153720" cy="279360"/>
              </p14:xfrm>
            </p:contentPart>
          </mc:Choice>
          <mc:Fallback>
            <p:pic>
              <p:nvPicPr>
                <p:cNvPr id="84" name="筆跡 83">
                  <a:extLst>
                    <a:ext uri="{FF2B5EF4-FFF2-40B4-BE49-F238E27FC236}">
                      <a16:creationId xmlns:a16="http://schemas.microsoft.com/office/drawing/2014/main" id="{8ED0F6D9-B644-F741-9FDC-F66064BCF70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601320" y="1571830"/>
                  <a:ext cx="18936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85" name="筆跡 84">
                  <a:extLst>
                    <a:ext uri="{FF2B5EF4-FFF2-40B4-BE49-F238E27FC236}">
                      <a16:creationId xmlns:a16="http://schemas.microsoft.com/office/drawing/2014/main" id="{5617BA6B-8FF3-21C5-8691-DB08B0F1396B}"/>
                    </a:ext>
                  </a:extLst>
                </p14:cNvPr>
                <p14:cNvContentPartPr/>
                <p14:nvPr/>
              </p14:nvContentPartPr>
              <p14:xfrm>
                <a:off x="3311520" y="1810150"/>
                <a:ext cx="611280" cy="167400"/>
              </p14:xfrm>
            </p:contentPart>
          </mc:Choice>
          <mc:Fallback>
            <p:pic>
              <p:nvPicPr>
                <p:cNvPr id="85" name="筆跡 84">
                  <a:extLst>
                    <a:ext uri="{FF2B5EF4-FFF2-40B4-BE49-F238E27FC236}">
                      <a16:creationId xmlns:a16="http://schemas.microsoft.com/office/drawing/2014/main" id="{5617BA6B-8FF3-21C5-8691-DB08B0F1396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293520" y="1792150"/>
                  <a:ext cx="6469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86" name="筆跡 85">
                  <a:extLst>
                    <a:ext uri="{FF2B5EF4-FFF2-40B4-BE49-F238E27FC236}">
                      <a16:creationId xmlns:a16="http://schemas.microsoft.com/office/drawing/2014/main" id="{CF7B5F65-C625-D141-BAEC-A549B51344C4}"/>
                    </a:ext>
                  </a:extLst>
                </p14:cNvPr>
                <p14:cNvContentPartPr/>
                <p14:nvPr/>
              </p14:nvContentPartPr>
              <p14:xfrm>
                <a:off x="3510240" y="2020750"/>
                <a:ext cx="25920" cy="38880"/>
              </p14:xfrm>
            </p:contentPart>
          </mc:Choice>
          <mc:Fallback>
            <p:pic>
              <p:nvPicPr>
                <p:cNvPr id="86" name="筆跡 85">
                  <a:extLst>
                    <a:ext uri="{FF2B5EF4-FFF2-40B4-BE49-F238E27FC236}">
                      <a16:creationId xmlns:a16="http://schemas.microsoft.com/office/drawing/2014/main" id="{CF7B5F65-C625-D141-BAEC-A549B51344C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492600" y="2003110"/>
                  <a:ext cx="615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87" name="筆跡 86">
                  <a:extLst>
                    <a:ext uri="{FF2B5EF4-FFF2-40B4-BE49-F238E27FC236}">
                      <a16:creationId xmlns:a16="http://schemas.microsoft.com/office/drawing/2014/main" id="{5292E750-FE65-C1DD-3725-8375E145A26B}"/>
                    </a:ext>
                  </a:extLst>
                </p14:cNvPr>
                <p14:cNvContentPartPr/>
                <p14:nvPr/>
              </p14:nvContentPartPr>
              <p14:xfrm>
                <a:off x="3561720" y="1994470"/>
                <a:ext cx="133560" cy="105840"/>
              </p14:xfrm>
            </p:contentPart>
          </mc:Choice>
          <mc:Fallback>
            <p:pic>
              <p:nvPicPr>
                <p:cNvPr id="87" name="筆跡 86">
                  <a:extLst>
                    <a:ext uri="{FF2B5EF4-FFF2-40B4-BE49-F238E27FC236}">
                      <a16:creationId xmlns:a16="http://schemas.microsoft.com/office/drawing/2014/main" id="{5292E750-FE65-C1DD-3725-8375E145A26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543720" y="1976470"/>
                  <a:ext cx="1692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88" name="筆跡 87">
                  <a:extLst>
                    <a:ext uri="{FF2B5EF4-FFF2-40B4-BE49-F238E27FC236}">
                      <a16:creationId xmlns:a16="http://schemas.microsoft.com/office/drawing/2014/main" id="{CA8BAC66-4B44-946B-FEF0-0F5BB5086ACB}"/>
                    </a:ext>
                  </a:extLst>
                </p14:cNvPr>
                <p14:cNvContentPartPr/>
                <p14:nvPr/>
              </p14:nvContentPartPr>
              <p14:xfrm>
                <a:off x="3594480" y="2099590"/>
                <a:ext cx="75240" cy="10080"/>
              </p14:xfrm>
            </p:contentPart>
          </mc:Choice>
          <mc:Fallback>
            <p:pic>
              <p:nvPicPr>
                <p:cNvPr id="88" name="筆跡 87">
                  <a:extLst>
                    <a:ext uri="{FF2B5EF4-FFF2-40B4-BE49-F238E27FC236}">
                      <a16:creationId xmlns:a16="http://schemas.microsoft.com/office/drawing/2014/main" id="{CA8BAC66-4B44-946B-FEF0-0F5BB5086AC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576840" y="2081950"/>
                  <a:ext cx="1108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91" name="筆跡 90">
                  <a:extLst>
                    <a:ext uri="{FF2B5EF4-FFF2-40B4-BE49-F238E27FC236}">
                      <a16:creationId xmlns:a16="http://schemas.microsoft.com/office/drawing/2014/main" id="{CBDD62EA-6E9A-2501-19D9-ADB4D132B7C0}"/>
                    </a:ext>
                  </a:extLst>
                </p14:cNvPr>
                <p14:cNvContentPartPr/>
                <p14:nvPr/>
              </p14:nvContentPartPr>
              <p14:xfrm>
                <a:off x="3530040" y="1963510"/>
                <a:ext cx="325440" cy="279000"/>
              </p14:xfrm>
            </p:contentPart>
          </mc:Choice>
          <mc:Fallback>
            <p:pic>
              <p:nvPicPr>
                <p:cNvPr id="91" name="筆跡 90">
                  <a:extLst>
                    <a:ext uri="{FF2B5EF4-FFF2-40B4-BE49-F238E27FC236}">
                      <a16:creationId xmlns:a16="http://schemas.microsoft.com/office/drawing/2014/main" id="{CBDD62EA-6E9A-2501-19D9-ADB4D132B7C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512040" y="1945870"/>
                  <a:ext cx="361080" cy="31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群組 96">
            <a:extLst>
              <a:ext uri="{FF2B5EF4-FFF2-40B4-BE49-F238E27FC236}">
                <a16:creationId xmlns:a16="http://schemas.microsoft.com/office/drawing/2014/main" id="{42F023CF-5338-42B6-6353-01A3D3391C12}"/>
              </a:ext>
            </a:extLst>
          </p:cNvPr>
          <p:cNvGrpSpPr/>
          <p:nvPr/>
        </p:nvGrpSpPr>
        <p:grpSpPr>
          <a:xfrm>
            <a:off x="2620527" y="2996280"/>
            <a:ext cx="1458000" cy="327600"/>
            <a:chOff x="2620527" y="2996280"/>
            <a:chExt cx="1458000" cy="32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94" name="筆跡 93">
                  <a:extLst>
                    <a:ext uri="{FF2B5EF4-FFF2-40B4-BE49-F238E27FC236}">
                      <a16:creationId xmlns:a16="http://schemas.microsoft.com/office/drawing/2014/main" id="{D9A55F6E-59ED-73FA-BFF8-2CD39CD080E1}"/>
                    </a:ext>
                  </a:extLst>
                </p14:cNvPr>
                <p14:cNvContentPartPr/>
                <p14:nvPr/>
              </p14:nvContentPartPr>
              <p14:xfrm>
                <a:off x="2620527" y="3094200"/>
                <a:ext cx="1334520" cy="153000"/>
              </p14:xfrm>
            </p:contentPart>
          </mc:Choice>
          <mc:Fallback>
            <p:pic>
              <p:nvPicPr>
                <p:cNvPr id="94" name="筆跡 93">
                  <a:extLst>
                    <a:ext uri="{FF2B5EF4-FFF2-40B4-BE49-F238E27FC236}">
                      <a16:creationId xmlns:a16="http://schemas.microsoft.com/office/drawing/2014/main" id="{D9A55F6E-59ED-73FA-BFF8-2CD39CD080E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602527" y="3076560"/>
                  <a:ext cx="13701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95" name="筆跡 94">
                  <a:extLst>
                    <a:ext uri="{FF2B5EF4-FFF2-40B4-BE49-F238E27FC236}">
                      <a16:creationId xmlns:a16="http://schemas.microsoft.com/office/drawing/2014/main" id="{CB081540-0DCB-B9CD-4092-01CEAA21B5EC}"/>
                    </a:ext>
                  </a:extLst>
                </p14:cNvPr>
                <p14:cNvContentPartPr/>
                <p14:nvPr/>
              </p14:nvContentPartPr>
              <p14:xfrm>
                <a:off x="3898887" y="2996280"/>
                <a:ext cx="179640" cy="327600"/>
              </p14:xfrm>
            </p:contentPart>
          </mc:Choice>
          <mc:Fallback>
            <p:pic>
              <p:nvPicPr>
                <p:cNvPr id="95" name="筆跡 94">
                  <a:extLst>
                    <a:ext uri="{FF2B5EF4-FFF2-40B4-BE49-F238E27FC236}">
                      <a16:creationId xmlns:a16="http://schemas.microsoft.com/office/drawing/2014/main" id="{CB081540-0DCB-B9CD-4092-01CEAA21B5E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881247" y="2978640"/>
                  <a:ext cx="215280" cy="36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群組 107">
            <a:extLst>
              <a:ext uri="{FF2B5EF4-FFF2-40B4-BE49-F238E27FC236}">
                <a16:creationId xmlns:a16="http://schemas.microsoft.com/office/drawing/2014/main" id="{805A5E25-43AA-B5DF-6590-F2677FC24964}"/>
              </a:ext>
            </a:extLst>
          </p:cNvPr>
          <p:cNvGrpSpPr/>
          <p:nvPr/>
        </p:nvGrpSpPr>
        <p:grpSpPr>
          <a:xfrm>
            <a:off x="490767" y="4350960"/>
            <a:ext cx="1083240" cy="928080"/>
            <a:chOff x="490767" y="4350960"/>
            <a:chExt cx="1083240" cy="92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98" name="筆跡 97">
                  <a:extLst>
                    <a:ext uri="{FF2B5EF4-FFF2-40B4-BE49-F238E27FC236}">
                      <a16:creationId xmlns:a16="http://schemas.microsoft.com/office/drawing/2014/main" id="{FA380DA3-ABBA-6832-7C11-75A0237C91E5}"/>
                    </a:ext>
                  </a:extLst>
                </p14:cNvPr>
                <p14:cNvContentPartPr/>
                <p14:nvPr/>
              </p14:nvContentPartPr>
              <p14:xfrm>
                <a:off x="746727" y="4444920"/>
                <a:ext cx="263880" cy="76680"/>
              </p14:xfrm>
            </p:contentPart>
          </mc:Choice>
          <mc:Fallback>
            <p:pic>
              <p:nvPicPr>
                <p:cNvPr id="98" name="筆跡 97">
                  <a:extLst>
                    <a:ext uri="{FF2B5EF4-FFF2-40B4-BE49-F238E27FC236}">
                      <a16:creationId xmlns:a16="http://schemas.microsoft.com/office/drawing/2014/main" id="{FA380DA3-ABBA-6832-7C11-75A0237C91E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28727" y="4426920"/>
                  <a:ext cx="2995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99" name="筆跡 98">
                  <a:extLst>
                    <a:ext uri="{FF2B5EF4-FFF2-40B4-BE49-F238E27FC236}">
                      <a16:creationId xmlns:a16="http://schemas.microsoft.com/office/drawing/2014/main" id="{D6414928-BE97-18A0-C879-71A2395D0C55}"/>
                    </a:ext>
                  </a:extLst>
                </p14:cNvPr>
                <p14:cNvContentPartPr/>
                <p14:nvPr/>
              </p14:nvContentPartPr>
              <p14:xfrm>
                <a:off x="768687" y="4350960"/>
                <a:ext cx="203040" cy="669240"/>
              </p14:xfrm>
            </p:contentPart>
          </mc:Choice>
          <mc:Fallback>
            <p:pic>
              <p:nvPicPr>
                <p:cNvPr id="99" name="筆跡 98">
                  <a:extLst>
                    <a:ext uri="{FF2B5EF4-FFF2-40B4-BE49-F238E27FC236}">
                      <a16:creationId xmlns:a16="http://schemas.microsoft.com/office/drawing/2014/main" id="{D6414928-BE97-18A0-C879-71A2395D0C5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51047" y="4332960"/>
                  <a:ext cx="238680" cy="70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00" name="筆跡 99">
                  <a:extLst>
                    <a:ext uri="{FF2B5EF4-FFF2-40B4-BE49-F238E27FC236}">
                      <a16:creationId xmlns:a16="http://schemas.microsoft.com/office/drawing/2014/main" id="{0D19DF39-2FD1-3B99-D297-F8AE6D57DB08}"/>
                    </a:ext>
                  </a:extLst>
                </p14:cNvPr>
                <p14:cNvContentPartPr/>
                <p14:nvPr/>
              </p14:nvContentPartPr>
              <p14:xfrm>
                <a:off x="848967" y="4646880"/>
                <a:ext cx="223200" cy="316800"/>
              </p14:xfrm>
            </p:contentPart>
          </mc:Choice>
          <mc:Fallback>
            <p:pic>
              <p:nvPicPr>
                <p:cNvPr id="100" name="筆跡 99">
                  <a:extLst>
                    <a:ext uri="{FF2B5EF4-FFF2-40B4-BE49-F238E27FC236}">
                      <a16:creationId xmlns:a16="http://schemas.microsoft.com/office/drawing/2014/main" id="{0D19DF39-2FD1-3B99-D297-F8AE6D57DB08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30967" y="4629240"/>
                  <a:ext cx="25884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01" name="筆跡 100">
                  <a:extLst>
                    <a:ext uri="{FF2B5EF4-FFF2-40B4-BE49-F238E27FC236}">
                      <a16:creationId xmlns:a16="http://schemas.microsoft.com/office/drawing/2014/main" id="{50BED0B4-AA90-EF2B-78CF-4CC5EFD7BFDC}"/>
                    </a:ext>
                  </a:extLst>
                </p14:cNvPr>
                <p14:cNvContentPartPr/>
                <p14:nvPr/>
              </p14:nvContentPartPr>
              <p14:xfrm>
                <a:off x="587247" y="4803840"/>
                <a:ext cx="343800" cy="370080"/>
              </p14:xfrm>
            </p:contentPart>
          </mc:Choice>
          <mc:Fallback>
            <p:pic>
              <p:nvPicPr>
                <p:cNvPr id="101" name="筆跡 100">
                  <a:extLst>
                    <a:ext uri="{FF2B5EF4-FFF2-40B4-BE49-F238E27FC236}">
                      <a16:creationId xmlns:a16="http://schemas.microsoft.com/office/drawing/2014/main" id="{50BED0B4-AA90-EF2B-78CF-4CC5EFD7BFD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69607" y="4785840"/>
                  <a:ext cx="37944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02" name="筆跡 101">
                  <a:extLst>
                    <a:ext uri="{FF2B5EF4-FFF2-40B4-BE49-F238E27FC236}">
                      <a16:creationId xmlns:a16="http://schemas.microsoft.com/office/drawing/2014/main" id="{3405234E-4092-89F7-04F6-48281F0A36AA}"/>
                    </a:ext>
                  </a:extLst>
                </p14:cNvPr>
                <p14:cNvContentPartPr/>
                <p14:nvPr/>
              </p14:nvContentPartPr>
              <p14:xfrm>
                <a:off x="490767" y="4898880"/>
                <a:ext cx="1083240" cy="340920"/>
              </p14:xfrm>
            </p:contentPart>
          </mc:Choice>
          <mc:Fallback>
            <p:pic>
              <p:nvPicPr>
                <p:cNvPr id="102" name="筆跡 101">
                  <a:extLst>
                    <a:ext uri="{FF2B5EF4-FFF2-40B4-BE49-F238E27FC236}">
                      <a16:creationId xmlns:a16="http://schemas.microsoft.com/office/drawing/2014/main" id="{3405234E-4092-89F7-04F6-48281F0A36A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73127" y="4880880"/>
                  <a:ext cx="111888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05" name="筆跡 104">
                  <a:extLst>
                    <a:ext uri="{FF2B5EF4-FFF2-40B4-BE49-F238E27FC236}">
                      <a16:creationId xmlns:a16="http://schemas.microsoft.com/office/drawing/2014/main" id="{DA7B4F36-6699-397B-1EF8-A04D8BC888A3}"/>
                    </a:ext>
                  </a:extLst>
                </p14:cNvPr>
                <p14:cNvContentPartPr/>
                <p14:nvPr/>
              </p14:nvContentPartPr>
              <p14:xfrm>
                <a:off x="905487" y="5194080"/>
                <a:ext cx="17640" cy="84960"/>
              </p14:xfrm>
            </p:contentPart>
          </mc:Choice>
          <mc:Fallback>
            <p:pic>
              <p:nvPicPr>
                <p:cNvPr id="105" name="筆跡 104">
                  <a:extLst>
                    <a:ext uri="{FF2B5EF4-FFF2-40B4-BE49-F238E27FC236}">
                      <a16:creationId xmlns:a16="http://schemas.microsoft.com/office/drawing/2014/main" id="{DA7B4F36-6699-397B-1EF8-A04D8BC888A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87487" y="5176440"/>
                  <a:ext cx="532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06" name="筆跡 105">
                  <a:extLst>
                    <a:ext uri="{FF2B5EF4-FFF2-40B4-BE49-F238E27FC236}">
                      <a16:creationId xmlns:a16="http://schemas.microsoft.com/office/drawing/2014/main" id="{38393C62-0C66-651D-6BA5-5575A05C5487}"/>
                    </a:ext>
                  </a:extLst>
                </p14:cNvPr>
                <p14:cNvContentPartPr/>
                <p14:nvPr/>
              </p14:nvContentPartPr>
              <p14:xfrm>
                <a:off x="1088007" y="5199840"/>
                <a:ext cx="155160" cy="38160"/>
              </p14:xfrm>
            </p:contentPart>
          </mc:Choice>
          <mc:Fallback>
            <p:pic>
              <p:nvPicPr>
                <p:cNvPr id="106" name="筆跡 105">
                  <a:extLst>
                    <a:ext uri="{FF2B5EF4-FFF2-40B4-BE49-F238E27FC236}">
                      <a16:creationId xmlns:a16="http://schemas.microsoft.com/office/drawing/2014/main" id="{38393C62-0C66-651D-6BA5-5575A05C548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70007" y="5181840"/>
                  <a:ext cx="190800" cy="7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群組 118">
            <a:extLst>
              <a:ext uri="{FF2B5EF4-FFF2-40B4-BE49-F238E27FC236}">
                <a16:creationId xmlns:a16="http://schemas.microsoft.com/office/drawing/2014/main" id="{A464FA65-E883-96BF-2713-540800E669AE}"/>
              </a:ext>
            </a:extLst>
          </p:cNvPr>
          <p:cNvGrpSpPr/>
          <p:nvPr/>
        </p:nvGrpSpPr>
        <p:grpSpPr>
          <a:xfrm>
            <a:off x="1689207" y="4738680"/>
            <a:ext cx="384480" cy="593640"/>
            <a:chOff x="1689207" y="4738680"/>
            <a:chExt cx="384480" cy="59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09" name="筆跡 108">
                  <a:extLst>
                    <a:ext uri="{FF2B5EF4-FFF2-40B4-BE49-F238E27FC236}">
                      <a16:creationId xmlns:a16="http://schemas.microsoft.com/office/drawing/2014/main" id="{F5C58C71-E7CD-04B4-F8CE-AB93A8E119C3}"/>
                    </a:ext>
                  </a:extLst>
                </p14:cNvPr>
                <p14:cNvContentPartPr/>
                <p14:nvPr/>
              </p14:nvContentPartPr>
              <p14:xfrm>
                <a:off x="1689207" y="4738680"/>
                <a:ext cx="160560" cy="593640"/>
              </p14:xfrm>
            </p:contentPart>
          </mc:Choice>
          <mc:Fallback>
            <p:pic>
              <p:nvPicPr>
                <p:cNvPr id="109" name="筆跡 108">
                  <a:extLst>
                    <a:ext uri="{FF2B5EF4-FFF2-40B4-BE49-F238E27FC236}">
                      <a16:creationId xmlns:a16="http://schemas.microsoft.com/office/drawing/2014/main" id="{F5C58C71-E7CD-04B4-F8CE-AB93A8E119C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671567" y="4721040"/>
                  <a:ext cx="196200" cy="62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10" name="筆跡 109">
                  <a:extLst>
                    <a:ext uri="{FF2B5EF4-FFF2-40B4-BE49-F238E27FC236}">
                      <a16:creationId xmlns:a16="http://schemas.microsoft.com/office/drawing/2014/main" id="{7838B604-8F88-3D04-88C6-4F3A5CE1E8DA}"/>
                    </a:ext>
                  </a:extLst>
                </p14:cNvPr>
                <p14:cNvContentPartPr/>
                <p14:nvPr/>
              </p14:nvContentPartPr>
              <p14:xfrm>
                <a:off x="1938327" y="5193360"/>
                <a:ext cx="135360" cy="63720"/>
              </p14:xfrm>
            </p:contentPart>
          </mc:Choice>
          <mc:Fallback>
            <p:pic>
              <p:nvPicPr>
                <p:cNvPr id="110" name="筆跡 109">
                  <a:extLst>
                    <a:ext uri="{FF2B5EF4-FFF2-40B4-BE49-F238E27FC236}">
                      <a16:creationId xmlns:a16="http://schemas.microsoft.com/office/drawing/2014/main" id="{7838B604-8F88-3D04-88C6-4F3A5CE1E8DA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920327" y="5175720"/>
                  <a:ext cx="171000" cy="9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群組 116">
            <a:extLst>
              <a:ext uri="{FF2B5EF4-FFF2-40B4-BE49-F238E27FC236}">
                <a16:creationId xmlns:a16="http://schemas.microsoft.com/office/drawing/2014/main" id="{B1C7C3B1-6BFC-14F5-A9B5-945A5B347CD7}"/>
              </a:ext>
            </a:extLst>
          </p:cNvPr>
          <p:cNvGrpSpPr/>
          <p:nvPr/>
        </p:nvGrpSpPr>
        <p:grpSpPr>
          <a:xfrm>
            <a:off x="2539887" y="4596120"/>
            <a:ext cx="462960" cy="778320"/>
            <a:chOff x="2539887" y="4596120"/>
            <a:chExt cx="462960" cy="77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11" name="筆跡 110">
                  <a:extLst>
                    <a:ext uri="{FF2B5EF4-FFF2-40B4-BE49-F238E27FC236}">
                      <a16:creationId xmlns:a16="http://schemas.microsoft.com/office/drawing/2014/main" id="{2F602E6B-ADA2-BF19-E262-1769F16FC2EC}"/>
                    </a:ext>
                  </a:extLst>
                </p14:cNvPr>
                <p14:cNvContentPartPr/>
                <p14:nvPr/>
              </p14:nvContentPartPr>
              <p14:xfrm>
                <a:off x="2578047" y="4664520"/>
                <a:ext cx="170640" cy="39960"/>
              </p14:xfrm>
            </p:contentPart>
          </mc:Choice>
          <mc:Fallback>
            <p:pic>
              <p:nvPicPr>
                <p:cNvPr id="111" name="筆跡 110">
                  <a:extLst>
                    <a:ext uri="{FF2B5EF4-FFF2-40B4-BE49-F238E27FC236}">
                      <a16:creationId xmlns:a16="http://schemas.microsoft.com/office/drawing/2014/main" id="{2F602E6B-ADA2-BF19-E262-1769F16FC2EC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560407" y="4646880"/>
                  <a:ext cx="2062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12" name="筆跡 111">
                  <a:extLst>
                    <a:ext uri="{FF2B5EF4-FFF2-40B4-BE49-F238E27FC236}">
                      <a16:creationId xmlns:a16="http://schemas.microsoft.com/office/drawing/2014/main" id="{EAEF093B-55A2-8F6B-3394-62B6DD2EB76A}"/>
                    </a:ext>
                  </a:extLst>
                </p14:cNvPr>
                <p14:cNvContentPartPr/>
                <p14:nvPr/>
              </p14:nvContentPartPr>
              <p14:xfrm>
                <a:off x="2539887" y="4596120"/>
                <a:ext cx="157320" cy="513720"/>
              </p14:xfrm>
            </p:contentPart>
          </mc:Choice>
          <mc:Fallback>
            <p:pic>
              <p:nvPicPr>
                <p:cNvPr id="112" name="筆跡 111">
                  <a:extLst>
                    <a:ext uri="{FF2B5EF4-FFF2-40B4-BE49-F238E27FC236}">
                      <a16:creationId xmlns:a16="http://schemas.microsoft.com/office/drawing/2014/main" id="{EAEF093B-55A2-8F6B-3394-62B6DD2EB76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522247" y="4578480"/>
                  <a:ext cx="192960" cy="54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13" name="筆跡 112">
                  <a:extLst>
                    <a:ext uri="{FF2B5EF4-FFF2-40B4-BE49-F238E27FC236}">
                      <a16:creationId xmlns:a16="http://schemas.microsoft.com/office/drawing/2014/main" id="{9A130700-BD28-2A9B-C5BC-7E3BBA0EC7D4}"/>
                    </a:ext>
                  </a:extLst>
                </p14:cNvPr>
                <p14:cNvContentPartPr/>
                <p14:nvPr/>
              </p14:nvContentPartPr>
              <p14:xfrm>
                <a:off x="2581647" y="4849920"/>
                <a:ext cx="200160" cy="238680"/>
              </p14:xfrm>
            </p:contentPart>
          </mc:Choice>
          <mc:Fallback>
            <p:pic>
              <p:nvPicPr>
                <p:cNvPr id="113" name="筆跡 112">
                  <a:extLst>
                    <a:ext uri="{FF2B5EF4-FFF2-40B4-BE49-F238E27FC236}">
                      <a16:creationId xmlns:a16="http://schemas.microsoft.com/office/drawing/2014/main" id="{9A130700-BD28-2A9B-C5BC-7E3BBA0EC7D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564007" y="4831920"/>
                  <a:ext cx="2358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14" name="筆跡 113">
                  <a:extLst>
                    <a:ext uri="{FF2B5EF4-FFF2-40B4-BE49-F238E27FC236}">
                      <a16:creationId xmlns:a16="http://schemas.microsoft.com/office/drawing/2014/main" id="{AC3878E2-8FF2-51F0-F531-61EB46FF3610}"/>
                    </a:ext>
                  </a:extLst>
                </p14:cNvPr>
                <p14:cNvContentPartPr/>
                <p14:nvPr/>
              </p14:nvContentPartPr>
              <p14:xfrm>
                <a:off x="2599287" y="5041080"/>
                <a:ext cx="403560" cy="333360"/>
              </p14:xfrm>
            </p:contentPart>
          </mc:Choice>
          <mc:Fallback>
            <p:pic>
              <p:nvPicPr>
                <p:cNvPr id="114" name="筆跡 113">
                  <a:extLst>
                    <a:ext uri="{FF2B5EF4-FFF2-40B4-BE49-F238E27FC236}">
                      <a16:creationId xmlns:a16="http://schemas.microsoft.com/office/drawing/2014/main" id="{AC3878E2-8FF2-51F0-F531-61EB46FF361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581287" y="5023080"/>
                  <a:ext cx="43920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15" name="筆跡 114">
                  <a:extLst>
                    <a:ext uri="{FF2B5EF4-FFF2-40B4-BE49-F238E27FC236}">
                      <a16:creationId xmlns:a16="http://schemas.microsoft.com/office/drawing/2014/main" id="{287DC191-ED52-1BA5-3D7B-F476D9D1253D}"/>
                    </a:ext>
                  </a:extLst>
                </p14:cNvPr>
                <p14:cNvContentPartPr/>
                <p14:nvPr/>
              </p14:nvContentPartPr>
              <p14:xfrm>
                <a:off x="2785047" y="5318280"/>
                <a:ext cx="111960" cy="48600"/>
              </p14:xfrm>
            </p:contentPart>
          </mc:Choice>
          <mc:Fallback>
            <p:pic>
              <p:nvPicPr>
                <p:cNvPr id="115" name="筆跡 114">
                  <a:extLst>
                    <a:ext uri="{FF2B5EF4-FFF2-40B4-BE49-F238E27FC236}">
                      <a16:creationId xmlns:a16="http://schemas.microsoft.com/office/drawing/2014/main" id="{287DC191-ED52-1BA5-3D7B-F476D9D1253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767047" y="5300640"/>
                  <a:ext cx="147600" cy="8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群組 128">
            <a:extLst>
              <a:ext uri="{FF2B5EF4-FFF2-40B4-BE49-F238E27FC236}">
                <a16:creationId xmlns:a16="http://schemas.microsoft.com/office/drawing/2014/main" id="{3CEBDE0E-AB81-D67D-BEEC-86FD553DFDC5}"/>
              </a:ext>
            </a:extLst>
          </p:cNvPr>
          <p:cNvGrpSpPr/>
          <p:nvPr/>
        </p:nvGrpSpPr>
        <p:grpSpPr>
          <a:xfrm>
            <a:off x="3350607" y="4493880"/>
            <a:ext cx="506520" cy="925560"/>
            <a:chOff x="3350607" y="4493880"/>
            <a:chExt cx="506520" cy="92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20" name="筆跡 119">
                  <a:extLst>
                    <a:ext uri="{FF2B5EF4-FFF2-40B4-BE49-F238E27FC236}">
                      <a16:creationId xmlns:a16="http://schemas.microsoft.com/office/drawing/2014/main" id="{E493AC3D-8CCE-D808-B5B0-25EF3C8B58F1}"/>
                    </a:ext>
                  </a:extLst>
                </p14:cNvPr>
                <p14:cNvContentPartPr/>
                <p14:nvPr/>
              </p14:nvContentPartPr>
              <p14:xfrm>
                <a:off x="3524127" y="4640400"/>
                <a:ext cx="140760" cy="42840"/>
              </p14:xfrm>
            </p:contentPart>
          </mc:Choice>
          <mc:Fallback>
            <p:pic>
              <p:nvPicPr>
                <p:cNvPr id="120" name="筆跡 119">
                  <a:extLst>
                    <a:ext uri="{FF2B5EF4-FFF2-40B4-BE49-F238E27FC236}">
                      <a16:creationId xmlns:a16="http://schemas.microsoft.com/office/drawing/2014/main" id="{E493AC3D-8CCE-D808-B5B0-25EF3C8B58F1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506127" y="4622760"/>
                  <a:ext cx="1764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21" name="筆跡 120">
                  <a:extLst>
                    <a:ext uri="{FF2B5EF4-FFF2-40B4-BE49-F238E27FC236}">
                      <a16:creationId xmlns:a16="http://schemas.microsoft.com/office/drawing/2014/main" id="{9BD40F7F-ACE3-8889-2813-97DF0291527C}"/>
                    </a:ext>
                  </a:extLst>
                </p14:cNvPr>
                <p14:cNvContentPartPr/>
                <p14:nvPr/>
              </p14:nvContentPartPr>
              <p14:xfrm>
                <a:off x="3446367" y="4879800"/>
                <a:ext cx="93240" cy="29880"/>
              </p14:xfrm>
            </p:contentPart>
          </mc:Choice>
          <mc:Fallback>
            <p:pic>
              <p:nvPicPr>
                <p:cNvPr id="121" name="筆跡 120">
                  <a:extLst>
                    <a:ext uri="{FF2B5EF4-FFF2-40B4-BE49-F238E27FC236}">
                      <a16:creationId xmlns:a16="http://schemas.microsoft.com/office/drawing/2014/main" id="{9BD40F7F-ACE3-8889-2813-97DF0291527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428367" y="4861800"/>
                  <a:ext cx="1288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22" name="筆跡 121">
                  <a:extLst>
                    <a:ext uri="{FF2B5EF4-FFF2-40B4-BE49-F238E27FC236}">
                      <a16:creationId xmlns:a16="http://schemas.microsoft.com/office/drawing/2014/main" id="{6214824C-5488-FDD8-7961-E14C8393CD1A}"/>
                    </a:ext>
                  </a:extLst>
                </p14:cNvPr>
                <p14:cNvContentPartPr/>
                <p14:nvPr/>
              </p14:nvContentPartPr>
              <p14:xfrm>
                <a:off x="3551847" y="4798080"/>
                <a:ext cx="217440" cy="146880"/>
              </p14:xfrm>
            </p:contentPart>
          </mc:Choice>
          <mc:Fallback>
            <p:pic>
              <p:nvPicPr>
                <p:cNvPr id="122" name="筆跡 121">
                  <a:extLst>
                    <a:ext uri="{FF2B5EF4-FFF2-40B4-BE49-F238E27FC236}">
                      <a16:creationId xmlns:a16="http://schemas.microsoft.com/office/drawing/2014/main" id="{6214824C-5488-FDD8-7961-E14C8393CD1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533847" y="4780440"/>
                  <a:ext cx="2530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23" name="筆跡 122">
                  <a:extLst>
                    <a:ext uri="{FF2B5EF4-FFF2-40B4-BE49-F238E27FC236}">
                      <a16:creationId xmlns:a16="http://schemas.microsoft.com/office/drawing/2014/main" id="{5FA25FD2-584D-EBAC-0B9A-FA3DBF84742A}"/>
                    </a:ext>
                  </a:extLst>
                </p14:cNvPr>
                <p14:cNvContentPartPr/>
                <p14:nvPr/>
              </p14:nvContentPartPr>
              <p14:xfrm>
                <a:off x="3594687" y="4944600"/>
                <a:ext cx="76320" cy="4680"/>
              </p14:xfrm>
            </p:contentPart>
          </mc:Choice>
          <mc:Fallback>
            <p:pic>
              <p:nvPicPr>
                <p:cNvPr id="123" name="筆跡 122">
                  <a:extLst>
                    <a:ext uri="{FF2B5EF4-FFF2-40B4-BE49-F238E27FC236}">
                      <a16:creationId xmlns:a16="http://schemas.microsoft.com/office/drawing/2014/main" id="{5FA25FD2-584D-EBAC-0B9A-FA3DBF84742A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576687" y="4926960"/>
                  <a:ext cx="1119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24" name="筆跡 123">
                  <a:extLst>
                    <a:ext uri="{FF2B5EF4-FFF2-40B4-BE49-F238E27FC236}">
                      <a16:creationId xmlns:a16="http://schemas.microsoft.com/office/drawing/2014/main" id="{FE5A786A-23F4-6A7A-983A-A771A46ED284}"/>
                    </a:ext>
                  </a:extLst>
                </p14:cNvPr>
                <p14:cNvContentPartPr/>
                <p14:nvPr/>
              </p14:nvContentPartPr>
              <p14:xfrm>
                <a:off x="3547167" y="5028120"/>
                <a:ext cx="260640" cy="208080"/>
              </p14:xfrm>
            </p:contentPart>
          </mc:Choice>
          <mc:Fallback>
            <p:pic>
              <p:nvPicPr>
                <p:cNvPr id="124" name="筆跡 123">
                  <a:extLst>
                    <a:ext uri="{FF2B5EF4-FFF2-40B4-BE49-F238E27FC236}">
                      <a16:creationId xmlns:a16="http://schemas.microsoft.com/office/drawing/2014/main" id="{FE5A786A-23F4-6A7A-983A-A771A46ED28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529527" y="5010120"/>
                  <a:ext cx="2962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25" name="筆跡 124">
                  <a:extLst>
                    <a:ext uri="{FF2B5EF4-FFF2-40B4-BE49-F238E27FC236}">
                      <a16:creationId xmlns:a16="http://schemas.microsoft.com/office/drawing/2014/main" id="{EE4E1192-83D3-BA05-8D2D-DE2B3C08F6B2}"/>
                    </a:ext>
                  </a:extLst>
                </p14:cNvPr>
                <p14:cNvContentPartPr/>
                <p14:nvPr/>
              </p14:nvContentPartPr>
              <p14:xfrm>
                <a:off x="3350607" y="5127480"/>
                <a:ext cx="506520" cy="159120"/>
              </p14:xfrm>
            </p:contentPart>
          </mc:Choice>
          <mc:Fallback>
            <p:pic>
              <p:nvPicPr>
                <p:cNvPr id="125" name="筆跡 124">
                  <a:extLst>
                    <a:ext uri="{FF2B5EF4-FFF2-40B4-BE49-F238E27FC236}">
                      <a16:creationId xmlns:a16="http://schemas.microsoft.com/office/drawing/2014/main" id="{EE4E1192-83D3-BA05-8D2D-DE2B3C08F6B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332967" y="5109840"/>
                  <a:ext cx="5421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26" name="筆跡 125">
                  <a:extLst>
                    <a:ext uri="{FF2B5EF4-FFF2-40B4-BE49-F238E27FC236}">
                      <a16:creationId xmlns:a16="http://schemas.microsoft.com/office/drawing/2014/main" id="{99C1969F-EEAA-FF7D-236F-2A6F4C70F058}"/>
                    </a:ext>
                  </a:extLst>
                </p14:cNvPr>
                <p14:cNvContentPartPr/>
                <p14:nvPr/>
              </p14:nvContentPartPr>
              <p14:xfrm>
                <a:off x="3506127" y="5221800"/>
                <a:ext cx="267480" cy="168480"/>
              </p14:xfrm>
            </p:contentPart>
          </mc:Choice>
          <mc:Fallback>
            <p:pic>
              <p:nvPicPr>
                <p:cNvPr id="126" name="筆跡 125">
                  <a:extLst>
                    <a:ext uri="{FF2B5EF4-FFF2-40B4-BE49-F238E27FC236}">
                      <a16:creationId xmlns:a16="http://schemas.microsoft.com/office/drawing/2014/main" id="{99C1969F-EEAA-FF7D-236F-2A6F4C70F05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488487" y="5203800"/>
                  <a:ext cx="3031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27" name="筆跡 126">
                  <a:extLst>
                    <a:ext uri="{FF2B5EF4-FFF2-40B4-BE49-F238E27FC236}">
                      <a16:creationId xmlns:a16="http://schemas.microsoft.com/office/drawing/2014/main" id="{B6ED3546-378A-4636-4FB2-832B00EF05CB}"/>
                    </a:ext>
                  </a:extLst>
                </p14:cNvPr>
                <p14:cNvContentPartPr/>
                <p14:nvPr/>
              </p14:nvContentPartPr>
              <p14:xfrm>
                <a:off x="3359967" y="4493880"/>
                <a:ext cx="337320" cy="925560"/>
              </p14:xfrm>
            </p:contentPart>
          </mc:Choice>
          <mc:Fallback>
            <p:pic>
              <p:nvPicPr>
                <p:cNvPr id="127" name="筆跡 126">
                  <a:extLst>
                    <a:ext uri="{FF2B5EF4-FFF2-40B4-BE49-F238E27FC236}">
                      <a16:creationId xmlns:a16="http://schemas.microsoft.com/office/drawing/2014/main" id="{B6ED3546-378A-4636-4FB2-832B00EF05C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341967" y="4476240"/>
                  <a:ext cx="372960" cy="961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000744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F57E2-3C74-059F-92FF-FDB9C6A4B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8774901909-1-192">
            <a:hlinkClick r:id="" action="ppaction://media"/>
            <a:extLst>
              <a:ext uri="{FF2B5EF4-FFF2-40B4-BE49-F238E27FC236}">
                <a16:creationId xmlns:a16="http://schemas.microsoft.com/office/drawing/2014/main" id="{9112C5D3-515B-02D5-6399-4527B196B3C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938" y="635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924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5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2A25E-066A-9D1D-368B-031D23A75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8825230924-1-192">
            <a:hlinkClick r:id="" action="ppaction://media"/>
            <a:extLst>
              <a:ext uri="{FF2B5EF4-FFF2-40B4-BE49-F238E27FC236}">
                <a16:creationId xmlns:a16="http://schemas.microsoft.com/office/drawing/2014/main" id="{DF3BA28D-D203-5BE1-2296-6B3A1AE6D95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525" y="635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206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63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B1323-8DC4-61A6-CBF4-CC781FEF3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8089196133-1-192">
            <a:hlinkClick r:id="" action="ppaction://media"/>
            <a:extLst>
              <a:ext uri="{FF2B5EF4-FFF2-40B4-BE49-F238E27FC236}">
                <a16:creationId xmlns:a16="http://schemas.microsoft.com/office/drawing/2014/main" id="{A34C2CFC-7BE8-C72C-355A-C4D793C00E8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5314" y="635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135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6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0D1AE-E862-FF5F-10EA-973DE7464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E68D1374-549F-B709-715C-C8E8BAEBB3B7}"/>
              </a:ext>
            </a:extLst>
          </p:cNvPr>
          <p:cNvSpPr txBox="1"/>
          <p:nvPr/>
        </p:nvSpPr>
        <p:spPr>
          <a:xfrm>
            <a:off x="2612571" y="2921168"/>
            <a:ext cx="6248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6000" dirty="0"/>
              <a:t>結算分數。。。</a:t>
            </a:r>
          </a:p>
        </p:txBody>
      </p:sp>
    </p:spTree>
    <p:extLst>
      <p:ext uri="{BB962C8B-B14F-4D97-AF65-F5344CB8AC3E}">
        <p14:creationId xmlns:p14="http://schemas.microsoft.com/office/powerpoint/2010/main" val="13510402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32453-672F-242E-D589-452E50F21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C2063C85-8E8F-8072-0040-930830D58FC6}"/>
              </a:ext>
            </a:extLst>
          </p:cNvPr>
          <p:cNvSpPr txBox="1"/>
          <p:nvPr/>
        </p:nvSpPr>
        <p:spPr>
          <a:xfrm>
            <a:off x="872836" y="2459504"/>
            <a:ext cx="10972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6000" dirty="0">
                <a:latin typeface="Kaiti SC" panose="02010600040101010101" pitchFamily="2" charset="-122"/>
                <a:ea typeface="Kaiti SC" panose="02010600040101010101" pitchFamily="2" charset="-122"/>
              </a:rPr>
              <a:t>有時候簡報做成一坨屎</a:t>
            </a:r>
            <a:br>
              <a:rPr kumimoji="1" lang="en-US" altLang="zh-TW" sz="6000" dirty="0">
                <a:latin typeface="Kaiti SC" panose="02010600040101010101" pitchFamily="2" charset="-122"/>
                <a:ea typeface="Kaiti SC" panose="02010600040101010101" pitchFamily="2" charset="-122"/>
              </a:rPr>
            </a:br>
            <a:r>
              <a:rPr kumimoji="1" lang="zh-TW" altLang="en-US" sz="6000" dirty="0">
                <a:latin typeface="Kaiti SC" panose="02010600040101010101" pitchFamily="2" charset="-122"/>
                <a:ea typeface="Kaiti SC" panose="02010600040101010101" pitchFamily="2" charset="-122"/>
              </a:rPr>
              <a:t>    是為了凸顯報告的同學很牛逼</a:t>
            </a: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05DD7052-7444-A90C-2451-238752A9BF30}"/>
              </a:ext>
            </a:extLst>
          </p:cNvPr>
          <p:cNvGrpSpPr/>
          <p:nvPr/>
        </p:nvGrpSpPr>
        <p:grpSpPr>
          <a:xfrm>
            <a:off x="8931065" y="5416920"/>
            <a:ext cx="497520" cy="655200"/>
            <a:chOff x="8931065" y="5416920"/>
            <a:chExt cx="497520" cy="65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" name="筆跡 4">
                  <a:extLst>
                    <a:ext uri="{FF2B5EF4-FFF2-40B4-BE49-F238E27FC236}">
                      <a16:creationId xmlns:a16="http://schemas.microsoft.com/office/drawing/2014/main" id="{321E9682-8EC8-DA28-93DE-3B77A02A5BF3}"/>
                    </a:ext>
                  </a:extLst>
                </p14:cNvPr>
                <p14:cNvContentPartPr/>
                <p14:nvPr/>
              </p14:nvContentPartPr>
              <p14:xfrm>
                <a:off x="8931065" y="5416920"/>
                <a:ext cx="43560" cy="527760"/>
              </p14:xfrm>
            </p:contentPart>
          </mc:Choice>
          <mc:Fallback>
            <p:pic>
              <p:nvPicPr>
                <p:cNvPr id="5" name="筆跡 4">
                  <a:extLst>
                    <a:ext uri="{FF2B5EF4-FFF2-40B4-BE49-F238E27FC236}">
                      <a16:creationId xmlns:a16="http://schemas.microsoft.com/office/drawing/2014/main" id="{321E9682-8EC8-DA28-93DE-3B77A02A5BF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913065" y="5399280"/>
                  <a:ext cx="79200" cy="5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筆跡 5">
                  <a:extLst>
                    <a:ext uri="{FF2B5EF4-FFF2-40B4-BE49-F238E27FC236}">
                      <a16:creationId xmlns:a16="http://schemas.microsoft.com/office/drawing/2014/main" id="{C99BC86D-2888-AEBA-D37C-18A54FDE35D5}"/>
                    </a:ext>
                  </a:extLst>
                </p14:cNvPr>
                <p14:cNvContentPartPr/>
                <p14:nvPr/>
              </p14:nvContentPartPr>
              <p14:xfrm>
                <a:off x="8956265" y="5752440"/>
                <a:ext cx="198720" cy="145440"/>
              </p14:xfrm>
            </p:contentPart>
          </mc:Choice>
          <mc:Fallback>
            <p:pic>
              <p:nvPicPr>
                <p:cNvPr id="6" name="筆跡 5">
                  <a:extLst>
                    <a:ext uri="{FF2B5EF4-FFF2-40B4-BE49-F238E27FC236}">
                      <a16:creationId xmlns:a16="http://schemas.microsoft.com/office/drawing/2014/main" id="{C99BC86D-2888-AEBA-D37C-18A54FDE35D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938625" y="5734800"/>
                  <a:ext cx="2343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筆跡 6">
                  <a:extLst>
                    <a:ext uri="{FF2B5EF4-FFF2-40B4-BE49-F238E27FC236}">
                      <a16:creationId xmlns:a16="http://schemas.microsoft.com/office/drawing/2014/main" id="{D2867171-CD85-31CF-B877-2F443C774EFC}"/>
                    </a:ext>
                  </a:extLst>
                </p14:cNvPr>
                <p14:cNvContentPartPr/>
                <p14:nvPr/>
              </p14:nvContentPartPr>
              <p14:xfrm>
                <a:off x="9280985" y="5827320"/>
                <a:ext cx="69840" cy="99360"/>
              </p14:xfrm>
            </p:contentPart>
          </mc:Choice>
          <mc:Fallback>
            <p:pic>
              <p:nvPicPr>
                <p:cNvPr id="7" name="筆跡 6">
                  <a:extLst>
                    <a:ext uri="{FF2B5EF4-FFF2-40B4-BE49-F238E27FC236}">
                      <a16:creationId xmlns:a16="http://schemas.microsoft.com/office/drawing/2014/main" id="{D2867171-CD85-31CF-B877-2F443C774EF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263345" y="5809680"/>
                  <a:ext cx="1054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筆跡 7">
                  <a:extLst>
                    <a:ext uri="{FF2B5EF4-FFF2-40B4-BE49-F238E27FC236}">
                      <a16:creationId xmlns:a16="http://schemas.microsoft.com/office/drawing/2014/main" id="{F11520D4-F98A-84AE-8BB8-A901B2FEA250}"/>
                    </a:ext>
                  </a:extLst>
                </p14:cNvPr>
                <p14:cNvContentPartPr/>
                <p14:nvPr/>
              </p14:nvContentPartPr>
              <p14:xfrm>
                <a:off x="9307265" y="5836320"/>
                <a:ext cx="121320" cy="235800"/>
              </p14:xfrm>
            </p:contentPart>
          </mc:Choice>
          <mc:Fallback>
            <p:pic>
              <p:nvPicPr>
                <p:cNvPr id="8" name="筆跡 7">
                  <a:extLst>
                    <a:ext uri="{FF2B5EF4-FFF2-40B4-BE49-F238E27FC236}">
                      <a16:creationId xmlns:a16="http://schemas.microsoft.com/office/drawing/2014/main" id="{F11520D4-F98A-84AE-8BB8-A901B2FEA25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289625" y="5818680"/>
                  <a:ext cx="156960" cy="27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28D03862-758A-7705-E0EE-2CAC66C2533C}"/>
              </a:ext>
            </a:extLst>
          </p:cNvPr>
          <p:cNvGrpSpPr/>
          <p:nvPr/>
        </p:nvGrpSpPr>
        <p:grpSpPr>
          <a:xfrm>
            <a:off x="10271705" y="5198040"/>
            <a:ext cx="424440" cy="1022760"/>
            <a:chOff x="10271705" y="5198040"/>
            <a:chExt cx="424440" cy="102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2" name="筆跡 11">
                  <a:extLst>
                    <a:ext uri="{FF2B5EF4-FFF2-40B4-BE49-F238E27FC236}">
                      <a16:creationId xmlns:a16="http://schemas.microsoft.com/office/drawing/2014/main" id="{15895F28-44DB-69A8-006D-BA9058B22405}"/>
                    </a:ext>
                  </a:extLst>
                </p14:cNvPr>
                <p14:cNvContentPartPr/>
                <p14:nvPr/>
              </p14:nvContentPartPr>
              <p14:xfrm>
                <a:off x="10274225" y="5198040"/>
                <a:ext cx="114480" cy="243000"/>
              </p14:xfrm>
            </p:contentPart>
          </mc:Choice>
          <mc:Fallback>
            <p:pic>
              <p:nvPicPr>
                <p:cNvPr id="12" name="筆跡 11">
                  <a:extLst>
                    <a:ext uri="{FF2B5EF4-FFF2-40B4-BE49-F238E27FC236}">
                      <a16:creationId xmlns:a16="http://schemas.microsoft.com/office/drawing/2014/main" id="{15895F28-44DB-69A8-006D-BA9058B2240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256225" y="5180040"/>
                  <a:ext cx="1501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3" name="筆跡 12">
                  <a:extLst>
                    <a:ext uri="{FF2B5EF4-FFF2-40B4-BE49-F238E27FC236}">
                      <a16:creationId xmlns:a16="http://schemas.microsoft.com/office/drawing/2014/main" id="{72D7CE98-FCF1-0CA9-74E9-E696677F1A3B}"/>
                    </a:ext>
                  </a:extLst>
                </p14:cNvPr>
                <p14:cNvContentPartPr/>
                <p14:nvPr/>
              </p14:nvContentPartPr>
              <p14:xfrm>
                <a:off x="10328945" y="5321160"/>
                <a:ext cx="184320" cy="644400"/>
              </p14:xfrm>
            </p:contentPart>
          </mc:Choice>
          <mc:Fallback>
            <p:pic>
              <p:nvPicPr>
                <p:cNvPr id="13" name="筆跡 12">
                  <a:extLst>
                    <a:ext uri="{FF2B5EF4-FFF2-40B4-BE49-F238E27FC236}">
                      <a16:creationId xmlns:a16="http://schemas.microsoft.com/office/drawing/2014/main" id="{72D7CE98-FCF1-0CA9-74E9-E696677F1A3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310945" y="5303520"/>
                  <a:ext cx="219960" cy="68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6" name="筆跡 15">
                  <a:extLst>
                    <a:ext uri="{FF2B5EF4-FFF2-40B4-BE49-F238E27FC236}">
                      <a16:creationId xmlns:a16="http://schemas.microsoft.com/office/drawing/2014/main" id="{3C619280-59DC-AEC5-99E4-19439EEF6C4A}"/>
                    </a:ext>
                  </a:extLst>
                </p14:cNvPr>
                <p14:cNvContentPartPr/>
                <p14:nvPr/>
              </p14:nvContentPartPr>
              <p14:xfrm>
                <a:off x="10271705" y="5664960"/>
                <a:ext cx="174240" cy="555840"/>
              </p14:xfrm>
            </p:contentPart>
          </mc:Choice>
          <mc:Fallback>
            <p:pic>
              <p:nvPicPr>
                <p:cNvPr id="16" name="筆跡 15">
                  <a:extLst>
                    <a:ext uri="{FF2B5EF4-FFF2-40B4-BE49-F238E27FC236}">
                      <a16:creationId xmlns:a16="http://schemas.microsoft.com/office/drawing/2014/main" id="{3C619280-59DC-AEC5-99E4-19439EEF6C4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253705" y="5647320"/>
                  <a:ext cx="209880" cy="59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9" name="筆跡 18">
                  <a:extLst>
                    <a:ext uri="{FF2B5EF4-FFF2-40B4-BE49-F238E27FC236}">
                      <a16:creationId xmlns:a16="http://schemas.microsoft.com/office/drawing/2014/main" id="{68AEC8E4-12C8-0B4E-14F6-4DD02C815358}"/>
                    </a:ext>
                  </a:extLst>
                </p14:cNvPr>
                <p14:cNvContentPartPr/>
                <p14:nvPr/>
              </p14:nvContentPartPr>
              <p14:xfrm>
                <a:off x="10515785" y="6004800"/>
                <a:ext cx="180360" cy="160920"/>
              </p14:xfrm>
            </p:contentPart>
          </mc:Choice>
          <mc:Fallback>
            <p:pic>
              <p:nvPicPr>
                <p:cNvPr id="19" name="筆跡 18">
                  <a:extLst>
                    <a:ext uri="{FF2B5EF4-FFF2-40B4-BE49-F238E27FC236}">
                      <a16:creationId xmlns:a16="http://schemas.microsoft.com/office/drawing/2014/main" id="{68AEC8E4-12C8-0B4E-14F6-4DD02C81535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497785" y="5986800"/>
                  <a:ext cx="216000" cy="19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8D0BF9C7-871B-A75D-41C4-DA4571701B48}"/>
              </a:ext>
            </a:extLst>
          </p:cNvPr>
          <p:cNvGrpSpPr/>
          <p:nvPr/>
        </p:nvGrpSpPr>
        <p:grpSpPr>
          <a:xfrm>
            <a:off x="10981265" y="5226120"/>
            <a:ext cx="581040" cy="836280"/>
            <a:chOff x="10981265" y="5226120"/>
            <a:chExt cx="581040" cy="83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2" name="筆跡 21">
                  <a:extLst>
                    <a:ext uri="{FF2B5EF4-FFF2-40B4-BE49-F238E27FC236}">
                      <a16:creationId xmlns:a16="http://schemas.microsoft.com/office/drawing/2014/main" id="{99B4ED88-498A-A3BC-AB99-0E91EFD3353B}"/>
                    </a:ext>
                  </a:extLst>
                </p14:cNvPr>
                <p14:cNvContentPartPr/>
                <p14:nvPr/>
              </p14:nvContentPartPr>
              <p14:xfrm>
                <a:off x="11113745" y="5226120"/>
                <a:ext cx="38520" cy="12960"/>
              </p14:xfrm>
            </p:contentPart>
          </mc:Choice>
          <mc:Fallback>
            <p:pic>
              <p:nvPicPr>
                <p:cNvPr id="22" name="筆跡 21">
                  <a:extLst>
                    <a:ext uri="{FF2B5EF4-FFF2-40B4-BE49-F238E27FC236}">
                      <a16:creationId xmlns:a16="http://schemas.microsoft.com/office/drawing/2014/main" id="{99B4ED88-498A-A3BC-AB99-0E91EFD3353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095745" y="5208480"/>
                  <a:ext cx="741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3" name="筆跡 22">
                  <a:extLst>
                    <a:ext uri="{FF2B5EF4-FFF2-40B4-BE49-F238E27FC236}">
                      <a16:creationId xmlns:a16="http://schemas.microsoft.com/office/drawing/2014/main" id="{97ECA583-8A11-E11E-C15A-1C46629B627D}"/>
                    </a:ext>
                  </a:extLst>
                </p14:cNvPr>
                <p14:cNvContentPartPr/>
                <p14:nvPr/>
              </p14:nvContentPartPr>
              <p14:xfrm>
                <a:off x="10981265" y="5340240"/>
                <a:ext cx="485640" cy="154080"/>
              </p14:xfrm>
            </p:contentPart>
          </mc:Choice>
          <mc:Fallback>
            <p:pic>
              <p:nvPicPr>
                <p:cNvPr id="23" name="筆跡 22">
                  <a:extLst>
                    <a:ext uri="{FF2B5EF4-FFF2-40B4-BE49-F238E27FC236}">
                      <a16:creationId xmlns:a16="http://schemas.microsoft.com/office/drawing/2014/main" id="{97ECA583-8A11-E11E-C15A-1C46629B627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963625" y="5322240"/>
                  <a:ext cx="5212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4" name="筆跡 23">
                  <a:extLst>
                    <a:ext uri="{FF2B5EF4-FFF2-40B4-BE49-F238E27FC236}">
                      <a16:creationId xmlns:a16="http://schemas.microsoft.com/office/drawing/2014/main" id="{BF2BB272-C9ED-28CA-829B-CDEFE36ECBDD}"/>
                    </a:ext>
                  </a:extLst>
                </p14:cNvPr>
                <p14:cNvContentPartPr/>
                <p14:nvPr/>
              </p14:nvContentPartPr>
              <p14:xfrm>
                <a:off x="11201945" y="5542560"/>
                <a:ext cx="360360" cy="519840"/>
              </p14:xfrm>
            </p:contentPart>
          </mc:Choice>
          <mc:Fallback>
            <p:pic>
              <p:nvPicPr>
                <p:cNvPr id="24" name="筆跡 23">
                  <a:extLst>
                    <a:ext uri="{FF2B5EF4-FFF2-40B4-BE49-F238E27FC236}">
                      <a16:creationId xmlns:a16="http://schemas.microsoft.com/office/drawing/2014/main" id="{BF2BB272-C9ED-28CA-829B-CDEFE36ECBD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183945" y="5524560"/>
                  <a:ext cx="396000" cy="55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8" name="筆跡 27">
                <a:extLst>
                  <a:ext uri="{FF2B5EF4-FFF2-40B4-BE49-F238E27FC236}">
                    <a16:creationId xmlns:a16="http://schemas.microsoft.com/office/drawing/2014/main" id="{1931ADFB-E097-2125-07FC-0409DCD0BDAA}"/>
                  </a:ext>
                </a:extLst>
              </p14:cNvPr>
              <p14:cNvContentPartPr/>
              <p14:nvPr/>
            </p14:nvContentPartPr>
            <p14:xfrm>
              <a:off x="8761505" y="2971440"/>
              <a:ext cx="63720" cy="127080"/>
            </p14:xfrm>
          </p:contentPart>
        </mc:Choice>
        <mc:Fallback>
          <p:pic>
            <p:nvPicPr>
              <p:cNvPr id="28" name="筆跡 27">
                <a:extLst>
                  <a:ext uri="{FF2B5EF4-FFF2-40B4-BE49-F238E27FC236}">
                    <a16:creationId xmlns:a16="http://schemas.microsoft.com/office/drawing/2014/main" id="{1931ADFB-E097-2125-07FC-0409DCD0BDA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743505" y="2953440"/>
                <a:ext cx="9936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9" name="筆跡 28">
                <a:extLst>
                  <a:ext uri="{FF2B5EF4-FFF2-40B4-BE49-F238E27FC236}">
                    <a16:creationId xmlns:a16="http://schemas.microsoft.com/office/drawing/2014/main" id="{F5ADBB05-B90B-2FB6-1D7B-3DAA06F3F2C2}"/>
                  </a:ext>
                </a:extLst>
              </p14:cNvPr>
              <p14:cNvContentPartPr/>
              <p14:nvPr/>
            </p14:nvContentPartPr>
            <p14:xfrm>
              <a:off x="11673905" y="3891960"/>
              <a:ext cx="148680" cy="141480"/>
            </p14:xfrm>
          </p:contentPart>
        </mc:Choice>
        <mc:Fallback>
          <p:pic>
            <p:nvPicPr>
              <p:cNvPr id="29" name="筆跡 28">
                <a:extLst>
                  <a:ext uri="{FF2B5EF4-FFF2-40B4-BE49-F238E27FC236}">
                    <a16:creationId xmlns:a16="http://schemas.microsoft.com/office/drawing/2014/main" id="{F5ADBB05-B90B-2FB6-1D7B-3DAA06F3F2C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655905" y="3874320"/>
                <a:ext cx="184320" cy="17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8700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F15C122-6C24-3649-A0C4-998F3D7B5AFE}">
  <we:reference id="wa200010001" version="1.0.0.1" store="zh-TW" storeType="OMEX"/>
  <we:alternateReferences>
    <we:reference id="WA200010001" version="1.0.0.1" store="" storeType="OMEX"/>
  </we:alternateReferences>
  <we:properties>
    <we:property name="claude.fileId" value="&quot;35e91f16-cbc6-4ebe-b36b-88ea7319938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1304</TotalTime>
  <Words>94</Words>
  <Application>Microsoft Macintosh PowerPoint</Application>
  <PresentationFormat>寬螢幕</PresentationFormat>
  <Paragraphs>16</Paragraphs>
  <Slides>47</Slides>
  <Notes>1</Notes>
  <HiddenSlides>0</HiddenSlides>
  <MMClips>6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47</vt:i4>
      </vt:variant>
    </vt:vector>
  </HeadingPairs>
  <TitlesOfParts>
    <vt:vector size="54" baseType="lpstr">
      <vt:lpstr>Kaiti SC</vt:lpstr>
      <vt:lpstr>LANTINGHEI SC DEMIBOLD</vt:lpstr>
      <vt:lpstr>American Typewriter</vt:lpstr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chang tien han</dc:creator>
  <cp:lastModifiedBy>chang tien han</cp:lastModifiedBy>
  <cp:revision>7</cp:revision>
  <dcterms:created xsi:type="dcterms:W3CDTF">2026-08-31T00:33:29Z</dcterms:created>
  <dcterms:modified xsi:type="dcterms:W3CDTF">2026-09-08T12:52:40Z</dcterms:modified>
</cp:coreProperties>
</file>